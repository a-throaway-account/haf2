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notesSlides/notesSlide12.xml" ContentType="application/vnd.openxmlformats-officedocument.presentationml.notesSlide+xml"/>
  <Override PartName="/ppt/slides/slide99.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slides/slide89.xml" ContentType="application/vnd.openxmlformats-officedocument.presentationml.slide+xml"/>
  <Override PartName="/ppt/slides/slide98.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Override PartName="/ppt/notesSlides/notesSlide18.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slides/slide79.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9"/>
  </p:notesMasterIdLst>
  <p:handoutMasterIdLst>
    <p:handoutMasterId r:id="rId110"/>
  </p:handoutMasterIdLst>
  <p:sldIdLst>
    <p:sldId id="294" r:id="rId2"/>
    <p:sldId id="463" r:id="rId3"/>
    <p:sldId id="262" r:id="rId4"/>
    <p:sldId id="264" r:id="rId5"/>
    <p:sldId id="464" r:id="rId6"/>
    <p:sldId id="465" r:id="rId7"/>
    <p:sldId id="265" r:id="rId8"/>
    <p:sldId id="271" r:id="rId9"/>
    <p:sldId id="272" r:id="rId10"/>
    <p:sldId id="466" r:id="rId11"/>
    <p:sldId id="467" r:id="rId12"/>
    <p:sldId id="468" r:id="rId13"/>
    <p:sldId id="469" r:id="rId14"/>
    <p:sldId id="471" r:id="rId15"/>
    <p:sldId id="614" r:id="rId16"/>
    <p:sldId id="615" r:id="rId17"/>
    <p:sldId id="616" r:id="rId18"/>
    <p:sldId id="617" r:id="rId19"/>
    <p:sldId id="618" r:id="rId20"/>
    <p:sldId id="619" r:id="rId21"/>
    <p:sldId id="620" r:id="rId22"/>
    <p:sldId id="621" r:id="rId23"/>
    <p:sldId id="622" r:id="rId24"/>
    <p:sldId id="623" r:id="rId25"/>
    <p:sldId id="624" r:id="rId26"/>
    <p:sldId id="776" r:id="rId27"/>
    <p:sldId id="625" r:id="rId28"/>
    <p:sldId id="626" r:id="rId29"/>
    <p:sldId id="627" r:id="rId30"/>
    <p:sldId id="628" r:id="rId31"/>
    <p:sldId id="722" r:id="rId32"/>
    <p:sldId id="630" r:id="rId33"/>
    <p:sldId id="629" r:id="rId34"/>
    <p:sldId id="631" r:id="rId35"/>
    <p:sldId id="632" r:id="rId36"/>
    <p:sldId id="633" r:id="rId37"/>
    <p:sldId id="634" r:id="rId38"/>
    <p:sldId id="635" r:id="rId39"/>
    <p:sldId id="637" r:id="rId40"/>
    <p:sldId id="636" r:id="rId41"/>
    <p:sldId id="638" r:id="rId42"/>
    <p:sldId id="639" r:id="rId43"/>
    <p:sldId id="723" r:id="rId44"/>
    <p:sldId id="640" r:id="rId45"/>
    <p:sldId id="641" r:id="rId46"/>
    <p:sldId id="642" r:id="rId47"/>
    <p:sldId id="643" r:id="rId48"/>
    <p:sldId id="644" r:id="rId49"/>
    <p:sldId id="724" r:id="rId50"/>
    <p:sldId id="645" r:id="rId51"/>
    <p:sldId id="646" r:id="rId52"/>
    <p:sldId id="647" r:id="rId53"/>
    <p:sldId id="648" r:id="rId54"/>
    <p:sldId id="649" r:id="rId55"/>
    <p:sldId id="650" r:id="rId56"/>
    <p:sldId id="725" r:id="rId57"/>
    <p:sldId id="726" r:id="rId58"/>
    <p:sldId id="727" r:id="rId59"/>
    <p:sldId id="728" r:id="rId60"/>
    <p:sldId id="729" r:id="rId61"/>
    <p:sldId id="730" r:id="rId62"/>
    <p:sldId id="731" r:id="rId63"/>
    <p:sldId id="472" r:id="rId64"/>
    <p:sldId id="473" r:id="rId65"/>
    <p:sldId id="734" r:id="rId66"/>
    <p:sldId id="546" r:id="rId67"/>
    <p:sldId id="733" r:id="rId68"/>
    <p:sldId id="735" r:id="rId69"/>
    <p:sldId id="736" r:id="rId70"/>
    <p:sldId id="737" r:id="rId71"/>
    <p:sldId id="740" r:id="rId72"/>
    <p:sldId id="738" r:id="rId73"/>
    <p:sldId id="739" r:id="rId74"/>
    <p:sldId id="741" r:id="rId75"/>
    <p:sldId id="767" r:id="rId76"/>
    <p:sldId id="769" r:id="rId77"/>
    <p:sldId id="772" r:id="rId78"/>
    <p:sldId id="771" r:id="rId79"/>
    <p:sldId id="770" r:id="rId80"/>
    <p:sldId id="773" r:id="rId81"/>
    <p:sldId id="774" r:id="rId82"/>
    <p:sldId id="775" r:id="rId83"/>
    <p:sldId id="768" r:id="rId84"/>
    <p:sldId id="777" r:id="rId85"/>
    <p:sldId id="778" r:id="rId86"/>
    <p:sldId id="779" r:id="rId87"/>
    <p:sldId id="780" r:id="rId88"/>
    <p:sldId id="781" r:id="rId89"/>
    <p:sldId id="782" r:id="rId90"/>
    <p:sldId id="783" r:id="rId91"/>
    <p:sldId id="784" r:id="rId92"/>
    <p:sldId id="742" r:id="rId93"/>
    <p:sldId id="743" r:id="rId94"/>
    <p:sldId id="785" r:id="rId95"/>
    <p:sldId id="745" r:id="rId96"/>
    <p:sldId id="746" r:id="rId97"/>
    <p:sldId id="747" r:id="rId98"/>
    <p:sldId id="748" r:id="rId99"/>
    <p:sldId id="750" r:id="rId100"/>
    <p:sldId id="751" r:id="rId101"/>
    <p:sldId id="752" r:id="rId102"/>
    <p:sldId id="753" r:id="rId103"/>
    <p:sldId id="754" r:id="rId104"/>
    <p:sldId id="749" r:id="rId105"/>
    <p:sldId id="755" r:id="rId106"/>
    <p:sldId id="756" r:id="rId107"/>
    <p:sldId id="744" r:id="rId108"/>
  </p:sldIdLst>
  <p:sldSz cx="9906000" cy="6858000" type="A4"/>
  <p:notesSz cx="6781800" cy="9918700"/>
  <p:defaultTextStyle>
    <a:defPPr>
      <a:defRPr lang="en-GB"/>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31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CCFFFF"/>
    <a:srgbClr val="99FF33"/>
    <a:srgbClr val="FFFFCC"/>
    <a:srgbClr val="CCFFCC"/>
    <a:srgbClr val="500050"/>
    <a:srgbClr val="640064"/>
    <a:srgbClr val="320032"/>
    <a:srgbClr val="0054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73"/>
    <p:restoredTop sz="72760" autoAdjust="0"/>
  </p:normalViewPr>
  <p:slideViewPr>
    <p:cSldViewPr showGuides="1">
      <p:cViewPr varScale="1">
        <p:scale>
          <a:sx n="52" d="100"/>
          <a:sy n="52" d="100"/>
        </p:scale>
        <p:origin x="-1764" y="-96"/>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notesMaster" Target="notesMasters/notes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1992313" y="533400"/>
            <a:ext cx="3730625" cy="396875"/>
          </a:xfrm>
          <a:prstGeom prst="rect">
            <a:avLst/>
          </a:prstGeom>
          <a:noFill/>
          <a:ln>
            <a:noFill/>
          </a:ln>
          <a:effectLst/>
        </p:spPr>
        <p:txBody>
          <a:bodyPr lIns="92342" tIns="46171" rIns="92342" bIns="46171">
            <a:spAutoFit/>
          </a:bodyPr>
          <a:lstStyle>
            <a:lvl1pPr defTabSz="916305">
              <a:defRPr sz="2400">
                <a:solidFill>
                  <a:schemeClr val="tx1"/>
                </a:solidFill>
                <a:latin typeface="Times New Roman" panose="02020603050405020304" pitchFamily="18" charset="0"/>
              </a:defRPr>
            </a:lvl1pPr>
            <a:lvl2pPr defTabSz="916305">
              <a:defRPr sz="2400">
                <a:solidFill>
                  <a:schemeClr val="tx1"/>
                </a:solidFill>
                <a:latin typeface="Times New Roman" panose="02020603050405020304" pitchFamily="18" charset="0"/>
              </a:defRPr>
            </a:lvl2pPr>
            <a:lvl3pPr marL="916305" defTabSz="916305">
              <a:defRPr sz="2400">
                <a:solidFill>
                  <a:schemeClr val="tx1"/>
                </a:solidFill>
                <a:latin typeface="Times New Roman" panose="02020603050405020304" pitchFamily="18" charset="0"/>
              </a:defRPr>
            </a:lvl3pPr>
            <a:lvl4pPr marL="1373505" defTabSz="916305">
              <a:defRPr sz="2400">
                <a:solidFill>
                  <a:schemeClr val="tx1"/>
                </a:solidFill>
                <a:latin typeface="Times New Roman" panose="02020603050405020304" pitchFamily="18" charset="0"/>
              </a:defRPr>
            </a:lvl4pPr>
            <a:lvl5pPr marL="1835150" defTabSz="916305">
              <a:defRPr sz="2400">
                <a:solidFill>
                  <a:schemeClr val="tx1"/>
                </a:solidFill>
                <a:latin typeface="Times New Roman" panose="02020603050405020304" pitchFamily="18" charset="0"/>
              </a:defRPr>
            </a:lvl5pPr>
            <a:lvl6pPr marL="2292350" defTabSz="916305" fontAlgn="base">
              <a:spcBef>
                <a:spcPct val="0"/>
              </a:spcBef>
              <a:spcAft>
                <a:spcPct val="0"/>
              </a:spcAft>
              <a:defRPr sz="2400">
                <a:solidFill>
                  <a:schemeClr val="tx1"/>
                </a:solidFill>
                <a:latin typeface="Times New Roman" panose="02020603050405020304" pitchFamily="18" charset="0"/>
              </a:defRPr>
            </a:lvl6pPr>
            <a:lvl7pPr marL="2749550" defTabSz="916305" fontAlgn="base">
              <a:spcBef>
                <a:spcPct val="0"/>
              </a:spcBef>
              <a:spcAft>
                <a:spcPct val="0"/>
              </a:spcAft>
              <a:defRPr sz="2400">
                <a:solidFill>
                  <a:schemeClr val="tx1"/>
                </a:solidFill>
                <a:latin typeface="Times New Roman" panose="02020603050405020304" pitchFamily="18" charset="0"/>
              </a:defRPr>
            </a:lvl7pPr>
            <a:lvl8pPr marL="3206750" defTabSz="916305" fontAlgn="base">
              <a:spcBef>
                <a:spcPct val="0"/>
              </a:spcBef>
              <a:spcAft>
                <a:spcPct val="0"/>
              </a:spcAft>
              <a:defRPr sz="2400">
                <a:solidFill>
                  <a:schemeClr val="tx1"/>
                </a:solidFill>
                <a:latin typeface="Times New Roman" panose="02020603050405020304" pitchFamily="18" charset="0"/>
              </a:defRPr>
            </a:lvl8pPr>
            <a:lvl9pPr marL="3663950" defTabSz="916305" fontAlgn="base">
              <a:spcBef>
                <a:spcPct val="0"/>
              </a:spcBef>
              <a:spcAft>
                <a:spcPct val="0"/>
              </a:spcAft>
              <a:defRPr sz="2400">
                <a:solidFill>
                  <a:schemeClr val="tx1"/>
                </a:solidFill>
                <a:latin typeface="Times New Roman" panose="02020603050405020304" pitchFamily="18" charset="0"/>
              </a:defRPr>
            </a:lvl9pPr>
          </a:lstStyle>
          <a:p>
            <a:pPr marL="0" marR="0" lvl="0" indent="0" algn="l" defTabSz="916305" rtl="0" eaLnBrk="0" fontAlgn="base" latinLnBrk="0" hangingPunct="0">
              <a:lnSpc>
                <a:spcPct val="100000"/>
              </a:lnSpc>
              <a:spcBef>
                <a:spcPct val="0"/>
              </a:spcBef>
              <a:spcAft>
                <a:spcPct val="0"/>
              </a:spcAft>
              <a:buClrTx/>
              <a:buSzTx/>
              <a:buFontTx/>
              <a:buNone/>
              <a:defRPr/>
            </a:pPr>
            <a:r>
              <a:rPr kumimoji="0" lang="en-GB" altLang="en-US" sz="2000" b="1" i="0" u="none" strike="noStrike" kern="1200" cap="none" spc="0" normalizeH="0" baseline="0" noProof="0">
                <a:ln>
                  <a:noFill/>
                </a:ln>
                <a:solidFill>
                  <a:schemeClr val="bg2"/>
                </a:solidFill>
                <a:effectLst/>
                <a:uLnTx/>
                <a:uFillTx/>
                <a:latin typeface="Arial" panose="020B0604020202020204" pitchFamily="34" charset="0"/>
                <a:ea typeface="+mn-ea"/>
                <a:cs typeface="+mn-cs"/>
              </a:rPr>
              <a:t>Introduction to JavaScript</a:t>
            </a:r>
          </a:p>
        </p:txBody>
      </p:sp>
      <p:sp>
        <p:nvSpPr>
          <p:cNvPr id="3076" name="Rectangle 4"/>
          <p:cNvSpPr>
            <a:spLocks noGrp="1" noChangeArrowheads="1"/>
          </p:cNvSpPr>
          <p:nvPr>
            <p:ph type="sldNum" sz="quarter" idx="3"/>
          </p:nvPr>
        </p:nvSpPr>
        <p:spPr bwMode="auto">
          <a:xfrm>
            <a:off x="3214688" y="9596438"/>
            <a:ext cx="344488" cy="230188"/>
          </a:xfrm>
          <a:prstGeom prst="rect">
            <a:avLst/>
          </a:prstGeom>
          <a:noFill/>
          <a:ln>
            <a:noFill/>
          </a:ln>
          <a:effectLst/>
        </p:spPr>
        <p:txBody>
          <a:bodyPr vert="horz" wrap="square" lIns="19106" tIns="0" rIns="19106" bIns="0" numCol="1" anchor="b" anchorCtr="0" compatLnSpc="1"/>
          <a:lstStyle/>
          <a:p>
            <a:pPr lvl="0" algn="ctr" defTabSz="916305">
              <a:buNone/>
            </a:pPr>
            <a:fld id="{9A0DB2DC-4C9A-4742-B13C-FB6460FD3503}" type="slidenum">
              <a:rPr lang="en-GB" altLang="en-US" sz="1000" dirty="0"/>
              <a:pPr lvl="0" algn="ctr" defTabSz="916305">
                <a:buNone/>
              </a:pPr>
              <a:t>‹#›</a:t>
            </a:fld>
            <a:endParaRPr lang="en-GB" altLang="en-US" sz="1000" dirty="0"/>
          </a:p>
        </p:txBody>
      </p:sp>
      <p:sp>
        <p:nvSpPr>
          <p:cNvPr id="3079" name="Rectangle 7"/>
          <p:cNvSpPr>
            <a:spLocks noGrp="1" noChangeArrowheads="1"/>
          </p:cNvSpPr>
          <p:nvPr>
            <p:ph type="dt" sz="quarter" idx="1"/>
          </p:nvPr>
        </p:nvSpPr>
        <p:spPr bwMode="auto">
          <a:xfrm>
            <a:off x="3678238" y="279400"/>
            <a:ext cx="2911475" cy="457200"/>
          </a:xfrm>
          <a:prstGeom prst="rect">
            <a:avLst/>
          </a:prstGeom>
          <a:noFill/>
          <a:ln>
            <a:noFill/>
          </a:ln>
          <a:effectLst/>
        </p:spPr>
        <p:txBody>
          <a:bodyPr vert="horz" wrap="square" lIns="19106" tIns="0" rIns="19106" bIns="0" numCol="1" anchor="t" anchorCtr="0" compatLnSpc="1"/>
          <a:lstStyle>
            <a:lvl1pPr algn="r" defTabSz="916305">
              <a:defRPr sz="1600" b="1" i="1">
                <a:solidFill>
                  <a:schemeClr val="bg2"/>
                </a:solidFill>
              </a:defRPr>
            </a:lvl1pPr>
          </a:lstStyle>
          <a:p>
            <a:pPr marL="0" marR="0" lvl="0" indent="0" algn="r" defTabSz="916305" rtl="0" eaLnBrk="0" fontAlgn="base" latinLnBrk="0" hangingPunct="0">
              <a:lnSpc>
                <a:spcPct val="100000"/>
              </a:lnSpc>
              <a:spcBef>
                <a:spcPct val="0"/>
              </a:spcBef>
              <a:spcAft>
                <a:spcPct val="0"/>
              </a:spcAft>
              <a:buClrTx/>
              <a:buSzTx/>
              <a:buFontTx/>
              <a:buNone/>
              <a:defRPr/>
            </a:pPr>
            <a:r>
              <a:rPr kumimoji="0" lang="en-GB" altLang="en-US" sz="1600" b="1" i="1" u="none" strike="noStrike" kern="1200" cap="none" spc="0" normalizeH="0" baseline="0" noProof="0">
                <a:ln>
                  <a:noFill/>
                </a:ln>
                <a:solidFill>
                  <a:schemeClr val="bg2"/>
                </a:solidFill>
                <a:effectLst/>
                <a:uLnTx/>
                <a:uFillTx/>
                <a:latin typeface="Arial" panose="020B0604020202020204" pitchFamily="34" charset="0"/>
                <a:ea typeface="+mn-ea"/>
                <a:cs typeface="+mn-cs"/>
              </a:rPr>
              <a:t>CSC 1020</a:t>
            </a:r>
          </a:p>
        </p:txBody>
      </p:sp>
      <p:sp>
        <p:nvSpPr>
          <p:cNvPr id="3080" name="Rectangle 8"/>
          <p:cNvSpPr>
            <a:spLocks noGrp="1" noChangeArrowheads="1"/>
          </p:cNvSpPr>
          <p:nvPr>
            <p:ph type="hdr" sz="quarter"/>
          </p:nvPr>
        </p:nvSpPr>
        <p:spPr bwMode="auto">
          <a:xfrm>
            <a:off x="19050" y="0"/>
            <a:ext cx="2911475" cy="457200"/>
          </a:xfrm>
          <a:prstGeom prst="rect">
            <a:avLst/>
          </a:prstGeom>
          <a:noFill/>
          <a:ln>
            <a:noFill/>
          </a:ln>
          <a:effectLst/>
        </p:spPr>
        <p:txBody>
          <a:bodyPr vert="horz" wrap="square" lIns="19106" tIns="0" rIns="19106" bIns="0" numCol="1" anchor="t" anchorCtr="0" compatLnSpc="1"/>
          <a:lstStyle>
            <a:lvl1pPr defTabSz="916305">
              <a:defRPr sz="1000" i="1"/>
            </a:lvl1pPr>
          </a:lstStyle>
          <a:p>
            <a:pPr marL="0" marR="0" lvl="0" indent="0" algn="l" defTabSz="916305" rtl="0" eaLnBrk="0" fontAlgn="base" latinLnBrk="0" hangingPunct="0">
              <a:lnSpc>
                <a:spcPct val="100000"/>
              </a:lnSpc>
              <a:spcBef>
                <a:spcPct val="0"/>
              </a:spcBef>
              <a:spcAft>
                <a:spcPct val="0"/>
              </a:spcAft>
              <a:buClrTx/>
              <a:buSzTx/>
              <a:buFontTx/>
              <a:buNone/>
              <a:defRPr/>
            </a:pPr>
            <a:endParaRPr kumimoji="0" lang="en-GB" altLang="en-US" sz="1000" b="0" i="1"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xmlns=""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01700" y="4713288"/>
            <a:ext cx="4978400" cy="4176713"/>
          </a:xfrm>
          <a:prstGeom prst="rect">
            <a:avLst/>
          </a:prstGeom>
          <a:noFill/>
          <a:ln>
            <a:noFill/>
          </a:ln>
          <a:effectLst/>
        </p:spPr>
        <p:txBody>
          <a:bodyPr vert="horz" wrap="square" lIns="92342" tIns="46171" rIns="92342" bIns="46171"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GB" altLang="en-US" sz="1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Normal text style (Times New Roman 10pt)</a:t>
            </a:r>
          </a:p>
          <a:p>
            <a:pPr marL="190500" marR="0" lvl="1" indent="0" algn="l" defTabSz="914400" rtl="0" eaLnBrk="0" fontAlgn="base" latinLnBrk="0" hangingPunct="0">
              <a:lnSpc>
                <a:spcPct val="100000"/>
              </a:lnSpc>
              <a:spcBef>
                <a:spcPct val="30000"/>
              </a:spcBef>
              <a:spcAft>
                <a:spcPct val="0"/>
              </a:spcAft>
              <a:buClrTx/>
              <a:buSzTx/>
              <a:buFontTx/>
              <a:buNone/>
              <a:defRPr/>
            </a:pPr>
            <a:r>
              <a:rPr kumimoji="0" lang="en-GB" altLang="en-US" sz="1000" b="0" i="0" u="none" strike="noStrike" kern="1200" cap="none" spc="0" normalizeH="0" baseline="0" noProof="0">
                <a:ln>
                  <a:noFill/>
                </a:ln>
                <a:solidFill>
                  <a:schemeClr val="tx1"/>
                </a:solidFill>
                <a:effectLst/>
                <a:uLnTx/>
                <a:uFillTx/>
                <a:latin typeface="Courier New" panose="02070309020205020404" pitchFamily="49" charset="0"/>
                <a:ea typeface="+mn-ea"/>
                <a:cs typeface="+mn-cs"/>
              </a:rPr>
              <a:t>URLs (Courier New 10pt)</a:t>
            </a:r>
          </a:p>
          <a:p>
            <a:pPr marL="571500" marR="0" lvl="2" indent="-190500" algn="l" defTabSz="914400" rtl="0" eaLnBrk="0" fontAlgn="base" latinLnBrk="0" hangingPunct="0">
              <a:lnSpc>
                <a:spcPct val="100000"/>
              </a:lnSpc>
              <a:spcBef>
                <a:spcPct val="30000"/>
              </a:spcBef>
              <a:spcAft>
                <a:spcPct val="0"/>
              </a:spcAft>
              <a:buClr>
                <a:srgbClr val="640064"/>
              </a:buClr>
              <a:buSzPct val="75000"/>
              <a:buFont typeface="Wingdings" panose="05000000000000000000" pitchFamily="2" charset="2"/>
              <a:buChar char="l"/>
              <a:defRPr/>
            </a:pPr>
            <a:r>
              <a:rPr kumimoji="0" lang="en-GB" altLang="en-US" sz="1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Bullet - style</a:t>
            </a:r>
          </a:p>
        </p:txBody>
      </p:sp>
      <p:sp>
        <p:nvSpPr>
          <p:cNvPr id="4099" name="Rectangle 3"/>
          <p:cNvSpPr>
            <a:spLocks noGrp="1" noRot="1" noChangeAspect="1" noTextEdit="1"/>
          </p:cNvSpPr>
          <p:nvPr>
            <p:ph type="sldImg" idx="2"/>
          </p:nvPr>
        </p:nvSpPr>
        <p:spPr>
          <a:xfrm>
            <a:off x="882650" y="866775"/>
            <a:ext cx="5016500" cy="3473450"/>
          </a:xfrm>
          <a:prstGeom prst="rect">
            <a:avLst/>
          </a:prstGeom>
          <a:noFill/>
          <a:ln w="12700" cap="flat" cmpd="sng">
            <a:solidFill>
              <a:schemeClr val="tx1"/>
            </a:solidFill>
            <a:prstDash val="solid"/>
            <a:miter/>
            <a:headEnd type="none" w="med" len="med"/>
            <a:tailEnd type="none" w="med" len="med"/>
          </a:ln>
        </p:spPr>
      </p:sp>
      <p:sp>
        <p:nvSpPr>
          <p:cNvPr id="2052" name="Rectangle 4"/>
          <p:cNvSpPr>
            <a:spLocks noChangeArrowheads="1"/>
          </p:cNvSpPr>
          <p:nvPr/>
        </p:nvSpPr>
        <p:spPr bwMode="auto">
          <a:xfrm>
            <a:off x="2276475" y="411163"/>
            <a:ext cx="4006850" cy="457200"/>
          </a:xfrm>
          <a:prstGeom prst="rect">
            <a:avLst/>
          </a:prstGeom>
          <a:noFill/>
          <a:ln>
            <a:noFill/>
          </a:ln>
          <a:effectLst/>
        </p:spPr>
        <p:txBody>
          <a:bodyPr lIns="92342" tIns="46171" rIns="92342" bIns="46171">
            <a:spAutoFit/>
          </a:bodyPr>
          <a:lstStyle>
            <a:lvl1pPr defTabSz="916305">
              <a:defRPr sz="2400">
                <a:solidFill>
                  <a:schemeClr val="tx1"/>
                </a:solidFill>
                <a:latin typeface="Times New Roman" panose="02020603050405020304" pitchFamily="18" charset="0"/>
              </a:defRPr>
            </a:lvl1pPr>
            <a:lvl2pPr defTabSz="916305">
              <a:defRPr sz="2400">
                <a:solidFill>
                  <a:schemeClr val="tx1"/>
                </a:solidFill>
                <a:latin typeface="Times New Roman" panose="02020603050405020304" pitchFamily="18" charset="0"/>
              </a:defRPr>
            </a:lvl2pPr>
            <a:lvl3pPr marL="916305" defTabSz="916305">
              <a:defRPr sz="2400">
                <a:solidFill>
                  <a:schemeClr val="tx1"/>
                </a:solidFill>
                <a:latin typeface="Times New Roman" panose="02020603050405020304" pitchFamily="18" charset="0"/>
              </a:defRPr>
            </a:lvl3pPr>
            <a:lvl4pPr marL="1373505" defTabSz="916305">
              <a:defRPr sz="2400">
                <a:solidFill>
                  <a:schemeClr val="tx1"/>
                </a:solidFill>
                <a:latin typeface="Times New Roman" panose="02020603050405020304" pitchFamily="18" charset="0"/>
              </a:defRPr>
            </a:lvl4pPr>
            <a:lvl5pPr marL="1835150" defTabSz="916305">
              <a:defRPr sz="2400">
                <a:solidFill>
                  <a:schemeClr val="tx1"/>
                </a:solidFill>
                <a:latin typeface="Times New Roman" panose="02020603050405020304" pitchFamily="18" charset="0"/>
              </a:defRPr>
            </a:lvl5pPr>
            <a:lvl6pPr marL="2292350" defTabSz="916305" fontAlgn="base">
              <a:spcBef>
                <a:spcPct val="0"/>
              </a:spcBef>
              <a:spcAft>
                <a:spcPct val="0"/>
              </a:spcAft>
              <a:defRPr sz="2400">
                <a:solidFill>
                  <a:schemeClr val="tx1"/>
                </a:solidFill>
                <a:latin typeface="Times New Roman" panose="02020603050405020304" pitchFamily="18" charset="0"/>
              </a:defRPr>
            </a:lvl6pPr>
            <a:lvl7pPr marL="2749550" defTabSz="916305" fontAlgn="base">
              <a:spcBef>
                <a:spcPct val="0"/>
              </a:spcBef>
              <a:spcAft>
                <a:spcPct val="0"/>
              </a:spcAft>
              <a:defRPr sz="2400">
                <a:solidFill>
                  <a:schemeClr val="tx1"/>
                </a:solidFill>
                <a:latin typeface="Times New Roman" panose="02020603050405020304" pitchFamily="18" charset="0"/>
              </a:defRPr>
            </a:lvl7pPr>
            <a:lvl8pPr marL="3206750" defTabSz="916305" fontAlgn="base">
              <a:spcBef>
                <a:spcPct val="0"/>
              </a:spcBef>
              <a:spcAft>
                <a:spcPct val="0"/>
              </a:spcAft>
              <a:defRPr sz="2400">
                <a:solidFill>
                  <a:schemeClr val="tx1"/>
                </a:solidFill>
                <a:latin typeface="Times New Roman" panose="02020603050405020304" pitchFamily="18" charset="0"/>
              </a:defRPr>
            </a:lvl8pPr>
            <a:lvl9pPr marL="3663950" defTabSz="916305" fontAlgn="base">
              <a:spcBef>
                <a:spcPct val="0"/>
              </a:spcBef>
              <a:spcAft>
                <a:spcPct val="0"/>
              </a:spcAft>
              <a:defRPr sz="2400">
                <a:solidFill>
                  <a:schemeClr val="tx1"/>
                </a:solidFill>
                <a:latin typeface="Times New Roman" panose="02020603050405020304" pitchFamily="18" charset="0"/>
              </a:defRPr>
            </a:lvl9pPr>
          </a:lstStyle>
          <a:p>
            <a:pPr marL="0" marR="0" lvl="0" indent="0" algn="l" defTabSz="916305" rtl="0" eaLnBrk="0" fontAlgn="base" latinLnBrk="0" hangingPunct="0">
              <a:lnSpc>
                <a:spcPct val="100000"/>
              </a:lnSpc>
              <a:spcBef>
                <a:spcPct val="0"/>
              </a:spcBef>
              <a:spcAft>
                <a:spcPct val="0"/>
              </a:spcAft>
              <a:buClrTx/>
              <a:buSzTx/>
              <a:buFontTx/>
              <a:buNone/>
              <a:defRPr/>
            </a:pPr>
            <a:r>
              <a:rPr kumimoji="0" lang="en-GB" altLang="en-US" sz="2400" b="1" i="0" u="none" strike="noStrike" kern="1200" cap="none" spc="0" normalizeH="0" baseline="0" noProof="0">
                <a:ln>
                  <a:noFill/>
                </a:ln>
                <a:solidFill>
                  <a:schemeClr val="tx1"/>
                </a:solidFill>
                <a:effectLst/>
                <a:uLnTx/>
                <a:uFillTx/>
                <a:latin typeface="Arial" panose="020B0604020202020204" pitchFamily="34" charset="0"/>
                <a:ea typeface="+mn-ea"/>
                <a:cs typeface="+mn-cs"/>
              </a:rPr>
              <a:t>Introduction to JavaScript</a:t>
            </a:r>
          </a:p>
        </p:txBody>
      </p:sp>
      <p:pic>
        <p:nvPicPr>
          <p:cNvPr id="4101" name="Picture 5"/>
          <p:cNvPicPr/>
          <p:nvPr/>
        </p:nvPicPr>
        <p:blipFill>
          <a:blip r:embed="rId2"/>
          <a:stretch>
            <a:fillRect/>
          </a:stretch>
        </p:blipFill>
        <p:spPr>
          <a:xfrm>
            <a:off x="782638" y="268288"/>
            <a:ext cx="1406525" cy="468312"/>
          </a:xfrm>
          <a:prstGeom prst="rect">
            <a:avLst/>
          </a:prstGeom>
          <a:noFill/>
          <a:ln w="9525">
            <a:noFill/>
          </a:ln>
        </p:spPr>
      </p:pic>
      <p:sp>
        <p:nvSpPr>
          <p:cNvPr id="2054" name="Rectangle 6"/>
          <p:cNvSpPr>
            <a:spLocks noChangeArrowheads="1"/>
          </p:cNvSpPr>
          <p:nvPr/>
        </p:nvSpPr>
        <p:spPr bwMode="auto">
          <a:xfrm>
            <a:off x="3314700" y="9417050"/>
            <a:ext cx="227013" cy="230188"/>
          </a:xfrm>
          <a:prstGeom prst="rect">
            <a:avLst/>
          </a:prstGeom>
          <a:noFill/>
          <a:ln>
            <a:noFill/>
          </a:ln>
          <a:effectLst/>
        </p:spPr>
        <p:txBody>
          <a:bodyPr lIns="19106" tIns="0" rIns="19106" bIns="0" anchor="b"/>
          <a:lstStyle/>
          <a:p>
            <a:pPr lvl="0" algn="ctr" defTabSz="916305">
              <a:buNone/>
            </a:pPr>
            <a:fld id="{9A0DB2DC-4C9A-4742-B13C-FB6460FD3503}" type="slidenum">
              <a:rPr lang="en-GB" altLang="en-US" sz="1000" dirty="0"/>
              <a:pPr lvl="0" algn="ctr" defTabSz="916305">
                <a:buNone/>
              </a:pPr>
              <a:t>‹#›</a:t>
            </a:fld>
            <a:endParaRPr lang="en-GB" altLang="en-US" sz="1000" dirty="0"/>
          </a:p>
        </p:txBody>
      </p:sp>
      <p:sp>
        <p:nvSpPr>
          <p:cNvPr id="2055" name="Rectangle 7"/>
          <p:cNvSpPr>
            <a:spLocks noChangeArrowheads="1"/>
          </p:cNvSpPr>
          <p:nvPr/>
        </p:nvSpPr>
        <p:spPr bwMode="auto">
          <a:xfrm>
            <a:off x="4221163" y="9417050"/>
            <a:ext cx="2290763" cy="396875"/>
          </a:xfrm>
          <a:prstGeom prst="rect">
            <a:avLst/>
          </a:prstGeom>
          <a:noFill/>
          <a:ln>
            <a:noFill/>
          </a:ln>
          <a:effectLst/>
        </p:spPr>
        <p:txBody>
          <a:bodyPr lIns="92342" tIns="46171" rIns="92342" bIns="46171">
            <a:spAutoFit/>
          </a:bodyPr>
          <a:lstStyle>
            <a:lvl1pPr defTabSz="916305">
              <a:defRPr sz="2400">
                <a:solidFill>
                  <a:schemeClr val="tx1"/>
                </a:solidFill>
                <a:latin typeface="Times New Roman" panose="02020603050405020304" pitchFamily="18" charset="0"/>
              </a:defRPr>
            </a:lvl1pPr>
            <a:lvl2pPr defTabSz="916305">
              <a:defRPr sz="2400">
                <a:solidFill>
                  <a:schemeClr val="tx1"/>
                </a:solidFill>
                <a:latin typeface="Times New Roman" panose="02020603050405020304" pitchFamily="18" charset="0"/>
              </a:defRPr>
            </a:lvl2pPr>
            <a:lvl3pPr marL="916305" defTabSz="916305">
              <a:defRPr sz="2400">
                <a:solidFill>
                  <a:schemeClr val="tx1"/>
                </a:solidFill>
                <a:latin typeface="Times New Roman" panose="02020603050405020304" pitchFamily="18" charset="0"/>
              </a:defRPr>
            </a:lvl3pPr>
            <a:lvl4pPr marL="1373505" defTabSz="916305">
              <a:defRPr sz="2400">
                <a:solidFill>
                  <a:schemeClr val="tx1"/>
                </a:solidFill>
                <a:latin typeface="Times New Roman" panose="02020603050405020304" pitchFamily="18" charset="0"/>
              </a:defRPr>
            </a:lvl4pPr>
            <a:lvl5pPr marL="1835150" defTabSz="916305">
              <a:defRPr sz="2400">
                <a:solidFill>
                  <a:schemeClr val="tx1"/>
                </a:solidFill>
                <a:latin typeface="Times New Roman" panose="02020603050405020304" pitchFamily="18" charset="0"/>
              </a:defRPr>
            </a:lvl5pPr>
            <a:lvl6pPr marL="2292350" defTabSz="916305" fontAlgn="base">
              <a:spcBef>
                <a:spcPct val="0"/>
              </a:spcBef>
              <a:spcAft>
                <a:spcPct val="0"/>
              </a:spcAft>
              <a:defRPr sz="2400">
                <a:solidFill>
                  <a:schemeClr val="tx1"/>
                </a:solidFill>
                <a:latin typeface="Times New Roman" panose="02020603050405020304" pitchFamily="18" charset="0"/>
              </a:defRPr>
            </a:lvl6pPr>
            <a:lvl7pPr marL="2749550" defTabSz="916305" fontAlgn="base">
              <a:spcBef>
                <a:spcPct val="0"/>
              </a:spcBef>
              <a:spcAft>
                <a:spcPct val="0"/>
              </a:spcAft>
              <a:defRPr sz="2400">
                <a:solidFill>
                  <a:schemeClr val="tx1"/>
                </a:solidFill>
                <a:latin typeface="Times New Roman" panose="02020603050405020304" pitchFamily="18" charset="0"/>
              </a:defRPr>
            </a:lvl7pPr>
            <a:lvl8pPr marL="3206750" defTabSz="916305" fontAlgn="base">
              <a:spcBef>
                <a:spcPct val="0"/>
              </a:spcBef>
              <a:spcAft>
                <a:spcPct val="0"/>
              </a:spcAft>
              <a:defRPr sz="2400">
                <a:solidFill>
                  <a:schemeClr val="tx1"/>
                </a:solidFill>
                <a:latin typeface="Times New Roman" panose="02020603050405020304" pitchFamily="18" charset="0"/>
              </a:defRPr>
            </a:lvl8pPr>
            <a:lvl9pPr marL="3663950" defTabSz="916305" fontAlgn="base">
              <a:spcBef>
                <a:spcPct val="0"/>
              </a:spcBef>
              <a:spcAft>
                <a:spcPct val="0"/>
              </a:spcAft>
              <a:defRPr sz="2400">
                <a:solidFill>
                  <a:schemeClr val="tx1"/>
                </a:solidFill>
                <a:latin typeface="Times New Roman" panose="02020603050405020304" pitchFamily="18" charset="0"/>
              </a:defRPr>
            </a:lvl9pPr>
          </a:lstStyle>
          <a:p>
            <a:pPr marL="0" marR="0" lvl="0" indent="0" algn="l" defTabSz="916305" rtl="0" eaLnBrk="0" fontAlgn="base" latinLnBrk="0" hangingPunct="0">
              <a:lnSpc>
                <a:spcPct val="100000"/>
              </a:lnSpc>
              <a:spcBef>
                <a:spcPct val="0"/>
              </a:spcBef>
              <a:spcAft>
                <a:spcPct val="0"/>
              </a:spcAft>
              <a:buClrTx/>
              <a:buSzTx/>
              <a:buFontTx/>
              <a:buNone/>
              <a:defRPr/>
            </a:pPr>
            <a:r>
              <a:rPr kumimoji="0" lang="en-GB" alt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rPr>
              <a:t>Netskills is a trademark of Netskills, University of Newcastle</a:t>
            </a:r>
          </a:p>
        </p:txBody>
      </p:sp>
      <p:sp>
        <p:nvSpPr>
          <p:cNvPr id="2056" name="Rectangle 8"/>
          <p:cNvSpPr>
            <a:spLocks noChangeArrowheads="1"/>
          </p:cNvSpPr>
          <p:nvPr/>
        </p:nvSpPr>
        <p:spPr bwMode="auto">
          <a:xfrm>
            <a:off x="666750" y="9375775"/>
            <a:ext cx="2181225" cy="396875"/>
          </a:xfrm>
          <a:prstGeom prst="rect">
            <a:avLst/>
          </a:prstGeom>
          <a:noFill/>
          <a:ln>
            <a:noFill/>
          </a:ln>
          <a:effectLst/>
        </p:spPr>
        <p:txBody>
          <a:bodyPr wrap="none" lIns="92342" tIns="46171" rIns="92342" bIns="46171">
            <a:spAutoFit/>
          </a:bodyPr>
          <a:lstStyle>
            <a:lvl1pPr defTabSz="916305">
              <a:defRPr sz="2400">
                <a:solidFill>
                  <a:schemeClr val="tx1"/>
                </a:solidFill>
                <a:latin typeface="Times New Roman" panose="02020603050405020304" pitchFamily="18" charset="0"/>
              </a:defRPr>
            </a:lvl1pPr>
            <a:lvl2pPr defTabSz="916305">
              <a:defRPr sz="2400">
                <a:solidFill>
                  <a:schemeClr val="tx1"/>
                </a:solidFill>
                <a:latin typeface="Times New Roman" panose="02020603050405020304" pitchFamily="18" charset="0"/>
              </a:defRPr>
            </a:lvl2pPr>
            <a:lvl3pPr marL="916305" defTabSz="916305">
              <a:defRPr sz="2400">
                <a:solidFill>
                  <a:schemeClr val="tx1"/>
                </a:solidFill>
                <a:latin typeface="Times New Roman" panose="02020603050405020304" pitchFamily="18" charset="0"/>
              </a:defRPr>
            </a:lvl3pPr>
            <a:lvl4pPr marL="1373505" defTabSz="916305">
              <a:defRPr sz="2400">
                <a:solidFill>
                  <a:schemeClr val="tx1"/>
                </a:solidFill>
                <a:latin typeface="Times New Roman" panose="02020603050405020304" pitchFamily="18" charset="0"/>
              </a:defRPr>
            </a:lvl4pPr>
            <a:lvl5pPr marL="1835150" defTabSz="916305">
              <a:defRPr sz="2400">
                <a:solidFill>
                  <a:schemeClr val="tx1"/>
                </a:solidFill>
                <a:latin typeface="Times New Roman" panose="02020603050405020304" pitchFamily="18" charset="0"/>
              </a:defRPr>
            </a:lvl5pPr>
            <a:lvl6pPr marL="2292350" defTabSz="916305" fontAlgn="base">
              <a:spcBef>
                <a:spcPct val="0"/>
              </a:spcBef>
              <a:spcAft>
                <a:spcPct val="0"/>
              </a:spcAft>
              <a:defRPr sz="2400">
                <a:solidFill>
                  <a:schemeClr val="tx1"/>
                </a:solidFill>
                <a:latin typeface="Times New Roman" panose="02020603050405020304" pitchFamily="18" charset="0"/>
              </a:defRPr>
            </a:lvl6pPr>
            <a:lvl7pPr marL="2749550" defTabSz="916305" fontAlgn="base">
              <a:spcBef>
                <a:spcPct val="0"/>
              </a:spcBef>
              <a:spcAft>
                <a:spcPct val="0"/>
              </a:spcAft>
              <a:defRPr sz="2400">
                <a:solidFill>
                  <a:schemeClr val="tx1"/>
                </a:solidFill>
                <a:latin typeface="Times New Roman" panose="02020603050405020304" pitchFamily="18" charset="0"/>
              </a:defRPr>
            </a:lvl7pPr>
            <a:lvl8pPr marL="3206750" defTabSz="916305" fontAlgn="base">
              <a:spcBef>
                <a:spcPct val="0"/>
              </a:spcBef>
              <a:spcAft>
                <a:spcPct val="0"/>
              </a:spcAft>
              <a:defRPr sz="2400">
                <a:solidFill>
                  <a:schemeClr val="tx1"/>
                </a:solidFill>
                <a:latin typeface="Times New Roman" panose="02020603050405020304" pitchFamily="18" charset="0"/>
              </a:defRPr>
            </a:lvl8pPr>
            <a:lvl9pPr marL="3663950" defTabSz="916305" fontAlgn="base">
              <a:spcBef>
                <a:spcPct val="0"/>
              </a:spcBef>
              <a:spcAft>
                <a:spcPct val="0"/>
              </a:spcAft>
              <a:defRPr sz="2400">
                <a:solidFill>
                  <a:schemeClr val="tx1"/>
                </a:solidFill>
                <a:latin typeface="Times New Roman" panose="02020603050405020304" pitchFamily="18" charset="0"/>
              </a:defRPr>
            </a:lvl9pPr>
          </a:lstStyle>
          <a:p>
            <a:pPr marL="0" marR="0" lvl="0" indent="0" algn="l" defTabSz="916305" rtl="0" eaLnBrk="0" fontAlgn="base" latinLnBrk="0" hangingPunct="0">
              <a:lnSpc>
                <a:spcPct val="100000"/>
              </a:lnSpc>
              <a:spcBef>
                <a:spcPct val="0"/>
              </a:spcBef>
              <a:spcAft>
                <a:spcPct val="0"/>
              </a:spcAft>
              <a:buClrTx/>
              <a:buSzTx/>
              <a:buFontTx/>
              <a:buNone/>
              <a:defRPr/>
            </a:pPr>
            <a:r>
              <a:rPr kumimoji="0" lang="en-GB" alt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rPr>
              <a:t>©Netskills, Quality Internet Training</a:t>
            </a:r>
          </a:p>
          <a:p>
            <a:pPr marL="0" marR="0" lvl="0" indent="0" algn="l" defTabSz="916305" rtl="0" eaLnBrk="0" fontAlgn="base" latinLnBrk="0" hangingPunct="0">
              <a:lnSpc>
                <a:spcPct val="100000"/>
              </a:lnSpc>
              <a:spcBef>
                <a:spcPct val="0"/>
              </a:spcBef>
              <a:spcAft>
                <a:spcPct val="0"/>
              </a:spcAft>
              <a:buClrTx/>
              <a:buSzTx/>
              <a:buFontTx/>
              <a:buNone/>
              <a:defRPr/>
            </a:pPr>
            <a:r>
              <a:rPr kumimoji="0" lang="en-GB" alt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rPr>
              <a:t>University of Newcastle</a:t>
            </a:r>
          </a:p>
        </p:txBody>
      </p:sp>
      <p:sp>
        <p:nvSpPr>
          <p:cNvPr id="2057" name="Rectangle 9"/>
          <p:cNvSpPr>
            <a:spLocks noGrp="1" noChangeArrowheads="1"/>
          </p:cNvSpPr>
          <p:nvPr>
            <p:ph type="dt" idx="1"/>
          </p:nvPr>
        </p:nvSpPr>
        <p:spPr bwMode="auto">
          <a:xfrm>
            <a:off x="3851275" y="0"/>
            <a:ext cx="2911475" cy="457200"/>
          </a:xfrm>
          <a:prstGeom prst="rect">
            <a:avLst/>
          </a:prstGeom>
          <a:noFill/>
          <a:ln>
            <a:noFill/>
          </a:ln>
          <a:effectLst/>
        </p:spPr>
        <p:txBody>
          <a:bodyPr vert="horz" wrap="square" lIns="19106" tIns="0" rIns="19106" bIns="0" numCol="1" anchor="t" anchorCtr="0" compatLnSpc="1"/>
          <a:lstStyle>
            <a:lvl1pPr algn="r" defTabSz="916305">
              <a:defRPr sz="1000" i="1"/>
            </a:lvl1pPr>
          </a:lstStyle>
          <a:p>
            <a:pPr marL="0" marR="0" lvl="0" indent="0" algn="r" defTabSz="916305" rtl="0" eaLnBrk="0" fontAlgn="base" latinLnBrk="0" hangingPunct="0">
              <a:lnSpc>
                <a:spcPct val="100000"/>
              </a:lnSpc>
              <a:spcBef>
                <a:spcPct val="0"/>
              </a:spcBef>
              <a:spcAft>
                <a:spcPct val="0"/>
              </a:spcAft>
              <a:buClrTx/>
              <a:buSzTx/>
              <a:buFontTx/>
              <a:buNone/>
              <a:defRPr/>
            </a:pPr>
            <a:endParaRPr kumimoji="0" lang="en-GB" altLang="en-US" sz="1000" b="0" i="1"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058" name="Rectangle 10"/>
          <p:cNvSpPr>
            <a:spLocks noGrp="1" noChangeArrowheads="1"/>
          </p:cNvSpPr>
          <p:nvPr>
            <p:ph type="sldNum" sz="quarter" idx="5"/>
          </p:nvPr>
        </p:nvSpPr>
        <p:spPr bwMode="auto">
          <a:xfrm>
            <a:off x="3851275" y="9385300"/>
            <a:ext cx="2911475" cy="533400"/>
          </a:xfrm>
          <a:prstGeom prst="rect">
            <a:avLst/>
          </a:prstGeom>
          <a:noFill/>
          <a:ln>
            <a:noFill/>
          </a:ln>
          <a:effectLst/>
        </p:spPr>
        <p:txBody>
          <a:bodyPr vert="horz" wrap="square" lIns="19106" tIns="0" rIns="19106" bIns="0" numCol="1" anchor="b" anchorCtr="0" compatLnSpc="1"/>
          <a:lstStyle>
            <a:lvl1pPr algn="r" defTabSz="916305">
              <a:defRPr sz="1000" i="1"/>
            </a:lvl1pPr>
          </a:lstStyle>
          <a:p>
            <a:pPr marL="0" marR="0" lvl="0" indent="0" algn="r" defTabSz="916305" rtl="0" eaLnBrk="0" fontAlgn="base" latinLnBrk="0" hangingPunct="0">
              <a:lnSpc>
                <a:spcPct val="100000"/>
              </a:lnSpc>
              <a:spcBef>
                <a:spcPct val="0"/>
              </a:spcBef>
              <a:spcAft>
                <a:spcPct val="0"/>
              </a:spcAft>
              <a:buClrTx/>
              <a:buSzTx/>
              <a:buFontTx/>
              <a:buNone/>
              <a:defRPr/>
            </a:pPr>
            <a:endParaRPr kumimoji="0" lang="en-US" altLang="en-US" sz="1000" b="0" i="1"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059" name="Rectangle 11"/>
          <p:cNvSpPr>
            <a:spLocks noGrp="1" noChangeArrowheads="1"/>
          </p:cNvSpPr>
          <p:nvPr>
            <p:ph type="ftr" sz="quarter" idx="4"/>
          </p:nvPr>
        </p:nvSpPr>
        <p:spPr bwMode="auto">
          <a:xfrm>
            <a:off x="19050" y="9385300"/>
            <a:ext cx="2911475" cy="533400"/>
          </a:xfrm>
          <a:prstGeom prst="rect">
            <a:avLst/>
          </a:prstGeom>
          <a:noFill/>
          <a:ln>
            <a:noFill/>
          </a:ln>
          <a:effectLst/>
        </p:spPr>
        <p:txBody>
          <a:bodyPr vert="horz" wrap="square" lIns="19106" tIns="0" rIns="19106" bIns="0" numCol="1" anchor="b" anchorCtr="0" compatLnSpc="1"/>
          <a:lstStyle>
            <a:lvl1pPr defTabSz="916305">
              <a:defRPr sz="1000" i="1"/>
            </a:lvl1pPr>
          </a:lstStyle>
          <a:p>
            <a:pPr marL="0" marR="0" lvl="0" indent="0" algn="l" defTabSz="916305" rtl="0" eaLnBrk="0" fontAlgn="base" latinLnBrk="0" hangingPunct="0">
              <a:lnSpc>
                <a:spcPct val="100000"/>
              </a:lnSpc>
              <a:spcBef>
                <a:spcPct val="0"/>
              </a:spcBef>
              <a:spcAft>
                <a:spcPct val="0"/>
              </a:spcAft>
              <a:buClrTx/>
              <a:buSzTx/>
              <a:buFontTx/>
              <a:buNone/>
              <a:defRPr/>
            </a:pPr>
            <a:endParaRPr kumimoji="0" lang="en-GB" altLang="en-US" sz="1000" b="0" i="1"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060" name="Rectangle 12"/>
          <p:cNvSpPr>
            <a:spLocks noGrp="1" noChangeArrowheads="1"/>
          </p:cNvSpPr>
          <p:nvPr>
            <p:ph type="hdr" sz="quarter"/>
          </p:nvPr>
        </p:nvSpPr>
        <p:spPr bwMode="auto">
          <a:xfrm>
            <a:off x="19050" y="0"/>
            <a:ext cx="2911475" cy="457200"/>
          </a:xfrm>
          <a:prstGeom prst="rect">
            <a:avLst/>
          </a:prstGeom>
          <a:noFill/>
          <a:ln>
            <a:noFill/>
          </a:ln>
          <a:effectLst/>
        </p:spPr>
        <p:txBody>
          <a:bodyPr vert="horz" wrap="square" lIns="19106" tIns="0" rIns="19106" bIns="0" numCol="1" anchor="t" anchorCtr="0" compatLnSpc="1"/>
          <a:lstStyle>
            <a:lvl1pPr defTabSz="916305">
              <a:defRPr sz="1000" i="1"/>
            </a:lvl1pPr>
          </a:lstStyle>
          <a:p>
            <a:pPr marL="0" marR="0" lvl="0" indent="0" algn="l" defTabSz="916305" rtl="0" eaLnBrk="0" fontAlgn="base" latinLnBrk="0" hangingPunct="0">
              <a:lnSpc>
                <a:spcPct val="100000"/>
              </a:lnSpc>
              <a:spcBef>
                <a:spcPct val="0"/>
              </a:spcBef>
              <a:spcAft>
                <a:spcPct val="0"/>
              </a:spcAft>
              <a:buClrTx/>
              <a:buSzTx/>
              <a:buFontTx/>
              <a:buNone/>
              <a:defRPr/>
            </a:pPr>
            <a:endParaRPr kumimoji="0" lang="en-GB" altLang="en-US" sz="1000" b="0" i="1"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000" kern="1200">
        <a:solidFill>
          <a:schemeClr val="tx1"/>
        </a:solidFill>
        <a:latin typeface="Times New Roman" panose="02020603050405020304" pitchFamily="18" charset="0"/>
        <a:ea typeface="+mn-ea"/>
        <a:cs typeface="+mn-cs"/>
      </a:defRPr>
    </a:lvl1pPr>
    <a:lvl2pPr marL="190500" algn="l" rtl="0" eaLnBrk="0" fontAlgn="base" hangingPunct="0">
      <a:spcBef>
        <a:spcPct val="30000"/>
      </a:spcBef>
      <a:spcAft>
        <a:spcPct val="0"/>
      </a:spcAft>
      <a:defRPr sz="1000" kern="1200">
        <a:solidFill>
          <a:schemeClr val="tx1"/>
        </a:solidFill>
        <a:latin typeface="Courier New" panose="02070309020205020404" pitchFamily="49" charset="0"/>
        <a:ea typeface="+mn-ea"/>
        <a:cs typeface="+mn-cs"/>
      </a:defRPr>
    </a:lvl2pPr>
    <a:lvl3pPr marL="571500" indent="-190500" algn="l" rtl="0" eaLnBrk="0" fontAlgn="base" hangingPunct="0">
      <a:spcBef>
        <a:spcPct val="30000"/>
      </a:spcBef>
      <a:spcAft>
        <a:spcPct val="0"/>
      </a:spcAft>
      <a:buClr>
        <a:srgbClr val="640064"/>
      </a:buClr>
      <a:buSzPct val="75000"/>
      <a:buFont typeface="Wingdings" panose="05000000000000000000" pitchFamily="2" charset="2"/>
      <a:buChar char="l"/>
      <a:defRPr sz="10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30000"/>
      </a:spcBef>
      <a:spcAft>
        <a:spcPct val="0"/>
      </a:spcAft>
      <a:defRPr sz="1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30000"/>
      </a:spcBef>
      <a:spcAft>
        <a:spcPct val="0"/>
      </a:spcAft>
      <a:defRPr sz="10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Grp="1" noRot="1" noChangeAspect="1" noTextEdit="1"/>
          </p:cNvSpPr>
          <p:nvPr>
            <p:ph type="sldImg"/>
          </p:nvPr>
        </p:nvSpPr>
        <p:spPr/>
      </p:sp>
      <p:sp>
        <p:nvSpPr>
          <p:cNvPr id="7171" name="Rectangle 5"/>
          <p:cNvSpPr>
            <a:spLocks noGrp="1"/>
          </p:cNvSpPr>
          <p:nvPr>
            <p:ph type="body" idx="1"/>
          </p:nvPr>
        </p:nvSpPr>
        <p:spPr>
          <a:xfrm>
            <a:off x="901700" y="4713288"/>
            <a:ext cx="4978400" cy="4176712"/>
          </a:xfrm>
        </p:spPr>
        <p:txBody>
          <a:bodyPr wrap="square" lIns="92342" tIns="46171" rIns="92342" bIns="46171" anchor="t" anchorCtr="0"/>
          <a:lstStyle/>
          <a:p>
            <a:pPr lvl="0"/>
            <a:endParaRPr lang="en-GB"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6"/>
          <p:cNvSpPr txBox="1">
            <a:spLocks noGrp="1"/>
          </p:cNvSpPr>
          <p:nvPr>
            <p:ph type="sldNum" sz="quarter"/>
          </p:nvPr>
        </p:nvSpPr>
        <p:spPr>
          <a:xfrm>
            <a:off x="3851275" y="9385300"/>
            <a:ext cx="2911475" cy="533400"/>
          </a:xfrm>
          <a:prstGeom prst="rect">
            <a:avLst/>
          </a:prstGeom>
          <a:noFill/>
          <a:ln w="9525">
            <a:noFill/>
          </a:ln>
        </p:spPr>
        <p:txBody>
          <a:bodyPr lIns="19106" tIns="0" rIns="19106" bIns="0" anchor="b" anchorCtr="0"/>
          <a:lstStyle/>
          <a:p>
            <a:pPr lvl="0" algn="r" defTabSz="916305" eaLnBrk="1">
              <a:spcBef>
                <a:spcPct val="0"/>
              </a:spcBef>
              <a:tabLst>
                <a:tab pos="723900" algn="l"/>
                <a:tab pos="1447800" algn="l"/>
                <a:tab pos="2171700" algn="l"/>
                <a:tab pos="2895600" algn="l"/>
              </a:tabLst>
            </a:pPr>
            <a:fld id="{9A0DB2DC-4C9A-4742-B13C-FB6460FD3503}" type="slidenum">
              <a:rPr lang="en-GB" altLang="en-US" i="1" dirty="0">
                <a:solidFill>
                  <a:srgbClr val="000000"/>
                </a:solidFill>
                <a:ea typeface="Arial Unicode MS"/>
              </a:rPr>
              <a:pPr lvl="0" algn="r" defTabSz="916305" eaLnBrk="1">
                <a:spcBef>
                  <a:spcPct val="0"/>
                </a:spcBef>
                <a:tabLst>
                  <a:tab pos="723900" algn="l"/>
                  <a:tab pos="1447800" algn="l"/>
                  <a:tab pos="2171700" algn="l"/>
                  <a:tab pos="2895600" algn="l"/>
                </a:tabLst>
              </a:pPr>
              <a:t>2</a:t>
            </a:fld>
            <a:endParaRPr lang="en-GB" altLang="en-US" i="1" dirty="0">
              <a:solidFill>
                <a:srgbClr val="000000"/>
              </a:solidFill>
              <a:ea typeface="Arial Unicode MS"/>
            </a:endParaRPr>
          </a:p>
        </p:txBody>
      </p:sp>
      <p:sp>
        <p:nvSpPr>
          <p:cNvPr id="9219" name="Rectangle 1"/>
          <p:cNvSpPr>
            <a:spLocks noGrp="1" noRot="1" noChangeAspect="1" noTextEdit="1"/>
          </p:cNvSpPr>
          <p:nvPr>
            <p:ph type="sldImg"/>
          </p:nvPr>
        </p:nvSpPr>
        <p:spPr>
          <a:xfrm>
            <a:off x="1162050" y="763588"/>
            <a:ext cx="5448300" cy="3771900"/>
          </a:xfrm>
          <a:solidFill>
            <a:srgbClr val="FFFFFF">
              <a:alpha val="100000"/>
            </a:srgbClr>
          </a:solidFill>
        </p:spPr>
      </p:sp>
      <p:sp>
        <p:nvSpPr>
          <p:cNvPr id="9220" name="Rectangle 2"/>
          <p:cNvSpPr>
            <a:spLocks noGrp="1"/>
          </p:cNvSpPr>
          <p:nvPr>
            <p:ph type="body" idx="1"/>
          </p:nvPr>
        </p:nvSpPr>
        <p:spPr>
          <a:xfrm>
            <a:off x="777875" y="4776788"/>
            <a:ext cx="6218238" cy="4437062"/>
          </a:xfrm>
        </p:spPr>
        <p:txBody>
          <a:bodyPr wrap="none" lIns="92342" tIns="46171" rIns="92342" bIns="46171" anchor="ctr" anchorCtr="0"/>
          <a:lstStyle/>
          <a:p>
            <a:pPr lvl="0"/>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6" name="Rectangle 6"/>
          <p:cNvSpPr txBox="1">
            <a:spLocks noGrp="1"/>
          </p:cNvSpPr>
          <p:nvPr>
            <p:ph type="sldNum" sz="quarter"/>
          </p:nvPr>
        </p:nvSpPr>
        <p:spPr>
          <a:xfrm>
            <a:off x="3851275" y="9385300"/>
            <a:ext cx="2911475" cy="533400"/>
          </a:xfrm>
          <a:prstGeom prst="rect">
            <a:avLst/>
          </a:prstGeom>
          <a:noFill/>
          <a:ln w="9525">
            <a:noFill/>
          </a:ln>
        </p:spPr>
        <p:txBody>
          <a:bodyPr lIns="19106" tIns="0" rIns="19106" bIns="0" anchor="b" anchorCtr="0"/>
          <a:lstStyle/>
          <a:p>
            <a:pPr lvl="0" algn="r" defTabSz="916305" eaLnBrk="1">
              <a:spcBef>
                <a:spcPct val="0"/>
              </a:spcBef>
              <a:tabLst>
                <a:tab pos="723900" algn="l"/>
                <a:tab pos="1447800" algn="l"/>
                <a:tab pos="2171700" algn="l"/>
                <a:tab pos="2895600" algn="l"/>
              </a:tabLst>
            </a:pPr>
            <a:fld id="{9A0DB2DC-4C9A-4742-B13C-FB6460FD3503}" type="slidenum">
              <a:rPr lang="en-GB" altLang="en-US" i="1" dirty="0">
                <a:solidFill>
                  <a:srgbClr val="000000"/>
                </a:solidFill>
                <a:ea typeface="Arial Unicode MS"/>
              </a:rPr>
              <a:pPr lvl="0" algn="r" defTabSz="916305" eaLnBrk="1">
                <a:spcBef>
                  <a:spcPct val="0"/>
                </a:spcBef>
                <a:tabLst>
                  <a:tab pos="723900" algn="l"/>
                  <a:tab pos="1447800" algn="l"/>
                  <a:tab pos="2171700" algn="l"/>
                  <a:tab pos="2895600" algn="l"/>
                </a:tabLst>
              </a:pPr>
              <a:t>3</a:t>
            </a:fld>
            <a:endParaRPr lang="en-GB" altLang="en-US" i="1" dirty="0">
              <a:solidFill>
                <a:srgbClr val="000000"/>
              </a:solidFill>
              <a:ea typeface="Arial Unicode MS"/>
            </a:endParaRPr>
          </a:p>
        </p:txBody>
      </p:sp>
      <p:sp>
        <p:nvSpPr>
          <p:cNvPr id="11267" name="Rectangle 1"/>
          <p:cNvSpPr>
            <a:spLocks noGrp="1" noRot="1" noChangeAspect="1" noTextEdit="1"/>
          </p:cNvSpPr>
          <p:nvPr>
            <p:ph type="sldImg"/>
          </p:nvPr>
        </p:nvSpPr>
        <p:spPr>
          <a:xfrm>
            <a:off x="1162050" y="763588"/>
            <a:ext cx="5448300" cy="3771900"/>
          </a:xfrm>
          <a:solidFill>
            <a:srgbClr val="FFFFFF">
              <a:alpha val="100000"/>
            </a:srgbClr>
          </a:solidFill>
        </p:spPr>
      </p:sp>
      <p:sp>
        <p:nvSpPr>
          <p:cNvPr id="11268" name="Rectangle 2"/>
          <p:cNvSpPr>
            <a:spLocks noGrp="1"/>
          </p:cNvSpPr>
          <p:nvPr>
            <p:ph type="body" idx="1"/>
          </p:nvPr>
        </p:nvSpPr>
        <p:spPr>
          <a:xfrm>
            <a:off x="777875" y="4776788"/>
            <a:ext cx="6218238" cy="4437062"/>
          </a:xfrm>
        </p:spPr>
        <p:txBody>
          <a:bodyPr wrap="none" lIns="92342" tIns="46171" rIns="92342" bIns="46171" anchor="ctr" anchorCtr="0"/>
          <a:lstStyle/>
          <a:p>
            <a:pPr lvl="0"/>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6"/>
          <p:cNvSpPr txBox="1">
            <a:spLocks noGrp="1"/>
          </p:cNvSpPr>
          <p:nvPr>
            <p:ph type="sldNum" sz="quarter"/>
          </p:nvPr>
        </p:nvSpPr>
        <p:spPr>
          <a:xfrm>
            <a:off x="3851275" y="9385300"/>
            <a:ext cx="2911475" cy="533400"/>
          </a:xfrm>
          <a:prstGeom prst="rect">
            <a:avLst/>
          </a:prstGeom>
          <a:noFill/>
          <a:ln w="9525">
            <a:noFill/>
          </a:ln>
        </p:spPr>
        <p:txBody>
          <a:bodyPr lIns="19106" tIns="0" rIns="19106" bIns="0" anchor="b" anchorCtr="0"/>
          <a:lstStyle/>
          <a:p>
            <a:pPr lvl="0" algn="r" defTabSz="916305" eaLnBrk="1">
              <a:spcBef>
                <a:spcPct val="0"/>
              </a:spcBef>
              <a:tabLst>
                <a:tab pos="723900" algn="l"/>
                <a:tab pos="1447800" algn="l"/>
                <a:tab pos="2171700" algn="l"/>
                <a:tab pos="2895600" algn="l"/>
              </a:tabLst>
            </a:pPr>
            <a:fld id="{9A0DB2DC-4C9A-4742-B13C-FB6460FD3503}" type="slidenum">
              <a:rPr lang="en-GB" altLang="en-US" i="1" dirty="0">
                <a:solidFill>
                  <a:srgbClr val="000000"/>
                </a:solidFill>
                <a:ea typeface="Arial Unicode MS"/>
              </a:rPr>
              <a:pPr lvl="0" algn="r" defTabSz="916305" eaLnBrk="1">
                <a:spcBef>
                  <a:spcPct val="0"/>
                </a:spcBef>
                <a:tabLst>
                  <a:tab pos="723900" algn="l"/>
                  <a:tab pos="1447800" algn="l"/>
                  <a:tab pos="2171700" algn="l"/>
                  <a:tab pos="2895600" algn="l"/>
                </a:tabLst>
              </a:pPr>
              <a:t>4</a:t>
            </a:fld>
            <a:endParaRPr lang="en-GB" altLang="en-US" i="1" dirty="0">
              <a:solidFill>
                <a:srgbClr val="000000"/>
              </a:solidFill>
              <a:ea typeface="Arial Unicode MS"/>
            </a:endParaRPr>
          </a:p>
        </p:txBody>
      </p:sp>
      <p:sp>
        <p:nvSpPr>
          <p:cNvPr id="13315" name="Rectangle 1"/>
          <p:cNvSpPr>
            <a:spLocks noGrp="1" noRot="1" noChangeAspect="1" noTextEdit="1"/>
          </p:cNvSpPr>
          <p:nvPr>
            <p:ph type="sldImg"/>
          </p:nvPr>
        </p:nvSpPr>
        <p:spPr>
          <a:xfrm>
            <a:off x="1162050" y="763588"/>
            <a:ext cx="5448300" cy="3771900"/>
          </a:xfrm>
          <a:solidFill>
            <a:srgbClr val="FFFFFF">
              <a:alpha val="100000"/>
            </a:srgbClr>
          </a:solidFill>
        </p:spPr>
      </p:sp>
      <p:sp>
        <p:nvSpPr>
          <p:cNvPr id="13316" name="Rectangle 2"/>
          <p:cNvSpPr>
            <a:spLocks noGrp="1"/>
          </p:cNvSpPr>
          <p:nvPr>
            <p:ph type="body" idx="1"/>
          </p:nvPr>
        </p:nvSpPr>
        <p:spPr>
          <a:xfrm>
            <a:off x="777875" y="4776788"/>
            <a:ext cx="6218238" cy="4437062"/>
          </a:xfrm>
        </p:spPr>
        <p:txBody>
          <a:bodyPr wrap="none" lIns="92342" tIns="46171" rIns="92342" bIns="46171" anchor="ctr" anchorCtr="0"/>
          <a:lstStyle/>
          <a:p>
            <a:pPr lvl="0"/>
            <a:endParaRPr lang="en-US"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6"/>
          <p:cNvSpPr txBox="1">
            <a:spLocks noGrp="1"/>
          </p:cNvSpPr>
          <p:nvPr>
            <p:ph type="sldNum" sz="quarter"/>
          </p:nvPr>
        </p:nvSpPr>
        <p:spPr>
          <a:xfrm>
            <a:off x="3851275" y="9385300"/>
            <a:ext cx="2911475" cy="533400"/>
          </a:xfrm>
          <a:prstGeom prst="rect">
            <a:avLst/>
          </a:prstGeom>
          <a:noFill/>
          <a:ln w="9525">
            <a:noFill/>
          </a:ln>
        </p:spPr>
        <p:txBody>
          <a:bodyPr lIns="19106" tIns="0" rIns="19106" bIns="0" anchor="b" anchorCtr="0"/>
          <a:lstStyle/>
          <a:p>
            <a:pPr lvl="0" algn="r" defTabSz="916305" eaLnBrk="1">
              <a:spcBef>
                <a:spcPct val="0"/>
              </a:spcBef>
              <a:tabLst>
                <a:tab pos="723900" algn="l"/>
                <a:tab pos="1447800" algn="l"/>
                <a:tab pos="2171700" algn="l"/>
                <a:tab pos="2895600" algn="l"/>
              </a:tabLst>
            </a:pPr>
            <a:fld id="{9A0DB2DC-4C9A-4742-B13C-FB6460FD3503}" type="slidenum">
              <a:rPr lang="en-GB" altLang="en-US" i="1" dirty="0">
                <a:solidFill>
                  <a:srgbClr val="000000"/>
                </a:solidFill>
                <a:ea typeface="Arial Unicode MS"/>
              </a:rPr>
              <a:pPr lvl="0" algn="r" defTabSz="916305" eaLnBrk="1">
                <a:spcBef>
                  <a:spcPct val="0"/>
                </a:spcBef>
                <a:tabLst>
                  <a:tab pos="723900" algn="l"/>
                  <a:tab pos="1447800" algn="l"/>
                  <a:tab pos="2171700" algn="l"/>
                  <a:tab pos="2895600" algn="l"/>
                </a:tabLst>
              </a:pPr>
              <a:t>5</a:t>
            </a:fld>
            <a:endParaRPr lang="en-GB" altLang="en-US" i="1" dirty="0">
              <a:solidFill>
                <a:srgbClr val="000000"/>
              </a:solidFill>
              <a:ea typeface="Arial Unicode MS"/>
            </a:endParaRPr>
          </a:p>
        </p:txBody>
      </p:sp>
      <p:sp>
        <p:nvSpPr>
          <p:cNvPr id="15363" name="Rectangle 1"/>
          <p:cNvSpPr>
            <a:spLocks noGrp="1" noRot="1" noChangeAspect="1" noTextEdit="1"/>
          </p:cNvSpPr>
          <p:nvPr>
            <p:ph type="sldImg"/>
          </p:nvPr>
        </p:nvSpPr>
        <p:spPr>
          <a:xfrm>
            <a:off x="1162050" y="763588"/>
            <a:ext cx="5448300" cy="3771900"/>
          </a:xfrm>
          <a:solidFill>
            <a:srgbClr val="FFFFFF">
              <a:alpha val="100000"/>
            </a:srgbClr>
          </a:solidFill>
        </p:spPr>
      </p:sp>
      <p:sp>
        <p:nvSpPr>
          <p:cNvPr id="15364" name="Rectangle 2"/>
          <p:cNvSpPr>
            <a:spLocks noGrp="1"/>
          </p:cNvSpPr>
          <p:nvPr>
            <p:ph type="body" idx="1"/>
          </p:nvPr>
        </p:nvSpPr>
        <p:spPr>
          <a:xfrm>
            <a:off x="777875" y="4776788"/>
            <a:ext cx="6218238" cy="4437062"/>
          </a:xfrm>
        </p:spPr>
        <p:txBody>
          <a:bodyPr wrap="none" lIns="92342" tIns="46171" rIns="92342" bIns="46171" anchor="ctr" anchorCtr="0"/>
          <a:lstStyle/>
          <a:p>
            <a:pPr lvl="0"/>
            <a:endParaRPr lang="en-US"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6"/>
          <p:cNvSpPr txBox="1">
            <a:spLocks noGrp="1"/>
          </p:cNvSpPr>
          <p:nvPr>
            <p:ph type="sldNum" sz="quarter"/>
          </p:nvPr>
        </p:nvSpPr>
        <p:spPr>
          <a:xfrm>
            <a:off x="3851275" y="9385300"/>
            <a:ext cx="2911475" cy="533400"/>
          </a:xfrm>
          <a:prstGeom prst="rect">
            <a:avLst/>
          </a:prstGeom>
          <a:noFill/>
          <a:ln w="9525">
            <a:noFill/>
          </a:ln>
        </p:spPr>
        <p:txBody>
          <a:bodyPr lIns="19106" tIns="0" rIns="19106" bIns="0" anchor="b" anchorCtr="0"/>
          <a:lstStyle/>
          <a:p>
            <a:pPr lvl="0" algn="r" defTabSz="916305" eaLnBrk="1">
              <a:spcBef>
                <a:spcPct val="0"/>
              </a:spcBef>
              <a:tabLst>
                <a:tab pos="723900" algn="l"/>
                <a:tab pos="1447800" algn="l"/>
                <a:tab pos="2171700" algn="l"/>
                <a:tab pos="2895600" algn="l"/>
              </a:tabLst>
            </a:pPr>
            <a:fld id="{9A0DB2DC-4C9A-4742-B13C-FB6460FD3503}" type="slidenum">
              <a:rPr lang="en-GB" altLang="en-US" i="1" dirty="0">
                <a:solidFill>
                  <a:srgbClr val="000000"/>
                </a:solidFill>
                <a:ea typeface="Arial Unicode MS"/>
              </a:rPr>
              <a:pPr lvl="0" algn="r" defTabSz="916305" eaLnBrk="1">
                <a:spcBef>
                  <a:spcPct val="0"/>
                </a:spcBef>
                <a:tabLst>
                  <a:tab pos="723900" algn="l"/>
                  <a:tab pos="1447800" algn="l"/>
                  <a:tab pos="2171700" algn="l"/>
                  <a:tab pos="2895600" algn="l"/>
                </a:tabLst>
              </a:pPr>
              <a:t>6</a:t>
            </a:fld>
            <a:endParaRPr lang="en-GB" altLang="en-US" i="1" dirty="0">
              <a:solidFill>
                <a:srgbClr val="000000"/>
              </a:solidFill>
              <a:ea typeface="Arial Unicode MS"/>
            </a:endParaRPr>
          </a:p>
        </p:txBody>
      </p:sp>
      <p:sp>
        <p:nvSpPr>
          <p:cNvPr id="17411" name="Rectangle 1"/>
          <p:cNvSpPr>
            <a:spLocks noGrp="1" noRot="1" noChangeAspect="1" noTextEdit="1"/>
          </p:cNvSpPr>
          <p:nvPr>
            <p:ph type="sldImg"/>
          </p:nvPr>
        </p:nvSpPr>
        <p:spPr>
          <a:xfrm>
            <a:off x="1162050" y="763588"/>
            <a:ext cx="5448300" cy="3771900"/>
          </a:xfrm>
          <a:solidFill>
            <a:srgbClr val="FFFFFF">
              <a:alpha val="100000"/>
            </a:srgbClr>
          </a:solidFill>
        </p:spPr>
      </p:sp>
      <p:sp>
        <p:nvSpPr>
          <p:cNvPr id="17412" name="Rectangle 2"/>
          <p:cNvSpPr>
            <a:spLocks noGrp="1"/>
          </p:cNvSpPr>
          <p:nvPr>
            <p:ph type="body" idx="1"/>
          </p:nvPr>
        </p:nvSpPr>
        <p:spPr>
          <a:xfrm>
            <a:off x="777875" y="4776788"/>
            <a:ext cx="6218238" cy="4437062"/>
          </a:xfrm>
        </p:spPr>
        <p:txBody>
          <a:bodyPr wrap="none" lIns="92342" tIns="46171" rIns="92342" bIns="46171" anchor="ctr" anchorCtr="0"/>
          <a:lstStyle/>
          <a:p>
            <a:pPr lvl="0"/>
            <a:endParaRPr lang="en-US"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458" name="Rectangle 6"/>
          <p:cNvSpPr txBox="1">
            <a:spLocks noGrp="1"/>
          </p:cNvSpPr>
          <p:nvPr>
            <p:ph type="sldNum" sz="quarter"/>
          </p:nvPr>
        </p:nvSpPr>
        <p:spPr>
          <a:xfrm>
            <a:off x="3851275" y="9385300"/>
            <a:ext cx="2911475" cy="533400"/>
          </a:xfrm>
          <a:prstGeom prst="rect">
            <a:avLst/>
          </a:prstGeom>
          <a:noFill/>
          <a:ln w="9525">
            <a:noFill/>
          </a:ln>
        </p:spPr>
        <p:txBody>
          <a:bodyPr lIns="19106" tIns="0" rIns="19106" bIns="0" anchor="b" anchorCtr="0"/>
          <a:lstStyle/>
          <a:p>
            <a:pPr lvl="0" algn="r" defTabSz="916305" eaLnBrk="1">
              <a:spcBef>
                <a:spcPct val="0"/>
              </a:spcBef>
              <a:tabLst>
                <a:tab pos="723900" algn="l"/>
                <a:tab pos="1447800" algn="l"/>
                <a:tab pos="2171700" algn="l"/>
                <a:tab pos="2895600" algn="l"/>
              </a:tabLst>
            </a:pPr>
            <a:fld id="{9A0DB2DC-4C9A-4742-B13C-FB6460FD3503}" type="slidenum">
              <a:rPr lang="en-GB" altLang="en-US" i="1" dirty="0">
                <a:solidFill>
                  <a:srgbClr val="000000"/>
                </a:solidFill>
                <a:ea typeface="Arial Unicode MS"/>
              </a:rPr>
              <a:pPr lvl="0" algn="r" defTabSz="916305" eaLnBrk="1">
                <a:spcBef>
                  <a:spcPct val="0"/>
                </a:spcBef>
                <a:tabLst>
                  <a:tab pos="723900" algn="l"/>
                  <a:tab pos="1447800" algn="l"/>
                  <a:tab pos="2171700" algn="l"/>
                  <a:tab pos="2895600" algn="l"/>
                </a:tabLst>
              </a:pPr>
              <a:t>7</a:t>
            </a:fld>
            <a:endParaRPr lang="en-GB" altLang="en-US" i="1" dirty="0">
              <a:solidFill>
                <a:srgbClr val="000000"/>
              </a:solidFill>
              <a:ea typeface="Arial Unicode MS"/>
            </a:endParaRPr>
          </a:p>
        </p:txBody>
      </p:sp>
      <p:sp>
        <p:nvSpPr>
          <p:cNvPr id="19459" name="Rectangle 1"/>
          <p:cNvSpPr>
            <a:spLocks noGrp="1" noRot="1" noChangeAspect="1" noTextEdit="1"/>
          </p:cNvSpPr>
          <p:nvPr>
            <p:ph type="sldImg"/>
          </p:nvPr>
        </p:nvSpPr>
        <p:spPr>
          <a:xfrm>
            <a:off x="1162050" y="763588"/>
            <a:ext cx="5448300" cy="3771900"/>
          </a:xfrm>
          <a:solidFill>
            <a:srgbClr val="FFFFFF">
              <a:alpha val="100000"/>
            </a:srgbClr>
          </a:solidFill>
        </p:spPr>
      </p:sp>
      <p:sp>
        <p:nvSpPr>
          <p:cNvPr id="19460" name="Rectangle 2"/>
          <p:cNvSpPr>
            <a:spLocks noGrp="1"/>
          </p:cNvSpPr>
          <p:nvPr>
            <p:ph type="body" idx="1"/>
          </p:nvPr>
        </p:nvSpPr>
        <p:spPr>
          <a:xfrm>
            <a:off x="777875" y="4776788"/>
            <a:ext cx="6218238" cy="4437062"/>
          </a:xfrm>
        </p:spPr>
        <p:txBody>
          <a:bodyPr wrap="none" lIns="92342" tIns="46171" rIns="92342" bIns="46171" anchor="ctr" anchorCtr="0"/>
          <a:lstStyle/>
          <a:p>
            <a:pPr lvl="0"/>
            <a:endParaRPr lang="en-US"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6" name="Rectangle 6"/>
          <p:cNvSpPr txBox="1">
            <a:spLocks noGrp="1"/>
          </p:cNvSpPr>
          <p:nvPr>
            <p:ph type="sldNum" sz="quarter"/>
          </p:nvPr>
        </p:nvSpPr>
        <p:spPr>
          <a:xfrm>
            <a:off x="3851275" y="9385300"/>
            <a:ext cx="2911475" cy="533400"/>
          </a:xfrm>
          <a:prstGeom prst="rect">
            <a:avLst/>
          </a:prstGeom>
          <a:noFill/>
          <a:ln w="9525">
            <a:noFill/>
          </a:ln>
        </p:spPr>
        <p:txBody>
          <a:bodyPr lIns="19106" tIns="0" rIns="19106" bIns="0" anchor="b" anchorCtr="0"/>
          <a:lstStyle/>
          <a:p>
            <a:pPr lvl="0" algn="r" defTabSz="916305" eaLnBrk="1">
              <a:spcBef>
                <a:spcPct val="0"/>
              </a:spcBef>
              <a:tabLst>
                <a:tab pos="723900" algn="l"/>
                <a:tab pos="1447800" algn="l"/>
                <a:tab pos="2171700" algn="l"/>
                <a:tab pos="2895600" algn="l"/>
              </a:tabLst>
            </a:pPr>
            <a:fld id="{9A0DB2DC-4C9A-4742-B13C-FB6460FD3503}" type="slidenum">
              <a:rPr lang="en-GB" altLang="en-US" i="1" dirty="0">
                <a:solidFill>
                  <a:srgbClr val="000000"/>
                </a:solidFill>
                <a:ea typeface="Arial Unicode MS"/>
              </a:rPr>
              <a:pPr lvl="0" algn="r" defTabSz="916305" eaLnBrk="1">
                <a:spcBef>
                  <a:spcPct val="0"/>
                </a:spcBef>
                <a:tabLst>
                  <a:tab pos="723900" algn="l"/>
                  <a:tab pos="1447800" algn="l"/>
                  <a:tab pos="2171700" algn="l"/>
                  <a:tab pos="2895600" algn="l"/>
                </a:tabLst>
              </a:pPr>
              <a:t>8</a:t>
            </a:fld>
            <a:endParaRPr lang="en-GB" altLang="en-US" i="1" dirty="0">
              <a:solidFill>
                <a:srgbClr val="000000"/>
              </a:solidFill>
              <a:ea typeface="Arial Unicode MS"/>
            </a:endParaRPr>
          </a:p>
        </p:txBody>
      </p:sp>
      <p:sp>
        <p:nvSpPr>
          <p:cNvPr id="21507" name="Rectangle 1"/>
          <p:cNvSpPr>
            <a:spLocks noGrp="1" noRot="1" noChangeAspect="1" noTextEdit="1"/>
          </p:cNvSpPr>
          <p:nvPr>
            <p:ph type="sldImg"/>
          </p:nvPr>
        </p:nvSpPr>
        <p:spPr>
          <a:xfrm>
            <a:off x="1162050" y="763588"/>
            <a:ext cx="5448300" cy="3771900"/>
          </a:xfrm>
          <a:solidFill>
            <a:srgbClr val="FFFFFF">
              <a:alpha val="100000"/>
            </a:srgbClr>
          </a:solidFill>
        </p:spPr>
      </p:sp>
      <p:sp>
        <p:nvSpPr>
          <p:cNvPr id="21508" name="Rectangle 2"/>
          <p:cNvSpPr>
            <a:spLocks noGrp="1"/>
          </p:cNvSpPr>
          <p:nvPr>
            <p:ph type="body" idx="1"/>
          </p:nvPr>
        </p:nvSpPr>
        <p:spPr>
          <a:xfrm>
            <a:off x="777875" y="4776788"/>
            <a:ext cx="6218238" cy="4437062"/>
          </a:xfrm>
        </p:spPr>
        <p:txBody>
          <a:bodyPr wrap="none" lIns="92342" tIns="46171" rIns="92342" bIns="46171" anchor="ctr" anchorCtr="0"/>
          <a:lstStyle/>
          <a:p>
            <a:pPr lvl="0"/>
            <a:endParaRPr lang="en-US"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4" name="Rectangle 6"/>
          <p:cNvSpPr txBox="1">
            <a:spLocks noGrp="1"/>
          </p:cNvSpPr>
          <p:nvPr>
            <p:ph type="sldNum" sz="quarter"/>
          </p:nvPr>
        </p:nvSpPr>
        <p:spPr>
          <a:xfrm>
            <a:off x="3851275" y="9385300"/>
            <a:ext cx="2911475" cy="533400"/>
          </a:xfrm>
          <a:prstGeom prst="rect">
            <a:avLst/>
          </a:prstGeom>
          <a:noFill/>
          <a:ln w="9525">
            <a:noFill/>
          </a:ln>
        </p:spPr>
        <p:txBody>
          <a:bodyPr lIns="19106" tIns="0" rIns="19106" bIns="0" anchor="b" anchorCtr="0"/>
          <a:lstStyle/>
          <a:p>
            <a:pPr lvl="0" algn="r" defTabSz="916305" eaLnBrk="1">
              <a:spcBef>
                <a:spcPct val="0"/>
              </a:spcBef>
              <a:tabLst>
                <a:tab pos="723900" algn="l"/>
                <a:tab pos="1447800" algn="l"/>
                <a:tab pos="2171700" algn="l"/>
                <a:tab pos="2895600" algn="l"/>
              </a:tabLst>
            </a:pPr>
            <a:fld id="{9A0DB2DC-4C9A-4742-B13C-FB6460FD3503}" type="slidenum">
              <a:rPr lang="en-GB" altLang="en-US" i="1" dirty="0">
                <a:solidFill>
                  <a:srgbClr val="000000"/>
                </a:solidFill>
                <a:ea typeface="Arial Unicode MS"/>
              </a:rPr>
              <a:pPr lvl="0" algn="r" defTabSz="916305" eaLnBrk="1">
                <a:spcBef>
                  <a:spcPct val="0"/>
                </a:spcBef>
                <a:tabLst>
                  <a:tab pos="723900" algn="l"/>
                  <a:tab pos="1447800" algn="l"/>
                  <a:tab pos="2171700" algn="l"/>
                  <a:tab pos="2895600" algn="l"/>
                </a:tabLst>
              </a:pPr>
              <a:t>9</a:t>
            </a:fld>
            <a:endParaRPr lang="en-GB" altLang="en-US" i="1" dirty="0">
              <a:solidFill>
                <a:srgbClr val="000000"/>
              </a:solidFill>
              <a:ea typeface="Arial Unicode MS"/>
            </a:endParaRPr>
          </a:p>
        </p:txBody>
      </p:sp>
      <p:sp>
        <p:nvSpPr>
          <p:cNvPr id="23555" name="Rectangle 1"/>
          <p:cNvSpPr>
            <a:spLocks noGrp="1" noRot="1" noChangeAspect="1" noTextEdit="1"/>
          </p:cNvSpPr>
          <p:nvPr>
            <p:ph type="sldImg"/>
          </p:nvPr>
        </p:nvSpPr>
        <p:spPr>
          <a:xfrm>
            <a:off x="1162050" y="763588"/>
            <a:ext cx="5448300" cy="3771900"/>
          </a:xfrm>
          <a:solidFill>
            <a:srgbClr val="FFFFFF">
              <a:alpha val="100000"/>
            </a:srgbClr>
          </a:solidFill>
        </p:spPr>
      </p:sp>
      <p:sp>
        <p:nvSpPr>
          <p:cNvPr id="23556" name="Rectangle 2"/>
          <p:cNvSpPr>
            <a:spLocks noGrp="1"/>
          </p:cNvSpPr>
          <p:nvPr>
            <p:ph type="body" idx="1"/>
          </p:nvPr>
        </p:nvSpPr>
        <p:spPr>
          <a:xfrm>
            <a:off x="777875" y="4776788"/>
            <a:ext cx="6218238" cy="4437062"/>
          </a:xfrm>
        </p:spPr>
        <p:txBody>
          <a:bodyPr wrap="none" lIns="92342" tIns="46171" rIns="92342" bIns="46171" anchor="ctr" anchorCtr="0"/>
          <a:lstStyle/>
          <a:p>
            <a:pPr lvl="0"/>
            <a:endParaRPr lang="en-US"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02" name="Rectangle 6"/>
          <p:cNvSpPr txBox="1">
            <a:spLocks noGrp="1"/>
          </p:cNvSpPr>
          <p:nvPr>
            <p:ph type="sldNum" sz="quarter"/>
          </p:nvPr>
        </p:nvSpPr>
        <p:spPr>
          <a:xfrm>
            <a:off x="3851275" y="9385300"/>
            <a:ext cx="2911475" cy="533400"/>
          </a:xfrm>
          <a:prstGeom prst="rect">
            <a:avLst/>
          </a:prstGeom>
          <a:noFill/>
          <a:ln w="9525">
            <a:noFill/>
          </a:ln>
        </p:spPr>
        <p:txBody>
          <a:bodyPr lIns="19106" tIns="0" rIns="19106" bIns="0" anchor="b" anchorCtr="0"/>
          <a:lstStyle/>
          <a:p>
            <a:pPr lvl="0" algn="r" defTabSz="916305" eaLnBrk="1">
              <a:spcBef>
                <a:spcPct val="0"/>
              </a:spcBef>
              <a:tabLst>
                <a:tab pos="723900" algn="l"/>
                <a:tab pos="1447800" algn="l"/>
                <a:tab pos="2171700" algn="l"/>
                <a:tab pos="2895600" algn="l"/>
              </a:tabLst>
            </a:pPr>
            <a:fld id="{9A0DB2DC-4C9A-4742-B13C-FB6460FD3503}" type="slidenum">
              <a:rPr lang="en-GB" altLang="en-US" i="1" dirty="0">
                <a:solidFill>
                  <a:srgbClr val="000000"/>
                </a:solidFill>
                <a:ea typeface="Arial Unicode MS"/>
              </a:rPr>
              <a:pPr lvl="0" algn="r" defTabSz="916305" eaLnBrk="1">
                <a:spcBef>
                  <a:spcPct val="0"/>
                </a:spcBef>
                <a:tabLst>
                  <a:tab pos="723900" algn="l"/>
                  <a:tab pos="1447800" algn="l"/>
                  <a:tab pos="2171700" algn="l"/>
                  <a:tab pos="2895600" algn="l"/>
                </a:tabLst>
              </a:pPr>
              <a:t>10</a:t>
            </a:fld>
            <a:endParaRPr lang="en-GB" altLang="en-US" i="1" dirty="0">
              <a:solidFill>
                <a:srgbClr val="000000"/>
              </a:solidFill>
              <a:ea typeface="Arial Unicode MS"/>
            </a:endParaRPr>
          </a:p>
        </p:txBody>
      </p:sp>
      <p:sp>
        <p:nvSpPr>
          <p:cNvPr id="25603" name="Rectangle 1"/>
          <p:cNvSpPr>
            <a:spLocks noGrp="1" noRot="1" noChangeAspect="1" noTextEdit="1"/>
          </p:cNvSpPr>
          <p:nvPr>
            <p:ph type="sldImg"/>
          </p:nvPr>
        </p:nvSpPr>
        <p:spPr>
          <a:xfrm>
            <a:off x="1162050" y="763588"/>
            <a:ext cx="5448300" cy="3771900"/>
          </a:xfrm>
          <a:solidFill>
            <a:srgbClr val="FFFFFF">
              <a:alpha val="100000"/>
            </a:srgbClr>
          </a:solidFill>
        </p:spPr>
      </p:sp>
      <p:sp>
        <p:nvSpPr>
          <p:cNvPr id="25604" name="Rectangle 2"/>
          <p:cNvSpPr>
            <a:spLocks noGrp="1"/>
          </p:cNvSpPr>
          <p:nvPr>
            <p:ph type="body" idx="1"/>
          </p:nvPr>
        </p:nvSpPr>
        <p:spPr>
          <a:xfrm>
            <a:off x="777875" y="4776788"/>
            <a:ext cx="6218238" cy="4437062"/>
          </a:xfrm>
        </p:spPr>
        <p:txBody>
          <a:bodyPr wrap="none" lIns="92342" tIns="46171" rIns="92342" bIns="46171" anchor="ctr" anchorCtr="0"/>
          <a:lstStyle/>
          <a:p>
            <a:pPr lvl="0"/>
            <a:endParaRPr lang="en-US"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50" name="Rectangle 6"/>
          <p:cNvSpPr txBox="1">
            <a:spLocks noGrp="1"/>
          </p:cNvSpPr>
          <p:nvPr>
            <p:ph type="sldNum" sz="quarter"/>
          </p:nvPr>
        </p:nvSpPr>
        <p:spPr>
          <a:xfrm>
            <a:off x="3851275" y="9385300"/>
            <a:ext cx="2911475" cy="533400"/>
          </a:xfrm>
          <a:prstGeom prst="rect">
            <a:avLst/>
          </a:prstGeom>
          <a:noFill/>
          <a:ln w="9525">
            <a:noFill/>
          </a:ln>
        </p:spPr>
        <p:txBody>
          <a:bodyPr lIns="19106" tIns="0" rIns="19106" bIns="0" anchor="b" anchorCtr="0"/>
          <a:lstStyle/>
          <a:p>
            <a:pPr lvl="0" algn="r" defTabSz="916305" eaLnBrk="1">
              <a:spcBef>
                <a:spcPct val="0"/>
              </a:spcBef>
              <a:tabLst>
                <a:tab pos="723900" algn="l"/>
                <a:tab pos="1447800" algn="l"/>
                <a:tab pos="2171700" algn="l"/>
                <a:tab pos="2895600" algn="l"/>
              </a:tabLst>
            </a:pPr>
            <a:fld id="{9A0DB2DC-4C9A-4742-B13C-FB6460FD3503}" type="slidenum">
              <a:rPr lang="en-GB" altLang="en-US" i="1" dirty="0">
                <a:solidFill>
                  <a:srgbClr val="000000"/>
                </a:solidFill>
                <a:ea typeface="Arial Unicode MS"/>
              </a:rPr>
              <a:pPr lvl="0" algn="r" defTabSz="916305" eaLnBrk="1">
                <a:spcBef>
                  <a:spcPct val="0"/>
                </a:spcBef>
                <a:tabLst>
                  <a:tab pos="723900" algn="l"/>
                  <a:tab pos="1447800" algn="l"/>
                  <a:tab pos="2171700" algn="l"/>
                  <a:tab pos="2895600" algn="l"/>
                </a:tabLst>
              </a:pPr>
              <a:t>11</a:t>
            </a:fld>
            <a:endParaRPr lang="en-GB" altLang="en-US" i="1" dirty="0">
              <a:solidFill>
                <a:srgbClr val="000000"/>
              </a:solidFill>
              <a:ea typeface="Arial Unicode MS"/>
            </a:endParaRPr>
          </a:p>
        </p:txBody>
      </p:sp>
      <p:sp>
        <p:nvSpPr>
          <p:cNvPr id="27651" name="Rectangle 1"/>
          <p:cNvSpPr>
            <a:spLocks noGrp="1" noRot="1" noChangeAspect="1" noTextEdit="1"/>
          </p:cNvSpPr>
          <p:nvPr>
            <p:ph type="sldImg"/>
          </p:nvPr>
        </p:nvSpPr>
        <p:spPr>
          <a:xfrm>
            <a:off x="1162050" y="763588"/>
            <a:ext cx="5448300" cy="3771900"/>
          </a:xfrm>
          <a:solidFill>
            <a:srgbClr val="FFFFFF">
              <a:alpha val="100000"/>
            </a:srgbClr>
          </a:solidFill>
        </p:spPr>
      </p:sp>
      <p:sp>
        <p:nvSpPr>
          <p:cNvPr id="27652" name="Rectangle 2"/>
          <p:cNvSpPr>
            <a:spLocks noGrp="1"/>
          </p:cNvSpPr>
          <p:nvPr>
            <p:ph type="body" idx="1"/>
          </p:nvPr>
        </p:nvSpPr>
        <p:spPr>
          <a:xfrm>
            <a:off x="777875" y="4776788"/>
            <a:ext cx="6218238" cy="4437062"/>
          </a:xfrm>
        </p:spPr>
        <p:txBody>
          <a:bodyPr wrap="none" lIns="92342" tIns="46171" rIns="92342" bIns="46171" anchor="ctr" anchorCtr="0"/>
          <a:lstStyle/>
          <a:p>
            <a:pPr lvl="0"/>
            <a:endParaRPr lang="en-US"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698" name="Rectangle 6"/>
          <p:cNvSpPr txBox="1">
            <a:spLocks noGrp="1"/>
          </p:cNvSpPr>
          <p:nvPr>
            <p:ph type="sldNum" sz="quarter"/>
          </p:nvPr>
        </p:nvSpPr>
        <p:spPr>
          <a:xfrm>
            <a:off x="3851275" y="9385300"/>
            <a:ext cx="2911475" cy="533400"/>
          </a:xfrm>
          <a:prstGeom prst="rect">
            <a:avLst/>
          </a:prstGeom>
          <a:noFill/>
          <a:ln w="9525">
            <a:noFill/>
          </a:ln>
        </p:spPr>
        <p:txBody>
          <a:bodyPr lIns="19106" tIns="0" rIns="19106" bIns="0" anchor="b" anchorCtr="0"/>
          <a:lstStyle/>
          <a:p>
            <a:pPr lvl="0" algn="r" defTabSz="916305" eaLnBrk="1">
              <a:spcBef>
                <a:spcPct val="0"/>
              </a:spcBef>
              <a:tabLst>
                <a:tab pos="723900" algn="l"/>
                <a:tab pos="1447800" algn="l"/>
                <a:tab pos="2171700" algn="l"/>
                <a:tab pos="2895600" algn="l"/>
              </a:tabLst>
            </a:pPr>
            <a:fld id="{9A0DB2DC-4C9A-4742-B13C-FB6460FD3503}" type="slidenum">
              <a:rPr lang="en-GB" altLang="en-US" i="1" dirty="0">
                <a:solidFill>
                  <a:srgbClr val="000000"/>
                </a:solidFill>
                <a:ea typeface="Arial Unicode MS"/>
              </a:rPr>
              <a:pPr lvl="0" algn="r" defTabSz="916305" eaLnBrk="1">
                <a:spcBef>
                  <a:spcPct val="0"/>
                </a:spcBef>
                <a:tabLst>
                  <a:tab pos="723900" algn="l"/>
                  <a:tab pos="1447800" algn="l"/>
                  <a:tab pos="2171700" algn="l"/>
                  <a:tab pos="2895600" algn="l"/>
                </a:tabLst>
              </a:pPr>
              <a:t>12</a:t>
            </a:fld>
            <a:endParaRPr lang="en-GB" altLang="en-US" i="1" dirty="0">
              <a:solidFill>
                <a:srgbClr val="000000"/>
              </a:solidFill>
              <a:ea typeface="Arial Unicode MS"/>
            </a:endParaRPr>
          </a:p>
        </p:txBody>
      </p:sp>
      <p:sp>
        <p:nvSpPr>
          <p:cNvPr id="29699" name="Rectangle 1"/>
          <p:cNvSpPr>
            <a:spLocks noGrp="1" noRot="1" noChangeAspect="1" noTextEdit="1"/>
          </p:cNvSpPr>
          <p:nvPr>
            <p:ph type="sldImg"/>
          </p:nvPr>
        </p:nvSpPr>
        <p:spPr>
          <a:xfrm>
            <a:off x="1162050" y="763588"/>
            <a:ext cx="5448300" cy="3771900"/>
          </a:xfrm>
          <a:solidFill>
            <a:srgbClr val="FFFFFF">
              <a:alpha val="100000"/>
            </a:srgbClr>
          </a:solidFill>
        </p:spPr>
      </p:sp>
      <p:sp>
        <p:nvSpPr>
          <p:cNvPr id="29700" name="Rectangle 2"/>
          <p:cNvSpPr>
            <a:spLocks noGrp="1"/>
          </p:cNvSpPr>
          <p:nvPr>
            <p:ph type="body" idx="1"/>
          </p:nvPr>
        </p:nvSpPr>
        <p:spPr>
          <a:xfrm>
            <a:off x="777875" y="4776788"/>
            <a:ext cx="6218238" cy="4437062"/>
          </a:xfrm>
        </p:spPr>
        <p:txBody>
          <a:bodyPr wrap="none" lIns="92342" tIns="46171" rIns="92342" bIns="46171" anchor="ctr" anchorCtr="0"/>
          <a:lstStyle/>
          <a:p>
            <a:pPr lvl="0"/>
            <a:endParaRPr lang="en-US"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6" name="Rectangle 6"/>
          <p:cNvSpPr txBox="1">
            <a:spLocks noGrp="1"/>
          </p:cNvSpPr>
          <p:nvPr>
            <p:ph type="sldNum" sz="quarter"/>
          </p:nvPr>
        </p:nvSpPr>
        <p:spPr>
          <a:xfrm>
            <a:off x="3851275" y="9385300"/>
            <a:ext cx="2911475" cy="533400"/>
          </a:xfrm>
          <a:prstGeom prst="rect">
            <a:avLst/>
          </a:prstGeom>
          <a:noFill/>
          <a:ln w="9525">
            <a:noFill/>
          </a:ln>
        </p:spPr>
        <p:txBody>
          <a:bodyPr lIns="19106" tIns="0" rIns="19106" bIns="0" anchor="b" anchorCtr="0"/>
          <a:lstStyle/>
          <a:p>
            <a:pPr lvl="0" algn="r" defTabSz="916305" eaLnBrk="1">
              <a:spcBef>
                <a:spcPct val="0"/>
              </a:spcBef>
              <a:tabLst>
                <a:tab pos="723900" algn="l"/>
                <a:tab pos="1447800" algn="l"/>
                <a:tab pos="2171700" algn="l"/>
                <a:tab pos="2895600" algn="l"/>
              </a:tabLst>
            </a:pPr>
            <a:fld id="{9A0DB2DC-4C9A-4742-B13C-FB6460FD3503}" type="slidenum">
              <a:rPr lang="en-GB" altLang="en-US" i="1" dirty="0">
                <a:solidFill>
                  <a:srgbClr val="000000"/>
                </a:solidFill>
                <a:ea typeface="Arial Unicode MS"/>
              </a:rPr>
              <a:pPr lvl="0" algn="r" defTabSz="916305" eaLnBrk="1">
                <a:spcBef>
                  <a:spcPct val="0"/>
                </a:spcBef>
                <a:tabLst>
                  <a:tab pos="723900" algn="l"/>
                  <a:tab pos="1447800" algn="l"/>
                  <a:tab pos="2171700" algn="l"/>
                  <a:tab pos="2895600" algn="l"/>
                </a:tabLst>
              </a:pPr>
              <a:t>13</a:t>
            </a:fld>
            <a:endParaRPr lang="en-GB" altLang="en-US" i="1" dirty="0">
              <a:solidFill>
                <a:srgbClr val="000000"/>
              </a:solidFill>
              <a:ea typeface="Arial Unicode MS"/>
            </a:endParaRPr>
          </a:p>
        </p:txBody>
      </p:sp>
      <p:sp>
        <p:nvSpPr>
          <p:cNvPr id="31747" name="Rectangle 1"/>
          <p:cNvSpPr>
            <a:spLocks noGrp="1" noRot="1" noChangeAspect="1" noTextEdit="1"/>
          </p:cNvSpPr>
          <p:nvPr>
            <p:ph type="sldImg"/>
          </p:nvPr>
        </p:nvSpPr>
        <p:spPr>
          <a:xfrm>
            <a:off x="1162050" y="763588"/>
            <a:ext cx="5448300" cy="3771900"/>
          </a:xfrm>
          <a:solidFill>
            <a:srgbClr val="FFFFFF">
              <a:alpha val="100000"/>
            </a:srgbClr>
          </a:solidFill>
        </p:spPr>
      </p:sp>
      <p:sp>
        <p:nvSpPr>
          <p:cNvPr id="31748" name="Rectangle 2"/>
          <p:cNvSpPr>
            <a:spLocks noGrp="1"/>
          </p:cNvSpPr>
          <p:nvPr>
            <p:ph type="body" idx="1"/>
          </p:nvPr>
        </p:nvSpPr>
        <p:spPr>
          <a:xfrm>
            <a:off x="777875" y="4776788"/>
            <a:ext cx="6218238" cy="4437062"/>
          </a:xfrm>
        </p:spPr>
        <p:txBody>
          <a:bodyPr wrap="none" lIns="92342" tIns="46171" rIns="92342" bIns="46171" anchor="ctr" anchorCtr="0"/>
          <a:lstStyle/>
          <a:p>
            <a:pPr lvl="0"/>
            <a:endParaRPr lang="en-US"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794" name="Rectangle 6"/>
          <p:cNvSpPr txBox="1">
            <a:spLocks noGrp="1"/>
          </p:cNvSpPr>
          <p:nvPr>
            <p:ph type="sldNum" sz="quarter"/>
          </p:nvPr>
        </p:nvSpPr>
        <p:spPr>
          <a:xfrm>
            <a:off x="3851275" y="9385300"/>
            <a:ext cx="2911475" cy="533400"/>
          </a:xfrm>
          <a:prstGeom prst="rect">
            <a:avLst/>
          </a:prstGeom>
          <a:noFill/>
          <a:ln w="9525">
            <a:noFill/>
          </a:ln>
        </p:spPr>
        <p:txBody>
          <a:bodyPr lIns="19106" tIns="0" rIns="19106" bIns="0" anchor="b" anchorCtr="0"/>
          <a:lstStyle/>
          <a:p>
            <a:pPr lvl="0" algn="r" defTabSz="916305" eaLnBrk="1">
              <a:spcBef>
                <a:spcPct val="0"/>
              </a:spcBef>
              <a:tabLst>
                <a:tab pos="723900" algn="l"/>
                <a:tab pos="1447800" algn="l"/>
                <a:tab pos="2171700" algn="l"/>
                <a:tab pos="2895600" algn="l"/>
              </a:tabLst>
            </a:pPr>
            <a:fld id="{9A0DB2DC-4C9A-4742-B13C-FB6460FD3503}" type="slidenum">
              <a:rPr lang="en-GB" altLang="en-US" i="1" dirty="0">
                <a:solidFill>
                  <a:srgbClr val="000000"/>
                </a:solidFill>
                <a:ea typeface="Arial Unicode MS"/>
              </a:rPr>
              <a:pPr lvl="0" algn="r" defTabSz="916305" eaLnBrk="1">
                <a:spcBef>
                  <a:spcPct val="0"/>
                </a:spcBef>
                <a:tabLst>
                  <a:tab pos="723900" algn="l"/>
                  <a:tab pos="1447800" algn="l"/>
                  <a:tab pos="2171700" algn="l"/>
                  <a:tab pos="2895600" algn="l"/>
                </a:tabLst>
              </a:pPr>
              <a:t>14</a:t>
            </a:fld>
            <a:endParaRPr lang="en-GB" altLang="en-US" i="1" dirty="0">
              <a:solidFill>
                <a:srgbClr val="000000"/>
              </a:solidFill>
              <a:ea typeface="Arial Unicode MS"/>
            </a:endParaRPr>
          </a:p>
        </p:txBody>
      </p:sp>
      <p:sp>
        <p:nvSpPr>
          <p:cNvPr id="33795" name="Rectangle 1"/>
          <p:cNvSpPr>
            <a:spLocks noGrp="1" noRot="1" noChangeAspect="1" noTextEdit="1"/>
          </p:cNvSpPr>
          <p:nvPr>
            <p:ph type="sldImg"/>
          </p:nvPr>
        </p:nvSpPr>
        <p:spPr>
          <a:xfrm>
            <a:off x="1162050" y="763588"/>
            <a:ext cx="5448300" cy="3771900"/>
          </a:xfrm>
          <a:solidFill>
            <a:srgbClr val="FFFFFF">
              <a:alpha val="100000"/>
            </a:srgbClr>
          </a:solidFill>
        </p:spPr>
      </p:sp>
      <p:sp>
        <p:nvSpPr>
          <p:cNvPr id="33796" name="Rectangle 2"/>
          <p:cNvSpPr>
            <a:spLocks noGrp="1"/>
          </p:cNvSpPr>
          <p:nvPr>
            <p:ph type="body" idx="1"/>
          </p:nvPr>
        </p:nvSpPr>
        <p:spPr>
          <a:xfrm>
            <a:off x="777875" y="4776788"/>
            <a:ext cx="6218238" cy="4437062"/>
          </a:xfrm>
        </p:spPr>
        <p:txBody>
          <a:bodyPr wrap="none" lIns="92342" tIns="46171" rIns="92342" bIns="46171" anchor="ctr" anchorCtr="0"/>
          <a:lstStyle/>
          <a:p>
            <a:pPr lvl="0"/>
            <a:endParaRPr lang="en-US"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3"/>
          </p:nvPr>
        </p:nvSpPr>
        <p:spPr/>
        <p:txBody>
          <a:bodyPr/>
          <a:lstStyle/>
          <a:p>
            <a:endParaRPr lang="en-US"/>
          </a:p>
        </p:txBody>
      </p:sp>
      <p:sp>
        <p:nvSpPr>
          <p:cNvPr id="3" name="Slide Image Placeholder 2"/>
          <p:cNvSpPr>
            <a:spLocks noGrp="1" noRot="1" noChangeAspect="1"/>
          </p:cNvSpPr>
          <p:nvPr>
            <p:ph type="sldImg" idx="2"/>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3"/>
          </p:nvPr>
        </p:nvSpPr>
        <p:spPr/>
        <p:txBody>
          <a:bodyPr/>
          <a:lstStyle/>
          <a:p>
            <a:endParaRPr lang="en-US"/>
          </a:p>
        </p:txBody>
      </p:sp>
      <p:sp>
        <p:nvSpPr>
          <p:cNvPr id="3" name="Slide Image Placeholder 2"/>
          <p:cNvSpPr>
            <a:spLocks noGrp="1" noRot="1" noChangeAspect="1"/>
          </p:cNvSpPr>
          <p:nvPr>
            <p:ph type="sldImg" idx="2"/>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842" name="Rectangle 6"/>
          <p:cNvSpPr txBox="1">
            <a:spLocks noGrp="1"/>
          </p:cNvSpPr>
          <p:nvPr>
            <p:ph type="sldNum" sz="quarter"/>
          </p:nvPr>
        </p:nvSpPr>
        <p:spPr>
          <a:xfrm>
            <a:off x="3851275" y="9385300"/>
            <a:ext cx="2911475" cy="533400"/>
          </a:xfrm>
          <a:prstGeom prst="rect">
            <a:avLst/>
          </a:prstGeom>
          <a:noFill/>
          <a:ln w="9525">
            <a:noFill/>
          </a:ln>
        </p:spPr>
        <p:txBody>
          <a:bodyPr lIns="19106" tIns="0" rIns="19106" bIns="0" anchor="b" anchorCtr="0"/>
          <a:lstStyle/>
          <a:p>
            <a:pPr lvl="0" algn="r" defTabSz="916305" eaLnBrk="1">
              <a:spcBef>
                <a:spcPct val="0"/>
              </a:spcBef>
              <a:tabLst>
                <a:tab pos="723900" algn="l"/>
                <a:tab pos="1447800" algn="l"/>
                <a:tab pos="2171700" algn="l"/>
                <a:tab pos="2895600" algn="l"/>
              </a:tabLst>
            </a:pPr>
            <a:fld id="{9A0DB2DC-4C9A-4742-B13C-FB6460FD3503}" type="slidenum">
              <a:rPr lang="en-GB" altLang="en-US" i="1" dirty="0">
                <a:solidFill>
                  <a:srgbClr val="000000"/>
                </a:solidFill>
                <a:ea typeface="Arial Unicode MS"/>
              </a:rPr>
              <a:pPr lvl="0" algn="r" defTabSz="916305" eaLnBrk="1">
                <a:spcBef>
                  <a:spcPct val="0"/>
                </a:spcBef>
                <a:tabLst>
                  <a:tab pos="723900" algn="l"/>
                  <a:tab pos="1447800" algn="l"/>
                  <a:tab pos="2171700" algn="l"/>
                  <a:tab pos="2895600" algn="l"/>
                </a:tabLst>
              </a:pPr>
              <a:t>63</a:t>
            </a:fld>
            <a:endParaRPr lang="en-GB" altLang="en-US" i="1" dirty="0">
              <a:solidFill>
                <a:srgbClr val="000000"/>
              </a:solidFill>
              <a:ea typeface="Arial Unicode MS"/>
            </a:endParaRPr>
          </a:p>
        </p:txBody>
      </p:sp>
      <p:sp>
        <p:nvSpPr>
          <p:cNvPr id="35843" name="Rectangle 1"/>
          <p:cNvSpPr>
            <a:spLocks noGrp="1" noRot="1" noChangeAspect="1" noTextEdit="1"/>
          </p:cNvSpPr>
          <p:nvPr>
            <p:ph type="sldImg"/>
          </p:nvPr>
        </p:nvSpPr>
        <p:spPr>
          <a:xfrm>
            <a:off x="1162050" y="763588"/>
            <a:ext cx="5448300" cy="3771900"/>
          </a:xfrm>
          <a:solidFill>
            <a:srgbClr val="FFFFFF">
              <a:alpha val="100000"/>
            </a:srgbClr>
          </a:solidFill>
        </p:spPr>
      </p:sp>
      <p:sp>
        <p:nvSpPr>
          <p:cNvPr id="35844" name="Rectangle 2"/>
          <p:cNvSpPr>
            <a:spLocks noGrp="1"/>
          </p:cNvSpPr>
          <p:nvPr>
            <p:ph type="body" idx="1"/>
          </p:nvPr>
        </p:nvSpPr>
        <p:spPr>
          <a:xfrm>
            <a:off x="777875" y="4776788"/>
            <a:ext cx="6218238" cy="4437062"/>
          </a:xfrm>
        </p:spPr>
        <p:txBody>
          <a:bodyPr wrap="none" lIns="92342" tIns="46171" rIns="92342" bIns="46171" anchor="ctr" anchorCtr="0"/>
          <a:lstStyle/>
          <a:p>
            <a:pPr lvl="0"/>
            <a:endParaRPr lang="en-US"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890" name="Rectangle 6"/>
          <p:cNvSpPr txBox="1">
            <a:spLocks noGrp="1"/>
          </p:cNvSpPr>
          <p:nvPr>
            <p:ph type="sldNum" sz="quarter"/>
          </p:nvPr>
        </p:nvSpPr>
        <p:spPr>
          <a:xfrm>
            <a:off x="3851275" y="9385300"/>
            <a:ext cx="2911475" cy="533400"/>
          </a:xfrm>
          <a:prstGeom prst="rect">
            <a:avLst/>
          </a:prstGeom>
          <a:noFill/>
          <a:ln w="9525">
            <a:noFill/>
          </a:ln>
        </p:spPr>
        <p:txBody>
          <a:bodyPr lIns="19106" tIns="0" rIns="19106" bIns="0" anchor="b" anchorCtr="0"/>
          <a:lstStyle/>
          <a:p>
            <a:pPr lvl="0" algn="r" defTabSz="916305" eaLnBrk="1">
              <a:spcBef>
                <a:spcPct val="0"/>
              </a:spcBef>
              <a:tabLst>
                <a:tab pos="723900" algn="l"/>
                <a:tab pos="1447800" algn="l"/>
                <a:tab pos="2171700" algn="l"/>
                <a:tab pos="2895600" algn="l"/>
              </a:tabLst>
            </a:pPr>
            <a:fld id="{9A0DB2DC-4C9A-4742-B13C-FB6460FD3503}" type="slidenum">
              <a:rPr lang="en-GB" altLang="en-US" i="1" dirty="0">
                <a:solidFill>
                  <a:srgbClr val="000000"/>
                </a:solidFill>
                <a:ea typeface="Arial Unicode MS"/>
              </a:rPr>
              <a:pPr lvl="0" algn="r" defTabSz="916305" eaLnBrk="1">
                <a:spcBef>
                  <a:spcPct val="0"/>
                </a:spcBef>
                <a:tabLst>
                  <a:tab pos="723900" algn="l"/>
                  <a:tab pos="1447800" algn="l"/>
                  <a:tab pos="2171700" algn="l"/>
                  <a:tab pos="2895600" algn="l"/>
                </a:tabLst>
              </a:pPr>
              <a:t>64</a:t>
            </a:fld>
            <a:endParaRPr lang="en-GB" altLang="en-US" i="1" dirty="0">
              <a:solidFill>
                <a:srgbClr val="000000"/>
              </a:solidFill>
              <a:ea typeface="Arial Unicode MS"/>
            </a:endParaRPr>
          </a:p>
        </p:txBody>
      </p:sp>
      <p:sp>
        <p:nvSpPr>
          <p:cNvPr id="37891" name="Rectangle 1"/>
          <p:cNvSpPr>
            <a:spLocks noGrp="1" noRot="1" noChangeAspect="1" noTextEdit="1"/>
          </p:cNvSpPr>
          <p:nvPr>
            <p:ph type="sldImg"/>
          </p:nvPr>
        </p:nvSpPr>
        <p:spPr>
          <a:xfrm>
            <a:off x="1162050" y="763588"/>
            <a:ext cx="5448300" cy="3771900"/>
          </a:xfrm>
          <a:solidFill>
            <a:srgbClr val="FFFFFF">
              <a:alpha val="100000"/>
            </a:srgbClr>
          </a:solidFill>
        </p:spPr>
      </p:sp>
      <p:sp>
        <p:nvSpPr>
          <p:cNvPr id="37892" name="Rectangle 2"/>
          <p:cNvSpPr>
            <a:spLocks noGrp="1"/>
          </p:cNvSpPr>
          <p:nvPr>
            <p:ph type="body" idx="1"/>
          </p:nvPr>
        </p:nvSpPr>
        <p:spPr>
          <a:xfrm>
            <a:off x="777875" y="4776788"/>
            <a:ext cx="6218238" cy="4437062"/>
          </a:xfrm>
        </p:spPr>
        <p:txBody>
          <a:bodyPr wrap="none" lIns="92342" tIns="46171" rIns="92342" bIns="46171" anchor="ctr" anchorCtr="0"/>
          <a:lstStyle/>
          <a:p>
            <a:pPr lvl="0"/>
            <a:endParaRPr lang="en-US"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3"/>
          </p:nvPr>
        </p:nvSpPr>
        <p:spPr/>
        <p:txBody>
          <a:bodyPr/>
          <a:lstStyle/>
          <a:p>
            <a:endParaRPr lang="en-US"/>
          </a:p>
        </p:txBody>
      </p:sp>
      <p:sp>
        <p:nvSpPr>
          <p:cNvPr id="3" name="Slide Image Placeholder 2"/>
          <p:cNvSpPr>
            <a:spLocks noGrp="1" noRot="1" noChangeAspect="1"/>
          </p:cNvSpPr>
          <p:nvPr>
            <p:ph type="sldImg" idx="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9874" name="Rectangle 2"/>
          <p:cNvSpPr>
            <a:spLocks noGrp="1" noChangeArrowheads="1"/>
          </p:cNvSpPr>
          <p:nvPr>
            <p:ph type="ctrTitle"/>
          </p:nvPr>
        </p:nvSpPr>
        <p:spPr>
          <a:xfrm>
            <a:off x="742950" y="2130425"/>
            <a:ext cx="8420100" cy="1470025"/>
          </a:xfrm>
        </p:spPr>
        <p:txBody>
          <a:bodyPr/>
          <a:lstStyle>
            <a:lvl1pPr>
              <a:defRPr/>
            </a:lvl1pPr>
          </a:lstStyle>
          <a:p>
            <a:pPr lvl="0"/>
            <a:r>
              <a:rPr lang="en-GB" altLang="en-US" noProof="0"/>
              <a:t>Click to edit Master title style</a:t>
            </a:r>
          </a:p>
        </p:txBody>
      </p:sp>
      <p:sp>
        <p:nvSpPr>
          <p:cNvPr id="79875" name="Rectangle 3"/>
          <p:cNvSpPr>
            <a:spLocks noGrp="1" noChangeArrowheads="1"/>
          </p:cNvSpPr>
          <p:nvPr>
            <p:ph type="subTitle" idx="1"/>
          </p:nvPr>
        </p:nvSpPr>
        <p:spPr>
          <a:xfrm>
            <a:off x="1485900" y="3886200"/>
            <a:ext cx="6934200" cy="1752600"/>
          </a:xfrm>
        </p:spPr>
        <p:txBody>
          <a:bodyPr/>
          <a:lstStyle>
            <a:lvl1pPr marL="0" indent="0" algn="ctr">
              <a:buFont typeface="Wingdings" panose="05000000000000000000" pitchFamily="2" charset="2"/>
              <a:buNone/>
              <a:defRPr/>
            </a:lvl1pPr>
          </a:lstStyle>
          <a:p>
            <a:pPr lvl="0"/>
            <a:r>
              <a:rPr lang="en-GB" altLang="en-US" noProof="0"/>
              <a:t>Click to edit Master subtitle style</a:t>
            </a:r>
          </a:p>
        </p:txBody>
      </p:sp>
      <p:sp>
        <p:nvSpPr>
          <p:cNvPr id="2" name="Rectangle 5"/>
          <p:cNvSpPr>
            <a:spLocks noGrp="1" noChangeArrowheads="1"/>
          </p:cNvSpPr>
          <p:nvPr>
            <p:ph type="sldNum" sz="quarter" idx="4"/>
          </p:nvPr>
        </p:nvSpPr>
        <p:spPr bwMode="auto">
          <a:xfrm>
            <a:off x="7099300" y="6245225"/>
            <a:ext cx="2311400" cy="476250"/>
          </a:xfrm>
          <a:prstGeom prst="rect">
            <a:avLst/>
          </a:prstGeom>
        </p:spPr>
        <p:txBody>
          <a:bodyPr vert="horz" wrap="none" lIns="92075" tIns="46038" rIns="92075" bIns="46038" numCol="1" anchor="ctr" anchorCtr="0" compatLnSpc="1"/>
          <a:lstStyle/>
          <a:p>
            <a:pPr algn="r">
              <a:buNone/>
            </a:pPr>
            <a:fld id="{9A0DB2DC-4C9A-4742-B13C-FB6460FD3503}" type="slidenum">
              <a:rPr lang="en-GB" altLang="en-US" dirty="0"/>
              <a:pPr algn="r">
                <a:buNone/>
              </a:pPr>
              <a:t>‹#›</a:t>
            </a:fld>
            <a:endParaRPr lang="en-GB"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Slide Number Placeholder 3"/>
          <p:cNvSpPr>
            <a:spLocks noGrp="1"/>
          </p:cNvSpPr>
          <p:nvPr>
            <p:ph type="sldNum" sz="quarter" idx="10"/>
          </p:nvPr>
        </p:nvSpPr>
        <p:spPr/>
        <p:txBody>
          <a:bodyPr/>
          <a:lstStyle/>
          <a:p>
            <a:pPr lvl="0">
              <a:buNone/>
            </a:pPr>
            <a:fld id="{9A0DB2DC-4C9A-4742-B13C-FB6460FD3503}" type="slidenum">
              <a:rPr lang="en-GB" altLang="en-US" dirty="0">
                <a:latin typeface="Arial" panose="020B0604020202020204" pitchFamily="34" charset="0"/>
              </a:rPr>
              <a:pPr lvl="0">
                <a:buNone/>
              </a:pPr>
              <a:t>‹#›</a:t>
            </a:fld>
            <a:endParaRPr lang="en-GB" altLang="en-US"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6275" y="1709738"/>
            <a:ext cx="8543925"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676275" y="4589463"/>
            <a:ext cx="8543925"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Slide Number Placeholder 3"/>
          <p:cNvSpPr>
            <a:spLocks noGrp="1"/>
          </p:cNvSpPr>
          <p:nvPr>
            <p:ph type="sldNum" sz="quarter" idx="10"/>
          </p:nvPr>
        </p:nvSpPr>
        <p:spPr/>
        <p:txBody>
          <a:bodyPr/>
          <a:lstStyle/>
          <a:p>
            <a:pPr lvl="0">
              <a:buNone/>
            </a:pPr>
            <a:fld id="{9A0DB2DC-4C9A-4742-B13C-FB6460FD3503}" type="slidenum">
              <a:rPr lang="en-GB" altLang="en-US" dirty="0">
                <a:latin typeface="Arial" panose="020B0604020202020204" pitchFamily="34" charset="0"/>
              </a:rPr>
              <a:pPr lvl="0">
                <a:buNone/>
              </a:pPr>
              <a:t>‹#›</a:t>
            </a:fld>
            <a:endParaRPr lang="en-GB" altLang="en-US"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715963" y="1260475"/>
            <a:ext cx="4130675" cy="4767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999038" y="1260475"/>
            <a:ext cx="4130675" cy="4767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Slide Number Placeholder 4"/>
          <p:cNvSpPr>
            <a:spLocks noGrp="1"/>
          </p:cNvSpPr>
          <p:nvPr>
            <p:ph type="sldNum" sz="quarter" idx="10"/>
          </p:nvPr>
        </p:nvSpPr>
        <p:spPr/>
        <p:txBody>
          <a:bodyPr/>
          <a:lstStyle/>
          <a:p>
            <a:pPr lvl="0">
              <a:buNone/>
            </a:pPr>
            <a:fld id="{9A0DB2DC-4C9A-4742-B13C-FB6460FD3503}" type="slidenum">
              <a:rPr lang="en-GB" altLang="en-US" dirty="0">
                <a:latin typeface="Arial" panose="020B0604020202020204" pitchFamily="34" charset="0"/>
              </a:rPr>
              <a:pPr lvl="0">
                <a:buNone/>
              </a:pPr>
              <a:t>‹#›</a:t>
            </a:fld>
            <a:endParaRPr lang="en-GB" alt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625" y="365125"/>
            <a:ext cx="8543925"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82625" y="1681163"/>
            <a:ext cx="41910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2625" y="2505075"/>
            <a:ext cx="419100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5014913" y="1681163"/>
            <a:ext cx="42116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14913" y="2505075"/>
            <a:ext cx="42116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Slide Number Placeholder 6"/>
          <p:cNvSpPr>
            <a:spLocks noGrp="1"/>
          </p:cNvSpPr>
          <p:nvPr>
            <p:ph type="sldNum" sz="quarter" idx="10"/>
          </p:nvPr>
        </p:nvSpPr>
        <p:spPr/>
        <p:txBody>
          <a:bodyPr/>
          <a:lstStyle/>
          <a:p>
            <a:pPr lvl="0">
              <a:buNone/>
            </a:pPr>
            <a:fld id="{9A0DB2DC-4C9A-4742-B13C-FB6460FD3503}" type="slidenum">
              <a:rPr lang="en-GB" altLang="en-US" dirty="0">
                <a:latin typeface="Arial" panose="020B0604020202020204" pitchFamily="34" charset="0"/>
              </a:rPr>
              <a:pPr lvl="0">
                <a:buNone/>
              </a:pPr>
              <a:t>‹#›</a:t>
            </a:fld>
            <a:endParaRPr lang="en-GB" alt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Slide Number Placeholder 2"/>
          <p:cNvSpPr>
            <a:spLocks noGrp="1"/>
          </p:cNvSpPr>
          <p:nvPr>
            <p:ph type="sldNum" sz="quarter" idx="10"/>
          </p:nvPr>
        </p:nvSpPr>
        <p:spPr/>
        <p:txBody>
          <a:bodyPr/>
          <a:lstStyle/>
          <a:p>
            <a:pPr lvl="0">
              <a:buNone/>
            </a:pPr>
            <a:fld id="{9A0DB2DC-4C9A-4742-B13C-FB6460FD3503}" type="slidenum">
              <a:rPr lang="en-GB" altLang="en-US" dirty="0">
                <a:latin typeface="Arial" panose="020B0604020202020204" pitchFamily="34" charset="0"/>
              </a:rPr>
              <a:pPr lvl="0">
                <a:buNone/>
              </a:pPr>
              <a:t>‹#›</a:t>
            </a:fld>
            <a:endParaRPr lang="en-GB" altLang="en-US"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pPr lvl="0">
              <a:buNone/>
            </a:pPr>
            <a:fld id="{9A0DB2DC-4C9A-4742-B13C-FB6460FD3503}" type="slidenum">
              <a:rPr lang="en-GB" altLang="en-US" dirty="0">
                <a:latin typeface="Arial" panose="020B0604020202020204" pitchFamily="34" charset="0"/>
              </a:rPr>
              <a:pPr lvl="0">
                <a:buNone/>
              </a:pPr>
              <a:t>‹#›</a:t>
            </a:fld>
            <a:endParaRPr lang="en-GB" alt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625" y="457200"/>
            <a:ext cx="3194050"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4211638" y="987425"/>
            <a:ext cx="501491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82625" y="2057400"/>
            <a:ext cx="319405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p:cNvSpPr>
            <a:spLocks noGrp="1"/>
          </p:cNvSpPr>
          <p:nvPr>
            <p:ph type="sldNum" sz="quarter" idx="10"/>
          </p:nvPr>
        </p:nvSpPr>
        <p:spPr/>
        <p:txBody>
          <a:bodyPr/>
          <a:lstStyle/>
          <a:p>
            <a:pPr lvl="0">
              <a:buNone/>
            </a:pPr>
            <a:fld id="{9A0DB2DC-4C9A-4742-B13C-FB6460FD3503}" type="slidenum">
              <a:rPr lang="en-GB" altLang="en-US" dirty="0">
                <a:latin typeface="Arial" panose="020B0604020202020204" pitchFamily="34" charset="0"/>
              </a:rPr>
              <a:pPr lvl="0">
                <a:buNone/>
              </a:pPr>
              <a:t>‹#›</a:t>
            </a:fld>
            <a:endParaRPr lang="en-GB" altLang="en-US"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625" y="457200"/>
            <a:ext cx="3194050"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4211638" y="987425"/>
            <a:ext cx="5014912" cy="4873625"/>
          </a:xfrm>
        </p:spPr>
        <p:txBody>
          <a:bodyPr vert="horz" wrap="square" lIns="92075" tIns="46038" rIns="92075" bIns="46038"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defRPr/>
            </a:pPr>
            <a:endParaRPr kumimoji="0" lang="en-IN"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82625" y="2057400"/>
            <a:ext cx="319405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p:cNvSpPr>
            <a:spLocks noGrp="1"/>
          </p:cNvSpPr>
          <p:nvPr>
            <p:ph type="sldNum" sz="quarter" idx="10"/>
          </p:nvPr>
        </p:nvSpPr>
        <p:spPr/>
        <p:txBody>
          <a:bodyPr/>
          <a:lstStyle/>
          <a:p>
            <a:pPr lvl="0">
              <a:buNone/>
            </a:pPr>
            <a:fld id="{9A0DB2DC-4C9A-4742-B13C-FB6460FD3503}" type="slidenum">
              <a:rPr lang="en-GB" altLang="en-US" dirty="0">
                <a:latin typeface="Arial" panose="020B0604020202020204" pitchFamily="34" charset="0"/>
              </a:rPr>
              <a:pPr lvl="0">
                <a:buNone/>
              </a:pPr>
              <a:t>‹#›</a:t>
            </a:fld>
            <a:endParaRPr lang="en-GB" altLang="en-US"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Slide Number Placeholder 3"/>
          <p:cNvSpPr>
            <a:spLocks noGrp="1"/>
          </p:cNvSpPr>
          <p:nvPr>
            <p:ph type="sldNum" sz="quarter" idx="10"/>
          </p:nvPr>
        </p:nvSpPr>
        <p:spPr/>
        <p:txBody>
          <a:bodyPr/>
          <a:lstStyle/>
          <a:p>
            <a:pPr lvl="0">
              <a:buNone/>
            </a:pPr>
            <a:fld id="{9A0DB2DC-4C9A-4742-B13C-FB6460FD3503}" type="slidenum">
              <a:rPr lang="en-GB" altLang="en-US" dirty="0">
                <a:latin typeface="Arial" panose="020B0604020202020204" pitchFamily="34" charset="0"/>
              </a:rPr>
              <a:pPr lvl="0">
                <a:buNone/>
              </a:pPr>
              <a:t>‹#›</a:t>
            </a:fld>
            <a:endParaRPr lang="en-GB" alt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26275" y="381000"/>
            <a:ext cx="2103438" cy="56467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715963" y="381000"/>
            <a:ext cx="6157912" cy="56467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Slide Number Placeholder 3"/>
          <p:cNvSpPr>
            <a:spLocks noGrp="1"/>
          </p:cNvSpPr>
          <p:nvPr>
            <p:ph type="sldNum" sz="quarter" idx="10"/>
          </p:nvPr>
        </p:nvSpPr>
        <p:spPr/>
        <p:txBody>
          <a:bodyPr/>
          <a:lstStyle/>
          <a:p>
            <a:pPr lvl="0">
              <a:buNone/>
            </a:pPr>
            <a:fld id="{9A0DB2DC-4C9A-4742-B13C-FB6460FD3503}" type="slidenum">
              <a:rPr lang="en-GB" altLang="en-US" dirty="0">
                <a:latin typeface="Arial" panose="020B0604020202020204" pitchFamily="34" charset="0"/>
              </a:rPr>
              <a:pPr lvl="0">
                <a:buNone/>
              </a:pPr>
              <a:t>‹#›</a:t>
            </a:fld>
            <a:endParaRPr lang="en-GB" altLang="en-US"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94521" y="273629"/>
            <a:ext cx="8913840" cy="1143480"/>
          </a:xfrm>
        </p:spPr>
        <p:txBody>
          <a:bodyPr/>
          <a:lstStyle/>
          <a:p>
            <a:r>
              <a:rPr lang="en-US"/>
              <a:t>Click to edit Master title style</a:t>
            </a:r>
            <a:endParaRPr lang="en-GB"/>
          </a:p>
        </p:txBody>
      </p:sp>
      <p:sp>
        <p:nvSpPr>
          <p:cNvPr id="3" name="Date Placeholder 2"/>
          <p:cNvSpPr>
            <a:spLocks noGrp="1"/>
          </p:cNvSpPr>
          <p:nvPr>
            <p:ph type="dt" idx="2"/>
          </p:nvPr>
        </p:nvSpPr>
        <p:spPr>
          <a:xfrm>
            <a:off x="495300" y="6246813"/>
            <a:ext cx="2305050" cy="473075"/>
          </a:xfr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D204BC85-72CC-46C4-87E7-FB0B31A0668F}" type="datetime1">
              <a:rPr kumimoji="0" lang="en-US" sz="18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pPr marL="0" marR="0" lvl="0" indent="0" algn="l" defTabSz="914400" rtl="0" eaLnBrk="0" fontAlgn="base" latinLnBrk="0" hangingPunct="0">
                <a:lnSpc>
                  <a:spcPct val="100000"/>
                </a:lnSpc>
                <a:spcBef>
                  <a:spcPct val="0"/>
                </a:spcBef>
                <a:spcAft>
                  <a:spcPct val="0"/>
                </a:spcAft>
                <a:buClrTx/>
                <a:buSzTx/>
                <a:buFontTx/>
                <a:buNone/>
                <a:defRPr/>
              </a:pPr>
              <a:t>18-Nov-25</a:t>
            </a:fld>
            <a:endParaRPr kumimoji="0" lang="en-GB"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Footer Placeholder 3"/>
          <p:cNvSpPr>
            <a:spLocks noGrp="1"/>
          </p:cNvSpPr>
          <p:nvPr>
            <p:ph type="ftr" idx="3"/>
          </p:nvPr>
        </p:nvSpPr>
        <p:spPr>
          <a:xfrm>
            <a:off x="3387725" y="6246813"/>
            <a:ext cx="3140075" cy="473075"/>
          </a:xfr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GB"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Slide Number Placeholder 4"/>
          <p:cNvSpPr>
            <a:spLocks noGrp="1"/>
          </p:cNvSpPr>
          <p:nvPr>
            <p:ph type="sldNum" idx="4"/>
          </p:nvPr>
        </p:nvSpPr>
        <p:spPr bwMode="auto">
          <a:xfrm>
            <a:off x="7102475" y="6246813"/>
            <a:ext cx="2306638" cy="473075"/>
          </a:xfrm>
          <a:prstGeom prst="rect">
            <a:avLst/>
          </a:prstGeom>
        </p:spPr>
        <p:txBody>
          <a:bodyPr vert="horz" wrap="none" lIns="92075" tIns="46038" rIns="92075" bIns="46038" numCol="1" anchor="ctr" anchorCtr="0" compatLnSpc="1"/>
          <a:lstStyle/>
          <a:p>
            <a:pPr algn="r">
              <a:buNone/>
            </a:pPr>
            <a:fld id="{9A0DB2DC-4C9A-4742-B13C-FB6460FD3503}" type="slidenum">
              <a:rPr lang="en-GB" altLang="en-US" dirty="0"/>
              <a:pPr algn="r">
                <a:buNone/>
              </a:pPr>
              <a:t>‹#›</a:t>
            </a:fld>
            <a:endParaRPr lang="en-GB"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CCFFFF">
            <a:alpha val="54000"/>
          </a:srgbClr>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727075" y="381000"/>
            <a:ext cx="8391525" cy="746125"/>
          </a:xfrm>
          <a:prstGeom prst="rect">
            <a:avLst/>
          </a:prstGeom>
          <a:noFill/>
          <a:ln w="9525">
            <a:noFill/>
          </a:ln>
        </p:spPr>
        <p:txBody>
          <a:bodyPr lIns="92075" tIns="46038" rIns="92075" bIns="46038"/>
          <a:lstStyle/>
          <a:p>
            <a:pPr lvl="0"/>
            <a:r>
              <a:rPr lang="en-GB" altLang="en-US" dirty="0"/>
              <a:t>Title</a:t>
            </a:r>
          </a:p>
        </p:txBody>
      </p:sp>
      <p:sp>
        <p:nvSpPr>
          <p:cNvPr id="1027" name="Rectangle 3"/>
          <p:cNvSpPr>
            <a:spLocks noGrp="1"/>
          </p:cNvSpPr>
          <p:nvPr>
            <p:ph type="body" idx="1"/>
          </p:nvPr>
        </p:nvSpPr>
        <p:spPr>
          <a:xfrm>
            <a:off x="715963" y="1260475"/>
            <a:ext cx="8413750" cy="4767263"/>
          </a:xfrm>
          <a:prstGeom prst="rect">
            <a:avLst/>
          </a:prstGeom>
          <a:noFill/>
          <a:ln w="9525">
            <a:noFill/>
          </a:ln>
        </p:spPr>
        <p:txBody>
          <a:bodyPr lIns="92075" tIns="46038" rIns="92075" bIns="46038"/>
          <a:lstStyle/>
          <a:p>
            <a:pPr lvl="0"/>
            <a:r>
              <a:rPr lang="en-GB" altLang="en-US" dirty="0"/>
              <a:t>Heading 1</a:t>
            </a:r>
          </a:p>
          <a:p>
            <a:pPr lvl="1"/>
            <a:r>
              <a:rPr lang="en-GB" altLang="en-US" dirty="0"/>
              <a:t>Heading 2</a:t>
            </a:r>
          </a:p>
          <a:p>
            <a:pPr lvl="2"/>
            <a:r>
              <a:rPr lang="en-GB" altLang="en-US" dirty="0"/>
              <a:t>Heading 3</a:t>
            </a:r>
          </a:p>
          <a:p>
            <a:pPr lvl="3"/>
            <a:r>
              <a:rPr lang="en-GB" altLang="en-US" dirty="0"/>
              <a:t>Heading 4</a:t>
            </a:r>
          </a:p>
        </p:txBody>
      </p:sp>
      <p:sp>
        <p:nvSpPr>
          <p:cNvPr id="78852" name="Rectangle 4"/>
          <p:cNvSpPr>
            <a:spLocks noGrp="1" noChangeArrowheads="1"/>
          </p:cNvSpPr>
          <p:nvPr>
            <p:ph type="sldNum" sz="quarter" idx="4"/>
          </p:nvPr>
        </p:nvSpPr>
        <p:spPr bwMode="auto">
          <a:xfrm>
            <a:off x="7086600" y="6248400"/>
            <a:ext cx="2057400" cy="457200"/>
          </a:xfrm>
          <a:prstGeom prst="rect">
            <a:avLst/>
          </a:prstGeom>
          <a:noFill/>
          <a:ln>
            <a:noFill/>
          </a:ln>
          <a:effectLst/>
        </p:spPr>
        <p:txBody>
          <a:bodyPr vert="horz" wrap="none" lIns="92075" tIns="46038" rIns="92075" bIns="46038" numCol="1" anchor="ctr" anchorCtr="0" compatLnSpc="1"/>
          <a:lstStyle>
            <a:lvl1pPr algn="r">
              <a:defRPr sz="1400"/>
            </a:lvl1pPr>
          </a:lstStyle>
          <a:p>
            <a:pPr lvl="0">
              <a:buNone/>
            </a:pPr>
            <a:fld id="{9A0DB2DC-4C9A-4742-B13C-FB6460FD3503}" type="slidenum">
              <a:rPr lang="en-GB" altLang="en-US" dirty="0">
                <a:latin typeface="Arial" panose="020B0604020202020204" pitchFamily="34" charset="0"/>
              </a:rPr>
              <a:pPr lvl="0">
                <a:buNone/>
              </a:pPr>
              <a:t>‹#›</a:t>
            </a:fld>
            <a:endParaRPr lang="en-GB"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rtl="0" eaLnBrk="0" fontAlgn="base" hangingPunct="0">
        <a:spcBef>
          <a:spcPct val="0"/>
        </a:spcBef>
        <a:spcAft>
          <a:spcPct val="0"/>
        </a:spcAft>
        <a:defRPr sz="4000" b="1" i="1" kern="1200">
          <a:solidFill>
            <a:srgbClr val="640064"/>
          </a:solidFill>
          <a:latin typeface="+mj-lt"/>
          <a:ea typeface="+mj-ea"/>
          <a:cs typeface="+mj-cs"/>
        </a:defRPr>
      </a:lvl1pPr>
      <a:lvl2pPr algn="l" rtl="0" eaLnBrk="0" fontAlgn="base" hangingPunct="0">
        <a:spcBef>
          <a:spcPct val="0"/>
        </a:spcBef>
        <a:spcAft>
          <a:spcPct val="0"/>
        </a:spcAft>
        <a:defRPr sz="4000" b="1" i="1">
          <a:solidFill>
            <a:srgbClr val="640064"/>
          </a:solidFill>
          <a:latin typeface="Arial" panose="020B0604020202020204" pitchFamily="34" charset="0"/>
        </a:defRPr>
      </a:lvl2pPr>
      <a:lvl3pPr algn="l" rtl="0" eaLnBrk="0" fontAlgn="base" hangingPunct="0">
        <a:spcBef>
          <a:spcPct val="0"/>
        </a:spcBef>
        <a:spcAft>
          <a:spcPct val="0"/>
        </a:spcAft>
        <a:defRPr sz="4000" b="1" i="1">
          <a:solidFill>
            <a:srgbClr val="640064"/>
          </a:solidFill>
          <a:latin typeface="Arial" panose="020B0604020202020204" pitchFamily="34" charset="0"/>
        </a:defRPr>
      </a:lvl3pPr>
      <a:lvl4pPr algn="l" rtl="0" eaLnBrk="0" fontAlgn="base" hangingPunct="0">
        <a:spcBef>
          <a:spcPct val="0"/>
        </a:spcBef>
        <a:spcAft>
          <a:spcPct val="0"/>
        </a:spcAft>
        <a:defRPr sz="4000" b="1" i="1">
          <a:solidFill>
            <a:srgbClr val="640064"/>
          </a:solidFill>
          <a:latin typeface="Arial" panose="020B0604020202020204" pitchFamily="34" charset="0"/>
        </a:defRPr>
      </a:lvl4pPr>
      <a:lvl5pPr algn="l" rtl="0" eaLnBrk="0" fontAlgn="base" hangingPunct="0">
        <a:spcBef>
          <a:spcPct val="0"/>
        </a:spcBef>
        <a:spcAft>
          <a:spcPct val="0"/>
        </a:spcAft>
        <a:defRPr sz="4000" b="1" i="1">
          <a:solidFill>
            <a:srgbClr val="640064"/>
          </a:solidFill>
          <a:latin typeface="Arial" panose="020B0604020202020204" pitchFamily="34" charset="0"/>
        </a:defRPr>
      </a:lvl5pPr>
      <a:lvl6pPr marL="457200" algn="l" rtl="0" eaLnBrk="0" fontAlgn="base" hangingPunct="0">
        <a:spcBef>
          <a:spcPct val="0"/>
        </a:spcBef>
        <a:spcAft>
          <a:spcPct val="0"/>
        </a:spcAft>
        <a:defRPr sz="4000" b="1" i="1">
          <a:solidFill>
            <a:srgbClr val="640064"/>
          </a:solidFill>
          <a:latin typeface="Arial" panose="020B0604020202020204" pitchFamily="34" charset="0"/>
        </a:defRPr>
      </a:lvl6pPr>
      <a:lvl7pPr marL="914400" algn="l" rtl="0" eaLnBrk="0" fontAlgn="base" hangingPunct="0">
        <a:spcBef>
          <a:spcPct val="0"/>
        </a:spcBef>
        <a:spcAft>
          <a:spcPct val="0"/>
        </a:spcAft>
        <a:defRPr sz="4000" b="1" i="1">
          <a:solidFill>
            <a:srgbClr val="640064"/>
          </a:solidFill>
          <a:latin typeface="Arial" panose="020B0604020202020204" pitchFamily="34" charset="0"/>
        </a:defRPr>
      </a:lvl7pPr>
      <a:lvl8pPr marL="1371600" algn="l" rtl="0" eaLnBrk="0" fontAlgn="base" hangingPunct="0">
        <a:spcBef>
          <a:spcPct val="0"/>
        </a:spcBef>
        <a:spcAft>
          <a:spcPct val="0"/>
        </a:spcAft>
        <a:defRPr sz="4000" b="1" i="1">
          <a:solidFill>
            <a:srgbClr val="640064"/>
          </a:solidFill>
          <a:latin typeface="Arial" panose="020B0604020202020204" pitchFamily="34" charset="0"/>
        </a:defRPr>
      </a:lvl8pPr>
      <a:lvl9pPr marL="1828800" algn="l" rtl="0" eaLnBrk="0" fontAlgn="base" hangingPunct="0">
        <a:spcBef>
          <a:spcPct val="0"/>
        </a:spcBef>
        <a:spcAft>
          <a:spcPct val="0"/>
        </a:spcAft>
        <a:defRPr sz="4000" b="1" i="1">
          <a:solidFill>
            <a:srgbClr val="640064"/>
          </a:solidFill>
          <a:latin typeface="Arial" panose="020B0604020202020204" pitchFamily="34" charset="0"/>
        </a:defRPr>
      </a:lvl9pPr>
    </p:titleStyle>
    <p:bodyStyle>
      <a:lvl1pPr marL="292100" indent="-292100" algn="l" rtl="0" eaLnBrk="0" fontAlgn="base" hangingPunct="0">
        <a:spcBef>
          <a:spcPct val="20000"/>
        </a:spcBef>
        <a:spcAft>
          <a:spcPct val="0"/>
        </a:spcAft>
        <a:buClr>
          <a:srgbClr val="640064"/>
        </a:buClr>
        <a:buSzPct val="75000"/>
        <a:buFont typeface="Wingdings" panose="05000000000000000000" pitchFamily="2" charset="2"/>
        <a:buChar char="l"/>
        <a:defRPr sz="2800" kern="1200">
          <a:solidFill>
            <a:schemeClr val="tx1"/>
          </a:solidFill>
          <a:latin typeface="+mn-lt"/>
          <a:ea typeface="+mn-ea"/>
          <a:cs typeface="+mn-cs"/>
        </a:defRPr>
      </a:lvl1pPr>
      <a:lvl2pPr marL="863600" indent="-295275" algn="l" rtl="0" eaLnBrk="0" fontAlgn="base" hangingPunct="0">
        <a:spcBef>
          <a:spcPct val="10000"/>
        </a:spcBef>
        <a:spcAft>
          <a:spcPct val="10000"/>
        </a:spcAft>
        <a:buClr>
          <a:srgbClr val="640064"/>
        </a:buClr>
        <a:buSzPct val="75000"/>
        <a:buFont typeface="Wingdings" panose="05000000000000000000" pitchFamily="2" charset="2"/>
        <a:buChar char="l"/>
        <a:defRPr sz="2400" kern="1200">
          <a:solidFill>
            <a:schemeClr val="tx1"/>
          </a:solidFill>
          <a:latin typeface="+mn-lt"/>
          <a:ea typeface="+mn-ea"/>
          <a:cs typeface="+mn-cs"/>
        </a:defRPr>
      </a:lvl2pPr>
      <a:lvl3pPr marL="1435100" indent="-292100" algn="l" rtl="0" eaLnBrk="0" fontAlgn="base" hangingPunct="0">
        <a:spcBef>
          <a:spcPct val="10000"/>
        </a:spcBef>
        <a:spcAft>
          <a:spcPct val="10000"/>
        </a:spcAft>
        <a:buClr>
          <a:srgbClr val="640064"/>
        </a:buClr>
        <a:buSzPct val="75000"/>
        <a:buFont typeface="Wingdings" panose="05000000000000000000" pitchFamily="2" charset="2"/>
        <a:buChar char="l"/>
        <a:defRPr sz="2000" kern="1200">
          <a:solidFill>
            <a:schemeClr val="tx1"/>
          </a:solidFill>
          <a:latin typeface="+mn-lt"/>
          <a:ea typeface="+mn-ea"/>
          <a:cs typeface="+mn-cs"/>
        </a:defRPr>
      </a:lvl3pPr>
      <a:lvl4pPr marL="2098675" indent="-377825" algn="l" rtl="0" eaLnBrk="0" fontAlgn="base" hangingPunct="0">
        <a:spcBef>
          <a:spcPct val="10000"/>
        </a:spcBef>
        <a:spcAft>
          <a:spcPct val="10000"/>
        </a:spcAft>
        <a:buClr>
          <a:srgbClr val="640064"/>
        </a:buClr>
        <a:buSzPct val="75000"/>
        <a:buFont typeface="Wingdings" panose="05000000000000000000" pitchFamily="2" charset="2"/>
        <a:buChar char="§"/>
        <a:defRPr kern="1200">
          <a:solidFill>
            <a:schemeClr val="tx1"/>
          </a:solidFill>
          <a:latin typeface="+mn-lt"/>
          <a:ea typeface="+mn-ea"/>
          <a:cs typeface="+mn-cs"/>
        </a:defRPr>
      </a:lvl4pPr>
      <a:lvl5pPr marL="2665730" indent="-376555" algn="l" rtl="0" eaLnBrk="0" fontAlgn="base" hangingPunct="0">
        <a:spcBef>
          <a:spcPct val="20000"/>
        </a:spcBef>
        <a:spcAft>
          <a:spcPct val="0"/>
        </a:spcAft>
        <a:buClr>
          <a:srgbClr val="640064"/>
        </a:buClr>
        <a:buSzPct val="75000"/>
        <a:buFont typeface="Wingdings" panose="05000000000000000000" pitchFamily="2" charset="2"/>
        <a:buChar char="l"/>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www.php.net/"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hyperlink" Target="http://www.php.net/" TargetMode="Externa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B0F359D4-F55F-A963-613B-EA6DF8C25684}"/>
              </a:ext>
            </a:extLst>
          </p:cNvPr>
          <p:cNvSpPr>
            <a:spLocks noGrp="1"/>
          </p:cNvSpPr>
          <p:nvPr>
            <p:ph type="sldNum" sz="quarter" idx="4"/>
          </p:nvPr>
        </p:nvSpPr>
        <p:spPr/>
        <p:txBody>
          <a:bodyPr/>
          <a:lstStyle/>
          <a:p>
            <a:pPr algn="r">
              <a:buNone/>
            </a:pPr>
            <a:fld id="{9A0DB2DC-4C9A-4742-B13C-FB6460FD3503}" type="slidenum">
              <a:rPr lang="en-GB" altLang="en-US" smtClean="0"/>
              <a:pPr algn="r">
                <a:buNone/>
              </a:pPr>
              <a:t>1</a:t>
            </a:fld>
            <a:endParaRPr lang="en-GB" altLang="en-US" dirty="0"/>
          </a:p>
        </p:txBody>
      </p:sp>
      <p:sp>
        <p:nvSpPr>
          <p:cNvPr id="3" name="Rectangle 2">
            <a:extLst>
              <a:ext uri="{FF2B5EF4-FFF2-40B4-BE49-F238E27FC236}">
                <a16:creationId xmlns:a16="http://schemas.microsoft.com/office/drawing/2014/main" xmlns="" id="{A8875BB5-0DF0-5375-DC86-3A358B3C955C}"/>
              </a:ext>
            </a:extLst>
          </p:cNvPr>
          <p:cNvSpPr txBox="1">
            <a:spLocks noChangeArrowheads="1"/>
          </p:cNvSpPr>
          <p:nvPr/>
        </p:nvSpPr>
        <p:spPr>
          <a:xfrm>
            <a:off x="1280592" y="260648"/>
            <a:ext cx="7620000" cy="5073352"/>
          </a:xfrm>
          <a:prstGeom prst="rect">
            <a:avLst/>
          </a:prstGeom>
          <a:solidFill>
            <a:schemeClr val="accent1">
              <a:lumMod val="20000"/>
              <a:lumOff val="80000"/>
            </a:schemeClr>
          </a:solidFill>
          <a:scene3d>
            <a:camera prst="legacyObliqueBottomLeft"/>
            <a:lightRig rig="legacyFlat3" dir="t"/>
          </a:scene3d>
          <a:sp3d extrusionH="430200" prstMaterial="legacyMatte">
            <a:bevelT w="13500" h="13500" prst="angle"/>
            <a:bevelB w="13500" h="13500" prst="angle"/>
            <a:extrusionClr>
              <a:srgbClr val="40949A"/>
            </a:extrusionClr>
            <a:contourClr>
              <a:srgbClr val="40949A"/>
            </a:contourClr>
          </a:sp3d>
        </p:spPr>
        <p:txBody>
          <a:bodyPr vert="horz" lIns="91440" tIns="45720" rIns="91440" bIns="45720" rtlCol="0" anchor="ctr">
            <a:normAutofit/>
            <a:flatTx/>
          </a:bodyPr>
          <a:lstStyle>
            <a:lvl1pPr algn="ctr" defTabSz="742950" rtl="0" eaLnBrk="1" latinLnBrk="0" hangingPunct="1">
              <a:lnSpc>
                <a:spcPct val="90000"/>
              </a:lnSpc>
              <a:spcBef>
                <a:spcPct val="0"/>
              </a:spcBef>
              <a:buNone/>
              <a:defRPr sz="4875" kern="1200">
                <a:solidFill>
                  <a:schemeClr val="tx1"/>
                </a:solidFill>
                <a:latin typeface="+mj-lt"/>
                <a:ea typeface="+mj-ea"/>
                <a:cs typeface="+mj-cs"/>
              </a:defRPr>
            </a:lvl1pPr>
          </a:lstStyle>
          <a:p>
            <a:pPr fontAlgn="auto">
              <a:spcAft>
                <a:spcPts val="0"/>
              </a:spcAft>
              <a:defRPr/>
            </a:pPr>
            <a:r>
              <a:rPr lang="en-US" altLang="en-US" dirty="0">
                <a:solidFill>
                  <a:srgbClr val="FF0000"/>
                </a:solidFill>
                <a:latin typeface="Times New Roman" panose="02020603050405020304" pitchFamily="18" charset="0"/>
                <a:cs typeface="Times New Roman" panose="02020603050405020304" pitchFamily="18" charset="0"/>
              </a:rPr>
              <a:t>UNIT-5</a:t>
            </a:r>
            <a:r>
              <a:rPr lang="en-US" sz="3200" dirty="0">
                <a:latin typeface="Calibri" panose="020F0502020204030204" pitchFamily="34" charset="0"/>
                <a:ea typeface="Calibri" panose="020F0502020204030204" pitchFamily="34" charset="0"/>
                <a:cs typeface="Calibri" panose="020F0502020204030204" pitchFamily="34" charset="0"/>
              </a:rPr>
              <a:t/>
            </a:r>
            <a:br>
              <a:rPr lang="en-US" sz="3200" dirty="0">
                <a:latin typeface="Calibri" panose="020F0502020204030204" pitchFamily="34" charset="0"/>
                <a:ea typeface="Calibri" panose="020F0502020204030204" pitchFamily="34" charset="0"/>
                <a:cs typeface="Calibri" panose="020F0502020204030204" pitchFamily="34" charset="0"/>
              </a:rPr>
            </a:br>
            <a:r>
              <a:rPr lang="en-US" sz="3200" dirty="0">
                <a:latin typeface="Calibri" panose="020F0502020204030204" pitchFamily="34" charset="0"/>
                <a:ea typeface="Calibri" panose="020F0502020204030204" pitchFamily="34" charset="0"/>
                <a:cs typeface="Calibri" panose="020F0502020204030204" pitchFamily="34" charset="0"/>
              </a:rPr>
              <a:t>PHP and MYSQL </a:t>
            </a:r>
            <a:br>
              <a:rPr lang="en-US" sz="3200" dirty="0">
                <a:latin typeface="Calibri" panose="020F0502020204030204" pitchFamily="34" charset="0"/>
                <a:ea typeface="Calibri" panose="020F0502020204030204" pitchFamily="34" charset="0"/>
                <a:cs typeface="Calibri" panose="020F0502020204030204" pitchFamily="34" charset="0"/>
              </a:rPr>
            </a:br>
            <a:r>
              <a:rPr lang="en-US" sz="3200" dirty="0">
                <a:latin typeface="Calibri" panose="020F0502020204030204" pitchFamily="34" charset="0"/>
                <a:ea typeface="Calibri" panose="020F0502020204030204" pitchFamily="34" charset="0"/>
                <a:cs typeface="Calibri" panose="020F0502020204030204" pitchFamily="34" charset="0"/>
              </a:rPr>
              <a:t>PHP Basics </a:t>
            </a:r>
            <a:r>
              <a:rPr lang="en-US" sz="3200" dirty="0" smtClean="0">
                <a:latin typeface="Calibri" panose="020F0502020204030204" pitchFamily="34" charset="0"/>
                <a:ea typeface="Calibri" panose="020F0502020204030204" pitchFamily="34" charset="0"/>
                <a:cs typeface="Calibri" panose="020F0502020204030204" pitchFamily="34" charset="0"/>
              </a:rPr>
              <a:t>- </a:t>
            </a:r>
            <a:r>
              <a:rPr lang="en-US" sz="3200" dirty="0">
                <a:latin typeface="Calibri" panose="020F0502020204030204" pitchFamily="34" charset="0"/>
                <a:ea typeface="Calibri" panose="020F0502020204030204" pitchFamily="34" charset="0"/>
                <a:cs typeface="Calibri" panose="020F0502020204030204" pitchFamily="34" charset="0"/>
              </a:rPr>
              <a:t>Arrays </a:t>
            </a:r>
            <a:r>
              <a:rPr lang="en-US" sz="3200" dirty="0" smtClean="0">
                <a:latin typeface="Calibri" panose="020F0502020204030204" pitchFamily="34" charset="0"/>
                <a:ea typeface="Calibri" panose="020F0502020204030204" pitchFamily="34" charset="0"/>
                <a:cs typeface="Calibri" panose="020F0502020204030204" pitchFamily="34" charset="0"/>
              </a:rPr>
              <a:t>- Functions- </a:t>
            </a:r>
            <a:r>
              <a:rPr lang="en-US" sz="3200" dirty="0">
                <a:latin typeface="Calibri" panose="020F0502020204030204" pitchFamily="34" charset="0"/>
                <a:ea typeface="Calibri" panose="020F0502020204030204" pitchFamily="34" charset="0"/>
                <a:cs typeface="Calibri" panose="020F0502020204030204" pitchFamily="34" charset="0"/>
              </a:rPr>
              <a:t>Form Handling - File handling </a:t>
            </a:r>
            <a:r>
              <a:rPr lang="en-US" sz="3200" dirty="0" smtClean="0">
                <a:latin typeface="Calibri" panose="020F0502020204030204" pitchFamily="34" charset="0"/>
                <a:ea typeface="Calibri" panose="020F0502020204030204" pitchFamily="34" charset="0"/>
                <a:cs typeface="Calibri" panose="020F0502020204030204" pitchFamily="34" charset="0"/>
              </a:rPr>
              <a:t>- </a:t>
            </a:r>
            <a:r>
              <a:rPr lang="en-US" sz="3200" dirty="0">
                <a:latin typeface="Calibri" panose="020F0502020204030204" pitchFamily="34" charset="0"/>
                <a:ea typeface="Calibri" panose="020F0502020204030204" pitchFamily="34" charset="0"/>
                <a:cs typeface="Calibri" panose="020F0502020204030204" pitchFamily="34" charset="0"/>
              </a:rPr>
              <a:t>Date and Time </a:t>
            </a:r>
            <a:r>
              <a:rPr lang="en-US" sz="3200" dirty="0" smtClean="0">
                <a:latin typeface="Calibri" panose="020F0502020204030204" pitchFamily="34" charset="0"/>
                <a:ea typeface="Calibri" panose="020F0502020204030204" pitchFamily="34" charset="0"/>
                <a:cs typeface="Calibri" panose="020F0502020204030204" pitchFamily="34" charset="0"/>
              </a:rPr>
              <a:t>- </a:t>
            </a:r>
            <a:r>
              <a:rPr lang="en-US" sz="3200" dirty="0">
                <a:latin typeface="Calibri" panose="020F0502020204030204" pitchFamily="34" charset="0"/>
                <a:ea typeface="Calibri" panose="020F0502020204030204" pitchFamily="34" charset="0"/>
                <a:cs typeface="Calibri" panose="020F0502020204030204" pitchFamily="34" charset="0"/>
              </a:rPr>
              <a:t>MYSQL Basics - PHP and MYSQL Database Connectivity- Session - Cookies, E-mail </a:t>
            </a:r>
            <a:r>
              <a:rPr lang="en-US" sz="3200" dirty="0" smtClean="0">
                <a:latin typeface="Calibri" panose="020F0502020204030204" pitchFamily="34" charset="0"/>
                <a:ea typeface="Calibri" panose="020F0502020204030204" pitchFamily="34" charset="0"/>
                <a:cs typeface="Calibri" panose="020F0502020204030204" pitchFamily="34" charset="0"/>
              </a:rPr>
              <a:t>- </a:t>
            </a:r>
            <a:r>
              <a:rPr lang="en-US" sz="3200" dirty="0">
                <a:latin typeface="Calibri" panose="020F0502020204030204" pitchFamily="34" charset="0"/>
                <a:ea typeface="Calibri" panose="020F0502020204030204" pitchFamily="34" charset="0"/>
                <a:cs typeface="Calibri" panose="020F0502020204030204" pitchFamily="34" charset="0"/>
              </a:rPr>
              <a:t>PHP and XML </a:t>
            </a:r>
            <a:r>
              <a:rPr lang="en-US" sz="3200" dirty="0" smtClean="0">
                <a:latin typeface="Calibri" panose="020F0502020204030204" pitchFamily="34" charset="0"/>
                <a:ea typeface="Calibri" panose="020F0502020204030204" pitchFamily="34" charset="0"/>
                <a:cs typeface="Calibri" panose="020F0502020204030204" pitchFamily="34" charset="0"/>
              </a:rPr>
              <a:t>-PHP </a:t>
            </a:r>
            <a:r>
              <a:rPr lang="en-US" sz="3200" dirty="0">
                <a:latin typeface="Calibri" panose="020F0502020204030204" pitchFamily="34" charset="0"/>
                <a:ea typeface="Calibri" panose="020F0502020204030204" pitchFamily="34" charset="0"/>
                <a:cs typeface="Calibri" panose="020F0502020204030204" pitchFamily="34" charset="0"/>
              </a:rPr>
              <a:t>and AJAX. </a:t>
            </a:r>
            <a:endParaRPr lang="en-US" altLang="en-US" sz="8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p:cNvSpPr>
          <p:nvPr>
            <p:ph type="title"/>
          </p:nvPr>
        </p:nvSpPr>
        <p:spPr>
          <a:xfrm>
            <a:off x="836613" y="273050"/>
            <a:ext cx="8231187" cy="1146175"/>
          </a:xfrm>
        </p:spPr>
        <p:txBody>
          <a:bodyPr vert="horz" wrap="square" lIns="92075" tIns="46038" rIns="92075" bIns="46038" anchor="t" anchorCtr="0"/>
          <a:lstStyle/>
          <a:p>
            <a:pPr defTabSz="914400">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GB" altLang="en-US" dirty="0"/>
              <a:t>PHP Introduction</a:t>
            </a:r>
          </a:p>
        </p:txBody>
      </p:sp>
      <p:sp>
        <p:nvSpPr>
          <p:cNvPr id="8195" name="Rectangle 2"/>
          <p:cNvSpPr>
            <a:spLocks noGrp="1"/>
          </p:cNvSpPr>
          <p:nvPr>
            <p:ph idx="1"/>
          </p:nvPr>
        </p:nvSpPr>
        <p:spPr>
          <a:xfrm>
            <a:off x="488950" y="765175"/>
            <a:ext cx="8578850" cy="5284788"/>
          </a:xfrm>
        </p:spPr>
        <p:txBody>
          <a:bodyPr vert="horz" wrap="square" lIns="92075" tIns="46038" rIns="92075" bIns="46038" anchor="t" anchorCtr="0"/>
          <a:lstStyle/>
          <a:p>
            <a:pPr marL="0" indent="0" defTabSz="914400">
              <a:buNone/>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endParaRPr lang="en-GB" altLang="en-US" sz="3000" dirty="0">
              <a:latin typeface="Times New Roman" panose="02020603050405020304" pitchFamily="18" charset="0"/>
              <a:cs typeface="Times New Roman" panose="02020603050405020304" pitchFamily="18" charset="0"/>
            </a:endParaRPr>
          </a:p>
          <a:p>
            <a:pPr marL="0" indent="0" defTabSz="914400">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GB" altLang="en-US" sz="3000" dirty="0">
                <a:latin typeface="Times New Roman" panose="02020603050405020304" pitchFamily="18" charset="0"/>
                <a:cs typeface="Times New Roman" panose="02020603050405020304" pitchFamily="18" charset="0"/>
              </a:rPr>
              <a:t> </a:t>
            </a:r>
            <a:r>
              <a:rPr lang="en-US" altLang="en-US" sz="3000" dirty="0">
                <a:solidFill>
                  <a:srgbClr val="333333"/>
                </a:solidFill>
                <a:latin typeface="Times New Roman" panose="02020603050405020304" pitchFamily="18" charset="0"/>
                <a:cs typeface="Times New Roman" panose="02020603050405020304" pitchFamily="18" charset="0"/>
              </a:rPr>
              <a:t>PHP was created by </a:t>
            </a:r>
            <a:r>
              <a:rPr lang="en-US" altLang="en-US" sz="3000" b="1" dirty="0">
                <a:solidFill>
                  <a:srgbClr val="333333"/>
                </a:solidFill>
                <a:latin typeface="Times New Roman" panose="02020603050405020304" pitchFamily="18" charset="0"/>
                <a:cs typeface="Times New Roman" panose="02020603050405020304" pitchFamily="18" charset="0"/>
              </a:rPr>
              <a:t>Rasmus Lerdorf in 1994</a:t>
            </a:r>
            <a:r>
              <a:rPr lang="en-US" altLang="en-US" sz="3000" dirty="0">
                <a:solidFill>
                  <a:srgbClr val="333333"/>
                </a:solidFill>
                <a:latin typeface="Times New Roman" panose="02020603050405020304" pitchFamily="18" charset="0"/>
                <a:cs typeface="Times New Roman" panose="02020603050405020304" pitchFamily="18" charset="0"/>
              </a:rPr>
              <a:t> but appeared in the market in 1995.</a:t>
            </a:r>
          </a:p>
          <a:p>
            <a:pPr marL="0" indent="0" defTabSz="914400">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GB" altLang="en-US" sz="3000" dirty="0">
                <a:latin typeface="Times New Roman" panose="02020603050405020304" pitchFamily="18" charset="0"/>
                <a:cs typeface="Times New Roman" panose="02020603050405020304" pitchFamily="18" charset="0"/>
              </a:rPr>
              <a:t>PHP is a server-side scripting language</a:t>
            </a:r>
            <a:endParaRPr lang="en-US" altLang="en-US" sz="3000" dirty="0">
              <a:solidFill>
                <a:srgbClr val="333333"/>
              </a:solidFill>
              <a:latin typeface="Times New Roman" panose="02020603050405020304" pitchFamily="18" charset="0"/>
              <a:cs typeface="Times New Roman" panose="02020603050405020304" pitchFamily="18" charset="0"/>
            </a:endParaRPr>
          </a:p>
          <a:p>
            <a:pPr marL="0" indent="0" defTabSz="914400">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GB" altLang="en-US" sz="3000" dirty="0">
                <a:latin typeface="Times New Roman" panose="02020603050405020304" pitchFamily="18" charset="0"/>
                <a:cs typeface="Times New Roman" panose="02020603050405020304" pitchFamily="18" charset="0"/>
              </a:rPr>
              <a:t>PHP scripts are executed on the server</a:t>
            </a:r>
          </a:p>
          <a:p>
            <a:pPr marL="0" indent="0" defTabSz="914400">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GB" altLang="en-US" sz="3000" dirty="0">
                <a:latin typeface="Times New Roman" panose="02020603050405020304" pitchFamily="18" charset="0"/>
                <a:cs typeface="Times New Roman" panose="02020603050405020304" pitchFamily="18" charset="0"/>
              </a:rPr>
              <a:t>PHP supports many databases (MySQL, Informix,     Oracle, Sybase, Solid, PostgreSQL, Generic ODBC, etc.)</a:t>
            </a:r>
            <a:r>
              <a:rPr lang="ar-SA" altLang="en-US" sz="3000" dirty="0">
                <a:latin typeface="Times New Roman" panose="02020603050405020304" pitchFamily="18" charset="0"/>
                <a:cs typeface="Times New Roman" panose="02020603050405020304" pitchFamily="18" charset="0"/>
              </a:rPr>
              <a:t>‏</a:t>
            </a:r>
            <a:endParaRPr lang="en-GB" altLang="en-US" sz="3000" dirty="0">
              <a:latin typeface="Times New Roman" panose="02020603050405020304" pitchFamily="18" charset="0"/>
              <a:cs typeface="Times New Roman" panose="02020603050405020304" pitchFamily="18" charset="0"/>
            </a:endParaRPr>
          </a:p>
          <a:p>
            <a:pPr marL="0" indent="0" defTabSz="914400">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GB" altLang="en-US" sz="3000" dirty="0">
                <a:latin typeface="Times New Roman" panose="02020603050405020304" pitchFamily="18" charset="0"/>
                <a:cs typeface="Times New Roman" panose="02020603050405020304" pitchFamily="18" charset="0"/>
              </a:rPr>
              <a:t> PHP is open source software</a:t>
            </a:r>
          </a:p>
          <a:p>
            <a:pPr marL="0" indent="0" defTabSz="914400">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GB" altLang="en-US" sz="3000" dirty="0">
                <a:latin typeface="Times New Roman" panose="02020603050405020304" pitchFamily="18" charset="0"/>
                <a:cs typeface="Times New Roman" panose="02020603050405020304" pitchFamily="18" charset="0"/>
              </a:rPr>
              <a:t> PHP is free to download and use</a:t>
            </a:r>
            <a:endParaRPr lang="en-GB" altLang="en-US" sz="3000" dirty="0">
              <a:latin typeface="Times New Roman" panose="02020603050405020304" pitchFamily="18" charset="0"/>
              <a:ea typeface="Times New Roman" panose="02020603050405020304" pitchFamily="18" charset="0"/>
            </a:endParaRPr>
          </a:p>
        </p:txBody>
      </p:sp>
      <p:sp>
        <p:nvSpPr>
          <p:cNvPr id="2" name="Slide Number Placeholder 1">
            <a:extLst>
              <a:ext uri="{FF2B5EF4-FFF2-40B4-BE49-F238E27FC236}">
                <a16:creationId xmlns:a16="http://schemas.microsoft.com/office/drawing/2014/main" xmlns="" id="{93105741-4ED3-7315-CB17-C95B3357C646}"/>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2</a:t>
            </a:fld>
            <a:endParaRPr lang="en-GB" altLang="en-US" dirty="0">
              <a:latin typeface="Arial" panose="020B0604020202020204" pitchFamily="34" charset="0"/>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
          <p:cNvSpPr>
            <a:spLocks noGrp="1"/>
          </p:cNvSpPr>
          <p:nvPr>
            <p:ph type="title"/>
          </p:nvPr>
        </p:nvSpPr>
        <p:spPr>
          <a:xfrm>
            <a:off x="836613" y="314325"/>
            <a:ext cx="8231187" cy="1063625"/>
          </a:xfrm>
        </p:spPr>
        <p:txBody>
          <a:bodyPr vert="horz" wrap="square" lIns="92075" tIns="46038" rIns="92075" bIns="46038" anchor="t" anchorCtr="0"/>
          <a:lstStyle/>
          <a:p>
            <a:pPr defTabSz="914400">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GB" altLang="en-US" dirty="0"/>
              <a:t>PHP Introduction</a:t>
            </a:r>
          </a:p>
        </p:txBody>
      </p:sp>
      <p:sp>
        <p:nvSpPr>
          <p:cNvPr id="10243" name="Rectangle 2"/>
          <p:cNvSpPr>
            <a:spLocks noGrp="1"/>
          </p:cNvSpPr>
          <p:nvPr>
            <p:ph idx="1"/>
          </p:nvPr>
        </p:nvSpPr>
        <p:spPr>
          <a:xfrm>
            <a:off x="776288" y="1125538"/>
            <a:ext cx="8291512" cy="4830762"/>
          </a:xfrm>
        </p:spPr>
        <p:txBody>
          <a:bodyPr vert="horz" wrap="square" lIns="92075" tIns="46038" rIns="92075" bIns="46038" anchor="t" anchorCtr="0"/>
          <a:lstStyle/>
          <a:p>
            <a:pPr marL="0" indent="0" defTabSz="914400">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GB" altLang="en-US" dirty="0">
                <a:solidFill>
                  <a:srgbClr val="DC2300"/>
                </a:solidFill>
              </a:rPr>
              <a:t> </a:t>
            </a:r>
            <a:r>
              <a:rPr lang="en-GB" altLang="en-US" dirty="0"/>
              <a:t>PHP runs on different platforms (Windows, Linux, Unix, etc.)</a:t>
            </a:r>
            <a:r>
              <a:rPr lang="ar-SA" altLang="en-US" dirty="0">
                <a:ea typeface="Majalla UI"/>
              </a:rPr>
              <a:t>‏</a:t>
            </a:r>
            <a:endParaRPr lang="en-GB" altLang="en-US" dirty="0"/>
          </a:p>
          <a:p>
            <a:pPr marL="0" indent="0" defTabSz="914400">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GB" altLang="en-US" dirty="0"/>
              <a:t>PHP is compatible with almost all servers used today (Apache, IIS, etc.)</a:t>
            </a:r>
            <a:r>
              <a:rPr lang="ar-SA" altLang="en-US" dirty="0">
                <a:ea typeface="Majalla UI"/>
              </a:rPr>
              <a:t>‏</a:t>
            </a:r>
            <a:endParaRPr lang="en-GB" altLang="en-US" dirty="0"/>
          </a:p>
          <a:p>
            <a:pPr marL="0" indent="0" defTabSz="914400">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GB" altLang="en-US" dirty="0">
                <a:solidFill>
                  <a:srgbClr val="DC2300"/>
                </a:solidFill>
              </a:rPr>
              <a:t> </a:t>
            </a:r>
            <a:r>
              <a:rPr lang="en-GB" altLang="en-US" dirty="0"/>
              <a:t>PHP is FREE to download from the official PHP resource: </a:t>
            </a:r>
            <a:r>
              <a:rPr lang="en-GB" altLang="en-US" dirty="0">
                <a:hlinkClick r:id="rId3"/>
              </a:rPr>
              <a:t>www.php.net</a:t>
            </a:r>
          </a:p>
          <a:p>
            <a:pPr marL="0" indent="0" defTabSz="914400">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GB" altLang="en-US" dirty="0">
                <a:solidFill>
                  <a:srgbClr val="DC2300"/>
                </a:solidFill>
              </a:rPr>
              <a:t> </a:t>
            </a:r>
            <a:r>
              <a:rPr lang="en-GB" altLang="en-US" dirty="0"/>
              <a:t>PHP is easy to learn and runs efficiently on the server side.</a:t>
            </a:r>
          </a:p>
          <a:p>
            <a:pPr marL="0" indent="0" defTabSz="914400">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US" altLang="en-US" dirty="0">
                <a:solidFill>
                  <a:srgbClr val="000000"/>
                </a:solidFill>
                <a:latin typeface="inter-regular"/>
              </a:rPr>
              <a:t>PHP supports several protocols such as HTTP, POP3, SNMP, LDAP, IMAP, and many more.</a:t>
            </a:r>
          </a:p>
          <a:p>
            <a:pPr marL="0" indent="0" defTabSz="914400">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endParaRPr lang="en-GB" altLang="en-US" dirty="0"/>
          </a:p>
          <a:p>
            <a:pPr marL="0" indent="0" defTabSz="914400">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endParaRPr lang="en-GB" altLang="en-US" dirty="0"/>
          </a:p>
        </p:txBody>
      </p:sp>
      <p:sp>
        <p:nvSpPr>
          <p:cNvPr id="2" name="Slide Number Placeholder 1">
            <a:extLst>
              <a:ext uri="{FF2B5EF4-FFF2-40B4-BE49-F238E27FC236}">
                <a16:creationId xmlns:a16="http://schemas.microsoft.com/office/drawing/2014/main" xmlns="" id="{BA0BDF03-D46D-B8D2-7E2D-7C15628FE257}"/>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3</a:t>
            </a:fld>
            <a:endParaRPr lang="en-GB" altLang="en-US" dirty="0">
              <a:latin typeface="Arial" panose="020B0604020202020204" pitchFamily="34" charset="0"/>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p:cNvSpPr>
          <p:nvPr>
            <p:ph type="title"/>
          </p:nvPr>
        </p:nvSpPr>
        <p:spPr>
          <a:xfrm>
            <a:off x="836613" y="273050"/>
            <a:ext cx="8231187" cy="1146175"/>
          </a:xfrm>
        </p:spPr>
        <p:txBody>
          <a:bodyPr vert="horz" wrap="square" lIns="92075" tIns="46038" rIns="92075" bIns="46038" anchor="t" anchorCtr="0"/>
          <a:lstStyle/>
          <a:p>
            <a:pPr defTabSz="914400">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GB" altLang="en-US" dirty="0"/>
              <a:t>PHP Introduction</a:t>
            </a:r>
          </a:p>
        </p:txBody>
      </p:sp>
      <p:sp>
        <p:nvSpPr>
          <p:cNvPr id="12291" name="Rectangle 2"/>
          <p:cNvSpPr>
            <a:spLocks noGrp="1"/>
          </p:cNvSpPr>
          <p:nvPr>
            <p:ph type="subTitle" idx="4294967295"/>
          </p:nvPr>
        </p:nvSpPr>
        <p:spPr>
          <a:xfrm>
            <a:off x="381000" y="1646238"/>
            <a:ext cx="8229600" cy="4443412"/>
          </a:xfrm>
        </p:spPr>
        <p:txBody>
          <a:bodyPr vert="horz" wrap="square" lIns="0" tIns="0" rIns="0" bIns="0" anchor="ctr" anchorCtr="0"/>
          <a:lstStyle>
            <a:lvl1pPr marL="0" lvl="0" indent="0" algn="ctr">
              <a:buClr>
                <a:srgbClr val="640064"/>
              </a:buClr>
              <a:buSzPct val="75000"/>
              <a:buFont typeface="Wingdings" panose="05000000000000000000" pitchFamily="2" charset="2"/>
              <a:buNone/>
              <a:defRPr/>
            </a:lvl1pPr>
            <a:lvl2pPr marL="568325" lvl="1" indent="0" algn="ctr">
              <a:buClr>
                <a:srgbClr val="640064"/>
              </a:buClr>
              <a:buSzPct val="75000"/>
              <a:buFont typeface="Wingdings" panose="05000000000000000000" pitchFamily="2" charset="2"/>
              <a:buNone/>
              <a:defRPr/>
            </a:lvl2pPr>
            <a:lvl3pPr marL="1143000" lvl="2" indent="0" algn="ctr">
              <a:buClr>
                <a:srgbClr val="640064"/>
              </a:buClr>
              <a:buSzPct val="75000"/>
              <a:buFont typeface="Wingdings" panose="05000000000000000000" pitchFamily="2" charset="2"/>
              <a:buNone/>
              <a:defRPr/>
            </a:lvl3pPr>
            <a:lvl4pPr marL="1720850" lvl="3" indent="0" algn="ctr">
              <a:buClr>
                <a:srgbClr val="640064"/>
              </a:buClr>
              <a:buSzPct val="75000"/>
              <a:buFont typeface="Wingdings" panose="05000000000000000000" pitchFamily="2" charset="2"/>
              <a:buNone/>
              <a:defRPr/>
            </a:lvl4pPr>
            <a:lvl5pPr marL="2289175" lvl="4" indent="0" algn="ctr">
              <a:buClr>
                <a:srgbClr val="640064"/>
              </a:buClr>
              <a:buSzPct val="75000"/>
              <a:buFont typeface="Wingdings" panose="05000000000000000000" pitchFamily="2" charset="2"/>
              <a:buNone/>
              <a:defRPr/>
            </a:lvl5pPr>
          </a:lstStyle>
          <a:p>
            <a:pPr lvl="0" algn="l" defTabSz="914400">
              <a:buFont typeface="Wingdings" panose="05000000000000000000" pitchFamily="2" charset="2"/>
              <a:buChar char="l"/>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GB" altLang="en-US" dirty="0">
                <a:latin typeface="Times New Roman" panose="02020603050405020304" pitchFamily="18" charset="0"/>
                <a:cs typeface="Times New Roman" panose="02020603050405020304" pitchFamily="18" charset="0"/>
              </a:rPr>
              <a:t>Instead of lots of commands to output HTML (as seen in C or Perl), PHP pages contain HTML with embedded code that does "something" (like in the next slide, it outputs "Hi, I'm a PHP script!").</a:t>
            </a:r>
          </a:p>
          <a:p>
            <a:pPr lvl="0" algn="l" defTabSz="914400">
              <a:buFont typeface="Wingdings" panose="05000000000000000000" pitchFamily="2" charset="2"/>
              <a:buChar char="l"/>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GB" altLang="en-US" dirty="0">
                <a:latin typeface="Times New Roman" panose="02020603050405020304" pitchFamily="18" charset="0"/>
                <a:cs typeface="Times New Roman" panose="02020603050405020304" pitchFamily="18" charset="0"/>
              </a:rPr>
              <a:t>The PHP code is enclosed in special start and end processing instructions </a:t>
            </a:r>
            <a:r>
              <a:rPr lang="en-GB" altLang="en-US" b="1" dirty="0">
                <a:solidFill>
                  <a:srgbClr val="0000FF"/>
                </a:solidFill>
                <a:latin typeface="Times New Roman" panose="02020603050405020304" pitchFamily="18" charset="0"/>
                <a:cs typeface="Times New Roman" panose="02020603050405020304" pitchFamily="18" charset="0"/>
              </a:rPr>
              <a:t>&lt;?php</a:t>
            </a:r>
            <a:r>
              <a:rPr lang="en-GB" altLang="en-US" dirty="0">
                <a:latin typeface="Times New Roman" panose="02020603050405020304" pitchFamily="18" charset="0"/>
                <a:cs typeface="Times New Roman" panose="02020603050405020304" pitchFamily="18" charset="0"/>
              </a:rPr>
              <a:t> and </a:t>
            </a:r>
            <a:r>
              <a:rPr lang="en-GB" altLang="en-US" b="1" dirty="0">
                <a:solidFill>
                  <a:srgbClr val="0000FF"/>
                </a:solidFill>
                <a:latin typeface="Times New Roman" panose="02020603050405020304" pitchFamily="18" charset="0"/>
                <a:cs typeface="Times New Roman" panose="02020603050405020304" pitchFamily="18" charset="0"/>
              </a:rPr>
              <a:t>?&gt;</a:t>
            </a:r>
            <a:r>
              <a:rPr lang="en-GB" altLang="en-US" dirty="0">
                <a:latin typeface="Times New Roman" panose="02020603050405020304" pitchFamily="18" charset="0"/>
                <a:cs typeface="Times New Roman" panose="02020603050405020304" pitchFamily="18" charset="0"/>
              </a:rPr>
              <a:t>  that allow you to jump into and out of "PHP mode.“</a:t>
            </a:r>
          </a:p>
          <a:p>
            <a:pPr lvl="0" algn="l" defTabSz="914400">
              <a:buFont typeface="Wingdings" panose="05000000000000000000" pitchFamily="2" charset="2"/>
              <a:buChar char="l"/>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US" altLang="en-US" dirty="0">
                <a:latin typeface="Times New Roman" panose="02020603050405020304" pitchFamily="18" charset="0"/>
                <a:cs typeface="Times New Roman" panose="02020603050405020304" pitchFamily="18" charset="0"/>
              </a:rPr>
              <a:t>PHP can handle the forms, such as - collect the data from users using forms, save it into the database, and return useful information to the user. For example - Registration form.</a:t>
            </a:r>
          </a:p>
          <a:p>
            <a:pPr lvl="0" algn="l" defTabSz="914400">
              <a:buFont typeface="Wingdings" panose="05000000000000000000" pitchFamily="2" charset="2"/>
              <a:buChar char="l"/>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endParaRPr lang="en-GB" altLang="en-US" dirty="0">
              <a:latin typeface="Times New Roman" panose="02020603050405020304" pitchFamily="18" charset="0"/>
              <a:ea typeface="Times New Roman" panose="02020603050405020304" pitchFamily="18" charset="0"/>
            </a:endParaRPr>
          </a:p>
        </p:txBody>
      </p:sp>
      <p:sp>
        <p:nvSpPr>
          <p:cNvPr id="3" name="Slide Number Placeholder 2">
            <a:extLst>
              <a:ext uri="{FF2B5EF4-FFF2-40B4-BE49-F238E27FC236}">
                <a16:creationId xmlns:a16="http://schemas.microsoft.com/office/drawing/2014/main" xmlns="" id="{4291C505-49A2-2420-99F1-BB83B5FD892E}"/>
              </a:ext>
            </a:extLst>
          </p:cNvPr>
          <p:cNvSpPr>
            <a:spLocks noGrp="1"/>
          </p:cNvSpPr>
          <p:nvPr>
            <p:ph type="sldNum" idx="4"/>
          </p:nvPr>
        </p:nvSpPr>
        <p:spPr/>
        <p:txBody>
          <a:bodyPr/>
          <a:lstStyle/>
          <a:p>
            <a:pPr algn="r">
              <a:buNone/>
            </a:pPr>
            <a:fld id="{9A0DB2DC-4C9A-4742-B13C-FB6460FD3503}" type="slidenum">
              <a:rPr lang="en-GB" altLang="en-US" smtClean="0"/>
              <a:pPr algn="r">
                <a:buNone/>
              </a:pPr>
              <a:t>4</a:t>
            </a:fld>
            <a:endParaRPr lang="en-GB" altLang="en-US" dirty="0"/>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
          <p:cNvSpPr>
            <a:spLocks noGrp="1"/>
          </p:cNvSpPr>
          <p:nvPr>
            <p:ph type="title"/>
          </p:nvPr>
        </p:nvSpPr>
        <p:spPr>
          <a:xfrm>
            <a:off x="836613" y="273050"/>
            <a:ext cx="8231187" cy="1146175"/>
          </a:xfrm>
        </p:spPr>
        <p:txBody>
          <a:bodyPr vert="horz" wrap="square" lIns="92075" tIns="46038" rIns="92075" bIns="46038" anchor="t" anchorCtr="0"/>
          <a:lstStyle/>
          <a:p>
            <a:pPr defTabSz="914400">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GB" altLang="en-US" dirty="0"/>
              <a:t>PHP Features</a:t>
            </a:r>
          </a:p>
        </p:txBody>
      </p:sp>
      <p:sp>
        <p:nvSpPr>
          <p:cNvPr id="14339" name="Rectangle 2"/>
          <p:cNvSpPr>
            <a:spLocks noGrp="1"/>
          </p:cNvSpPr>
          <p:nvPr>
            <p:ph type="subTitle" idx="4294967295"/>
          </p:nvPr>
        </p:nvSpPr>
        <p:spPr>
          <a:xfrm>
            <a:off x="381000" y="1646238"/>
            <a:ext cx="8532813" cy="5454650"/>
          </a:xfrm>
        </p:spPr>
        <p:txBody>
          <a:bodyPr vert="horz" wrap="square" lIns="0" tIns="0" rIns="0" bIns="0" anchor="ctr" anchorCtr="0"/>
          <a:lstStyle>
            <a:lvl1pPr marL="0" lvl="0" indent="0" algn="ctr">
              <a:buClr>
                <a:srgbClr val="640064"/>
              </a:buClr>
              <a:buSzPct val="75000"/>
              <a:buFont typeface="Wingdings" panose="05000000000000000000" pitchFamily="2" charset="2"/>
              <a:buNone/>
              <a:defRPr/>
            </a:lvl1pPr>
            <a:lvl2pPr marL="568325" lvl="1" indent="0" algn="ctr">
              <a:buClr>
                <a:srgbClr val="640064"/>
              </a:buClr>
              <a:buSzPct val="75000"/>
              <a:buFont typeface="Wingdings" panose="05000000000000000000" pitchFamily="2" charset="2"/>
              <a:buNone/>
              <a:defRPr/>
            </a:lvl2pPr>
            <a:lvl3pPr marL="1143000" lvl="2" indent="0" algn="ctr">
              <a:buClr>
                <a:srgbClr val="640064"/>
              </a:buClr>
              <a:buSzPct val="75000"/>
              <a:buFont typeface="Wingdings" panose="05000000000000000000" pitchFamily="2" charset="2"/>
              <a:buNone/>
              <a:defRPr/>
            </a:lvl3pPr>
            <a:lvl4pPr marL="1720850" lvl="3" indent="0" algn="ctr">
              <a:buClr>
                <a:srgbClr val="640064"/>
              </a:buClr>
              <a:buSzPct val="75000"/>
              <a:buFont typeface="Wingdings" panose="05000000000000000000" pitchFamily="2" charset="2"/>
              <a:buNone/>
              <a:defRPr/>
            </a:lvl4pPr>
            <a:lvl5pPr marL="2289175" lvl="4" indent="0" algn="ctr">
              <a:buClr>
                <a:srgbClr val="640064"/>
              </a:buClr>
              <a:buSzPct val="75000"/>
              <a:buFont typeface="Wingdings" panose="05000000000000000000" pitchFamily="2" charset="2"/>
              <a:buNone/>
              <a:defRPr/>
            </a:lvl5pPr>
          </a:lstStyle>
          <a:p>
            <a:pPr lvl="0" algn="l" defTabSz="914400">
              <a:buFont typeface="Wingdings" panose="05000000000000000000" pitchFamily="2" charset="2"/>
              <a:buChar char="l"/>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US" altLang="en-US" dirty="0">
                <a:latin typeface="Times New Roman" panose="02020603050405020304" pitchFamily="18" charset="0"/>
                <a:cs typeface="Times New Roman" panose="02020603050405020304" pitchFamily="18" charset="0"/>
              </a:rPr>
              <a:t>Performance</a:t>
            </a:r>
          </a:p>
          <a:p>
            <a:pPr lvl="0" algn="l" defTabSz="914400">
              <a:buFont typeface="Wingdings" panose="05000000000000000000" pitchFamily="2" charset="2"/>
              <a:buChar char="l"/>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US" altLang="en-US" dirty="0">
                <a:latin typeface="Times New Roman" panose="02020603050405020304" pitchFamily="18" charset="0"/>
                <a:cs typeface="Times New Roman" panose="02020603050405020304" pitchFamily="18" charset="0"/>
              </a:rPr>
              <a:t>Open Source</a:t>
            </a:r>
          </a:p>
          <a:p>
            <a:pPr lvl="0" algn="l" defTabSz="914400">
              <a:buFont typeface="Wingdings" panose="05000000000000000000" pitchFamily="2" charset="2"/>
              <a:buChar char="l"/>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US" altLang="en-US" dirty="0">
                <a:latin typeface="Times New Roman" panose="02020603050405020304" pitchFamily="18" charset="0"/>
                <a:cs typeface="Times New Roman" panose="02020603050405020304" pitchFamily="18" charset="0"/>
              </a:rPr>
              <a:t>Embedded</a:t>
            </a:r>
          </a:p>
          <a:p>
            <a:pPr lvl="0" algn="l" defTabSz="914400">
              <a:buFont typeface="Wingdings" panose="05000000000000000000" pitchFamily="2" charset="2"/>
              <a:buChar char="l"/>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US" altLang="en-US" dirty="0">
                <a:latin typeface="Times New Roman" panose="02020603050405020304" pitchFamily="18" charset="0"/>
                <a:cs typeface="Times New Roman" panose="02020603050405020304" pitchFamily="18" charset="0"/>
              </a:rPr>
              <a:t>Control</a:t>
            </a:r>
          </a:p>
          <a:p>
            <a:pPr lvl="0" algn="l" defTabSz="914400">
              <a:buFont typeface="Wingdings" panose="05000000000000000000" pitchFamily="2" charset="2"/>
              <a:buChar char="l"/>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US" altLang="en-US" dirty="0">
                <a:latin typeface="Times New Roman" panose="02020603050405020304" pitchFamily="18" charset="0"/>
                <a:cs typeface="Times New Roman" panose="02020603050405020304" pitchFamily="18" charset="0"/>
              </a:rPr>
              <a:t>Loosely Typed Language</a:t>
            </a:r>
          </a:p>
          <a:p>
            <a:pPr lvl="0" algn="l" defTabSz="914400">
              <a:buFont typeface="Wingdings" panose="05000000000000000000" pitchFamily="2" charset="2"/>
              <a:buChar char="l"/>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US" altLang="en-US" dirty="0">
                <a:latin typeface="Times New Roman" panose="02020603050405020304" pitchFamily="18" charset="0"/>
                <a:cs typeface="Times New Roman" panose="02020603050405020304" pitchFamily="18" charset="0"/>
              </a:rPr>
              <a:t>Security</a:t>
            </a:r>
          </a:p>
          <a:p>
            <a:pPr lvl="0" algn="l" defTabSz="914400">
              <a:buFont typeface="Wingdings" panose="05000000000000000000" pitchFamily="2" charset="2"/>
              <a:buChar char="l"/>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US" altLang="en-US" dirty="0">
                <a:latin typeface="Times New Roman" panose="02020603050405020304" pitchFamily="18" charset="0"/>
                <a:cs typeface="Times New Roman" panose="02020603050405020304" pitchFamily="18" charset="0"/>
              </a:rPr>
              <a:t>Helpful PHP Community</a:t>
            </a:r>
          </a:p>
          <a:p>
            <a:pPr lvl="0" algn="l" defTabSz="914400">
              <a:buFont typeface="Wingdings" panose="05000000000000000000" pitchFamily="2" charset="2"/>
              <a:buChar char="l"/>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US" altLang="en-US" dirty="0">
                <a:latin typeface="Times New Roman" panose="02020603050405020304" pitchFamily="18" charset="0"/>
                <a:cs typeface="Times New Roman" panose="02020603050405020304" pitchFamily="18" charset="0"/>
              </a:rPr>
              <a:t>Web Server Support</a:t>
            </a:r>
          </a:p>
          <a:p>
            <a:pPr lvl="0" algn="l" defTabSz="914400">
              <a:buFont typeface="Wingdings" panose="05000000000000000000" pitchFamily="2" charset="2"/>
              <a:buChar char="l"/>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US" altLang="en-US" dirty="0">
                <a:latin typeface="Times New Roman" panose="02020603050405020304" pitchFamily="18" charset="0"/>
                <a:cs typeface="Times New Roman" panose="02020603050405020304" pitchFamily="18" charset="0"/>
              </a:rPr>
              <a:t>Error Reporting</a:t>
            </a:r>
          </a:p>
          <a:p>
            <a:pPr lvl="0" algn="l" defTabSz="914400">
              <a:buFont typeface="Wingdings" panose="05000000000000000000" pitchFamily="2" charset="2"/>
              <a:buChar char="l"/>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US" altLang="en-US" dirty="0">
                <a:latin typeface="Times New Roman" panose="02020603050405020304" pitchFamily="18" charset="0"/>
                <a:cs typeface="Times New Roman" panose="02020603050405020304" pitchFamily="18" charset="0"/>
              </a:rPr>
              <a:t>Platform Independent</a:t>
            </a:r>
          </a:p>
          <a:p>
            <a:pPr lvl="0" algn="l" defTabSz="914400">
              <a:buFont typeface="Wingdings" panose="05000000000000000000" pitchFamily="2" charset="2"/>
              <a:buChar char="l"/>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US" altLang="en-US" dirty="0">
                <a:latin typeface="Times New Roman" panose="02020603050405020304" pitchFamily="18" charset="0"/>
                <a:cs typeface="Times New Roman" panose="02020603050405020304" pitchFamily="18" charset="0"/>
              </a:rPr>
              <a:t>Familiarity with syntax</a:t>
            </a:r>
          </a:p>
          <a:p>
            <a:pPr lvl="0" algn="l" defTabSz="914400">
              <a:buFont typeface="Wingdings" panose="05000000000000000000" pitchFamily="2" charset="2"/>
              <a:buChar char="l"/>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endParaRPr lang="en-US" altLang="en-US" dirty="0">
              <a:latin typeface="Times New Roman" panose="02020603050405020304" pitchFamily="18" charset="0"/>
              <a:cs typeface="Times New Roman" panose="02020603050405020304" pitchFamily="18" charset="0"/>
            </a:endParaRPr>
          </a:p>
          <a:p>
            <a:pPr lvl="0" algn="l" defTabSz="914400">
              <a:buFont typeface="Wingdings" panose="05000000000000000000" pitchFamily="2" charset="2"/>
              <a:buChar char="l"/>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endParaRPr lang="en-GB" altLang="en-US" dirty="0">
              <a:latin typeface="Times New Roman" panose="02020603050405020304" pitchFamily="18" charset="0"/>
              <a:ea typeface="Times New Roman" panose="02020603050405020304" pitchFamily="18" charset="0"/>
            </a:endParaRPr>
          </a:p>
        </p:txBody>
      </p:sp>
      <p:sp>
        <p:nvSpPr>
          <p:cNvPr id="3" name="Slide Number Placeholder 2">
            <a:extLst>
              <a:ext uri="{FF2B5EF4-FFF2-40B4-BE49-F238E27FC236}">
                <a16:creationId xmlns:a16="http://schemas.microsoft.com/office/drawing/2014/main" xmlns="" id="{0A872FE1-7868-E0BC-C928-049098C61324}"/>
              </a:ext>
            </a:extLst>
          </p:cNvPr>
          <p:cNvSpPr>
            <a:spLocks noGrp="1"/>
          </p:cNvSpPr>
          <p:nvPr>
            <p:ph type="sldNum" idx="4"/>
          </p:nvPr>
        </p:nvSpPr>
        <p:spPr/>
        <p:txBody>
          <a:bodyPr/>
          <a:lstStyle/>
          <a:p>
            <a:pPr algn="r">
              <a:buNone/>
            </a:pPr>
            <a:fld id="{9A0DB2DC-4C9A-4742-B13C-FB6460FD3503}" type="slidenum">
              <a:rPr lang="en-GB" altLang="en-US" smtClean="0"/>
              <a:pPr algn="r">
                <a:buNone/>
              </a:pPr>
              <a:t>5</a:t>
            </a:fld>
            <a:endParaRPr lang="en-GB" altLang="en-US" dirty="0"/>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
          <p:cNvSpPr>
            <a:spLocks noGrp="1"/>
          </p:cNvSpPr>
          <p:nvPr>
            <p:ph type="title"/>
          </p:nvPr>
        </p:nvSpPr>
        <p:spPr>
          <a:xfrm>
            <a:off x="836613" y="273050"/>
            <a:ext cx="8231187" cy="1146175"/>
          </a:xfrm>
        </p:spPr>
        <p:txBody>
          <a:bodyPr vert="horz" wrap="square" lIns="92075" tIns="46038" rIns="92075" bIns="46038" anchor="t" anchorCtr="0"/>
          <a:lstStyle/>
          <a:p>
            <a:pPr defTabSz="914400">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GB" altLang="en-US" dirty="0"/>
              <a:t>Install PHP</a:t>
            </a:r>
          </a:p>
        </p:txBody>
      </p:sp>
      <p:sp>
        <p:nvSpPr>
          <p:cNvPr id="16387" name="Rectangle 2"/>
          <p:cNvSpPr>
            <a:spLocks noGrp="1" noChangeArrowheads="1"/>
          </p:cNvSpPr>
          <p:nvPr>
            <p:ph type="subTitle" idx="1"/>
          </p:nvPr>
        </p:nvSpPr>
        <p:spPr bwMode="auto">
          <a:xfrm>
            <a:off x="128588" y="1196975"/>
            <a:ext cx="10080625" cy="5903913"/>
          </a:xfrm>
          <a:effectLst/>
          <a:scene3d>
            <a:camera prst="orthographicFront"/>
            <a:lightRig rig="balanced" dir="t"/>
          </a:scene3d>
          <a:sp3d prstMaterial="plastic"/>
        </p:spPr>
        <p:txBody>
          <a:bodyPr vert="horz" wrap="square" lIns="0" tIns="0" rIns="0" bIns="0" numCol="1" anchor="ctr" anchorCtr="0" compatLnSpc="1"/>
          <a:lstStyle/>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Char char="l"/>
              <a:tabLst>
                <a:tab pos="655320" algn="l"/>
                <a:tab pos="1312545" algn="l"/>
                <a:tab pos="1969770" algn="l"/>
                <a:tab pos="2625725" algn="l"/>
                <a:tab pos="3282950" algn="l"/>
                <a:tab pos="3940175" algn="l"/>
                <a:tab pos="4595495" algn="l"/>
                <a:tab pos="5252720" algn="l"/>
                <a:tab pos="5909945" algn="l"/>
                <a:tab pos="6565900" algn="l"/>
                <a:tab pos="7223125" algn="l"/>
                <a:tab pos="7880350" algn="l"/>
              </a:tabLst>
              <a:defRPr/>
            </a:pPr>
            <a:r>
              <a:rPr kumimoji="0" lang="en-US" altLang="en-US" sz="3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WAMP- </a:t>
            </a:r>
            <a:r>
              <a:rPr kumimoji="0" lang="en-US" altLang="en-US" sz="3000" b="0" i="0" u="none" strike="noStrike" kern="1200" cap="none" spc="0" normalizeH="0" baseline="0" noProof="0" dirty="0">
                <a:ln>
                  <a:noFill/>
                </a:ln>
                <a:solidFill>
                  <a:schemeClr val="tx1"/>
                </a:solidFill>
                <a:effectLst/>
                <a:highlight>
                  <a:srgbClr val="99FF33"/>
                </a:highlight>
                <a:uLnTx/>
                <a:uFillTx/>
                <a:latin typeface="Times New Roman" panose="02020603050405020304" pitchFamily="18" charset="0"/>
                <a:ea typeface="+mn-ea"/>
                <a:cs typeface="Times New Roman" panose="02020603050405020304" pitchFamily="18" charset="0"/>
              </a:rPr>
              <a:t>Windows-https://www.wampserver.com/en/</a:t>
            </a: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Char char="l"/>
              <a:tabLst>
                <a:tab pos="655320" algn="l"/>
                <a:tab pos="1312545" algn="l"/>
                <a:tab pos="1969770" algn="l"/>
                <a:tab pos="2625725" algn="l"/>
                <a:tab pos="3282950" algn="l"/>
                <a:tab pos="3940175" algn="l"/>
                <a:tab pos="4595495" algn="l"/>
                <a:tab pos="5252720" algn="l"/>
                <a:tab pos="5909945" algn="l"/>
                <a:tab pos="6565900" algn="l"/>
                <a:tab pos="7223125" algn="l"/>
                <a:tab pos="7880350" algn="l"/>
              </a:tabLst>
              <a:defRPr/>
            </a:pPr>
            <a:r>
              <a:rPr kumimoji="0" lang="en-US" altLang="en-US" sz="3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LAMP- Linux-</a:t>
            </a:r>
            <a:r>
              <a:rPr kumimoji="0" lang="en-US" altLang="en-US" sz="3000" b="0" i="0" u="none" strike="noStrike" kern="1200" cap="none" spc="0" normalizeH="0" baseline="0" noProof="0" dirty="0">
                <a:ln>
                  <a:noFill/>
                </a:ln>
                <a:solidFill>
                  <a:schemeClr val="tx1"/>
                </a:solidFill>
                <a:effectLst/>
                <a:highlight>
                  <a:srgbClr val="CCFFCC"/>
                </a:highlight>
                <a:uLnTx/>
                <a:uFillTx/>
                <a:latin typeface="Times New Roman" panose="02020603050405020304" pitchFamily="18" charset="0"/>
                <a:ea typeface="+mn-ea"/>
                <a:cs typeface="Times New Roman" panose="02020603050405020304" pitchFamily="18" charset="0"/>
              </a:rPr>
              <a:t>http://csg.sph.umich.edu/</a:t>
            </a:r>
            <a:r>
              <a:rPr kumimoji="0" lang="en-US" altLang="en-US" sz="3000" b="0" i="0" u="none" strike="noStrike" kern="1200" cap="none" spc="0" normalizeH="0" baseline="0" noProof="0" dirty="0" err="1">
                <a:ln>
                  <a:noFill/>
                </a:ln>
                <a:solidFill>
                  <a:schemeClr val="tx1"/>
                </a:solidFill>
                <a:effectLst/>
                <a:highlight>
                  <a:srgbClr val="CCFFCC"/>
                </a:highlight>
                <a:uLnTx/>
                <a:uFillTx/>
                <a:latin typeface="Times New Roman" panose="02020603050405020304" pitchFamily="18" charset="0"/>
                <a:ea typeface="+mn-ea"/>
                <a:cs typeface="Times New Roman" panose="02020603050405020304" pitchFamily="18" charset="0"/>
              </a:rPr>
              <a:t>abecasis</a:t>
            </a:r>
            <a:r>
              <a:rPr kumimoji="0" lang="en-US" altLang="en-US" sz="3000" b="0" i="0" u="none" strike="noStrike" kern="1200" cap="none" spc="0" normalizeH="0" baseline="0" noProof="0" dirty="0">
                <a:ln>
                  <a:noFill/>
                </a:ln>
                <a:solidFill>
                  <a:schemeClr val="tx1"/>
                </a:solidFill>
                <a:effectLst/>
                <a:highlight>
                  <a:srgbClr val="CCFFCC"/>
                </a:highlight>
                <a:uLnTx/>
                <a:uFillTx/>
                <a:latin typeface="Times New Roman" panose="02020603050405020304" pitchFamily="18" charset="0"/>
                <a:ea typeface="+mn-ea"/>
                <a:cs typeface="Times New Roman" panose="02020603050405020304" pitchFamily="18" charset="0"/>
              </a:rPr>
              <a:t>/LAMP/download/</a:t>
            </a: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Char char="l"/>
              <a:tabLst>
                <a:tab pos="655320" algn="l"/>
                <a:tab pos="1312545" algn="l"/>
                <a:tab pos="1969770" algn="l"/>
                <a:tab pos="2625725" algn="l"/>
                <a:tab pos="3282950" algn="l"/>
                <a:tab pos="3940175" algn="l"/>
                <a:tab pos="4595495" algn="l"/>
                <a:tab pos="5252720" algn="l"/>
                <a:tab pos="5909945" algn="l"/>
                <a:tab pos="6565900" algn="l"/>
                <a:tab pos="7223125" algn="l"/>
                <a:tab pos="7880350" algn="l"/>
              </a:tabLst>
              <a:defRPr/>
            </a:pPr>
            <a:r>
              <a:rPr kumimoji="0" lang="en-US" altLang="en-US" sz="3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MAMP- </a:t>
            </a:r>
            <a:r>
              <a:rPr kumimoji="0" lang="en-US" altLang="en-US" sz="3000" b="0" i="0" u="none" strike="noStrike" kern="1200" cap="none" spc="0" normalizeH="0" baseline="0" noProof="0" dirty="0">
                <a:ln>
                  <a:noFill/>
                </a:ln>
                <a:solidFill>
                  <a:schemeClr val="tx1"/>
                </a:solidFill>
                <a:effectLst/>
                <a:highlight>
                  <a:srgbClr val="99FF33"/>
                </a:highlight>
                <a:uLnTx/>
                <a:uFillTx/>
                <a:latin typeface="Times New Roman" panose="02020603050405020304" pitchFamily="18" charset="0"/>
                <a:ea typeface="+mn-ea"/>
                <a:cs typeface="Times New Roman" panose="02020603050405020304" pitchFamily="18" charset="0"/>
              </a:rPr>
              <a:t>Mac-https://www.mamp.info/en/downloads/</a:t>
            </a: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Char char="l"/>
              <a:tabLst>
                <a:tab pos="655320" algn="l"/>
                <a:tab pos="1312545" algn="l"/>
                <a:tab pos="1969770" algn="l"/>
                <a:tab pos="2625725" algn="l"/>
                <a:tab pos="3282950" algn="l"/>
                <a:tab pos="3940175" algn="l"/>
                <a:tab pos="4595495" algn="l"/>
                <a:tab pos="5252720" algn="l"/>
                <a:tab pos="5909945" algn="l"/>
                <a:tab pos="6565900" algn="l"/>
                <a:tab pos="7223125" algn="l"/>
                <a:tab pos="7880350" algn="l"/>
              </a:tabLst>
              <a:defRPr/>
            </a:pPr>
            <a:r>
              <a:rPr kumimoji="0" lang="en-US" altLang="en-US" sz="3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XAMPP- Apache, MySQL, PHP, Perl</a:t>
            </a: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tabLst>
                <a:tab pos="655320" algn="l"/>
                <a:tab pos="1312545" algn="l"/>
                <a:tab pos="1969770" algn="l"/>
                <a:tab pos="2625725" algn="l"/>
                <a:tab pos="3282950" algn="l"/>
                <a:tab pos="3940175" algn="l"/>
                <a:tab pos="4595495" algn="l"/>
                <a:tab pos="5252720" algn="l"/>
                <a:tab pos="5909945" algn="l"/>
                <a:tab pos="6565900" algn="l"/>
                <a:tab pos="7223125" algn="l"/>
                <a:tab pos="7880350" algn="l"/>
              </a:tabLst>
              <a:defRPr/>
            </a:pPr>
            <a:r>
              <a:rPr kumimoji="0" lang="en-US" altLang="en-US" sz="3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en-US" sz="3000" b="0" i="0" u="none" strike="noStrike" kern="1200" cap="none" spc="0" normalizeH="0" baseline="0" noProof="0" dirty="0">
                <a:ln>
                  <a:noFill/>
                </a:ln>
                <a:solidFill>
                  <a:schemeClr val="tx1"/>
                </a:solidFill>
                <a:effectLst/>
                <a:highlight>
                  <a:srgbClr val="99FF33"/>
                </a:highlight>
                <a:uLnTx/>
                <a:uFillTx/>
                <a:latin typeface="Times New Roman" panose="02020603050405020304" pitchFamily="18" charset="0"/>
                <a:ea typeface="+mn-ea"/>
                <a:cs typeface="Times New Roman" panose="02020603050405020304" pitchFamily="18" charset="0"/>
              </a:rPr>
              <a:t>https://www.apachefriends.org/download.html</a:t>
            </a: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Char char="l"/>
              <a:tabLst>
                <a:tab pos="655320" algn="l"/>
                <a:tab pos="1312545" algn="l"/>
                <a:tab pos="1969770" algn="l"/>
                <a:tab pos="2625725" algn="l"/>
                <a:tab pos="3282950" algn="l"/>
                <a:tab pos="3940175" algn="l"/>
                <a:tab pos="4595495" algn="l"/>
                <a:tab pos="5252720" algn="l"/>
                <a:tab pos="5909945" algn="l"/>
                <a:tab pos="6565900" algn="l"/>
                <a:tab pos="7223125" algn="l"/>
                <a:tab pos="7880350" algn="l"/>
              </a:tabLst>
              <a:defRPr/>
            </a:pPr>
            <a:endParaRPr kumimoji="0" lang="en-GB" altLang="en-US" sz="3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3" name="Slide Number Placeholder 2">
            <a:extLst>
              <a:ext uri="{FF2B5EF4-FFF2-40B4-BE49-F238E27FC236}">
                <a16:creationId xmlns:a16="http://schemas.microsoft.com/office/drawing/2014/main" xmlns="" id="{A36C9B5A-2093-6DBF-9E92-59DCC83D53C5}"/>
              </a:ext>
            </a:extLst>
          </p:cNvPr>
          <p:cNvSpPr>
            <a:spLocks noGrp="1"/>
          </p:cNvSpPr>
          <p:nvPr>
            <p:ph type="sldNum" idx="4"/>
          </p:nvPr>
        </p:nvSpPr>
        <p:spPr/>
        <p:txBody>
          <a:bodyPr/>
          <a:lstStyle/>
          <a:p>
            <a:pPr algn="r">
              <a:buNone/>
            </a:pPr>
            <a:fld id="{9A0DB2DC-4C9A-4742-B13C-FB6460FD3503}" type="slidenum">
              <a:rPr lang="en-GB" altLang="en-US" smtClean="0"/>
              <a:pPr algn="r">
                <a:buNone/>
              </a:pPr>
              <a:t>6</a:t>
            </a:fld>
            <a:endParaRPr lang="en-GB" altLang="en-US" dirty="0"/>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p:cNvSpPr>
            <a:spLocks noGrp="1"/>
          </p:cNvSpPr>
          <p:nvPr>
            <p:ph type="title"/>
          </p:nvPr>
        </p:nvSpPr>
        <p:spPr>
          <a:xfrm>
            <a:off x="273050" y="476250"/>
            <a:ext cx="8496300" cy="1008063"/>
          </a:xfrm>
        </p:spPr>
        <p:txBody>
          <a:bodyPr vert="horz" wrap="square" lIns="92075" tIns="46038" rIns="92075" bIns="46038" anchor="t" anchorCtr="0"/>
          <a:lstStyle/>
          <a:p>
            <a:pPr defTabSz="914400">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GB" altLang="en-US" dirty="0"/>
              <a:t>PHP Introduction</a:t>
            </a:r>
          </a:p>
        </p:txBody>
      </p:sp>
      <p:sp>
        <p:nvSpPr>
          <p:cNvPr id="18435" name="TextBox 1"/>
          <p:cNvSpPr txBox="1"/>
          <p:nvPr/>
        </p:nvSpPr>
        <p:spPr>
          <a:xfrm>
            <a:off x="415925" y="1412875"/>
            <a:ext cx="8858250" cy="3108325"/>
          </a:xfrm>
          <a:prstGeom prst="rect">
            <a:avLst/>
          </a:prstGeom>
          <a:noFill/>
          <a:ln w="9525">
            <a:noFill/>
          </a:ln>
        </p:spPr>
        <p:txBody>
          <a:bodyPr>
            <a:spAutoFit/>
          </a:bodyPr>
          <a:lstStyle/>
          <a:p>
            <a:pPr algn="just"/>
            <a:r>
              <a:rPr lang="en-US" altLang="en-US" sz="2800" b="1" dirty="0">
                <a:solidFill>
                  <a:srgbClr val="006699"/>
                </a:solidFill>
                <a:latin typeface="Times New Roman" panose="02020603050405020304" pitchFamily="18" charset="0"/>
                <a:cs typeface="Times New Roman" panose="02020603050405020304" pitchFamily="18" charset="0"/>
              </a:rPr>
              <a:t>&lt;html&gt;</a:t>
            </a:r>
            <a:r>
              <a:rPr lang="en-US" altLang="en-US" sz="2800" dirty="0">
                <a:solidFill>
                  <a:srgbClr val="000000"/>
                </a:solidFill>
                <a:latin typeface="Times New Roman" panose="02020603050405020304" pitchFamily="18" charset="0"/>
                <a:cs typeface="Times New Roman" panose="02020603050405020304" pitchFamily="18" charset="0"/>
              </a:rPr>
              <a:t>  </a:t>
            </a:r>
          </a:p>
          <a:p>
            <a:pPr algn="just"/>
            <a:r>
              <a:rPr lang="en-US" altLang="en-US" sz="2800" b="1" dirty="0">
                <a:solidFill>
                  <a:srgbClr val="006699"/>
                </a:solidFill>
                <a:latin typeface="Times New Roman" panose="02020603050405020304" pitchFamily="18" charset="0"/>
                <a:cs typeface="Times New Roman" panose="02020603050405020304" pitchFamily="18" charset="0"/>
              </a:rPr>
              <a:t>&lt;body&gt;</a:t>
            </a:r>
            <a:r>
              <a:rPr lang="en-US" altLang="en-US" sz="2800" dirty="0">
                <a:solidFill>
                  <a:srgbClr val="000000"/>
                </a:solidFill>
                <a:latin typeface="Times New Roman" panose="02020603050405020304" pitchFamily="18" charset="0"/>
                <a:cs typeface="Times New Roman" panose="02020603050405020304" pitchFamily="18" charset="0"/>
              </a:rPr>
              <a:t>  </a:t>
            </a:r>
          </a:p>
          <a:p>
            <a:pPr algn="just"/>
            <a:r>
              <a:rPr lang="en-US" altLang="en-US" sz="2800" b="1" dirty="0">
                <a:solidFill>
                  <a:srgbClr val="006699"/>
                </a:solidFill>
                <a:highlight>
                  <a:srgbClr val="FFFF00"/>
                </a:highlight>
                <a:latin typeface="Times New Roman" panose="02020603050405020304" pitchFamily="18" charset="0"/>
                <a:cs typeface="Times New Roman" panose="02020603050405020304" pitchFamily="18" charset="0"/>
              </a:rPr>
              <a:t>&lt;?php</a:t>
            </a:r>
            <a:r>
              <a:rPr lang="en-US" altLang="en-US" sz="2800" dirty="0">
                <a:solidFill>
                  <a:srgbClr val="000000"/>
                </a:solidFill>
                <a:highlight>
                  <a:srgbClr val="FFFF00"/>
                </a:highlight>
                <a:latin typeface="Times New Roman" panose="02020603050405020304" pitchFamily="18" charset="0"/>
                <a:cs typeface="Times New Roman" panose="02020603050405020304" pitchFamily="18" charset="0"/>
              </a:rPr>
              <a:t>  </a:t>
            </a:r>
          </a:p>
          <a:p>
            <a:pPr algn="just"/>
            <a:r>
              <a:rPr lang="en-US" altLang="en-US" sz="2800" dirty="0">
                <a:solidFill>
                  <a:srgbClr val="000000"/>
                </a:solidFill>
                <a:latin typeface="Times New Roman" panose="02020603050405020304" pitchFamily="18" charset="0"/>
                <a:cs typeface="Times New Roman" panose="02020603050405020304" pitchFamily="18" charset="0"/>
              </a:rPr>
              <a:t>echo "</a:t>
            </a:r>
            <a:r>
              <a:rPr lang="en-US" altLang="en-US" sz="2800" b="1" dirty="0">
                <a:solidFill>
                  <a:srgbClr val="006699"/>
                </a:solidFill>
                <a:latin typeface="Times New Roman" panose="02020603050405020304" pitchFamily="18" charset="0"/>
                <a:cs typeface="Times New Roman" panose="02020603050405020304" pitchFamily="18" charset="0"/>
              </a:rPr>
              <a:t>&lt;h2&gt;</a:t>
            </a:r>
            <a:r>
              <a:rPr lang="en-US" altLang="en-US" sz="2800" dirty="0">
                <a:solidFill>
                  <a:srgbClr val="000000"/>
                </a:solidFill>
                <a:latin typeface="Times New Roman" panose="02020603050405020304" pitchFamily="18" charset="0"/>
                <a:cs typeface="Times New Roman" panose="02020603050405020304" pitchFamily="18" charset="0"/>
              </a:rPr>
              <a:t>Hello First PHP</a:t>
            </a:r>
            <a:r>
              <a:rPr lang="en-US" altLang="en-US" sz="2800" b="1" dirty="0">
                <a:solidFill>
                  <a:srgbClr val="006699"/>
                </a:solidFill>
                <a:latin typeface="Times New Roman" panose="02020603050405020304" pitchFamily="18" charset="0"/>
                <a:cs typeface="Times New Roman" panose="02020603050405020304" pitchFamily="18" charset="0"/>
              </a:rPr>
              <a:t>&lt;/h2&gt;</a:t>
            </a:r>
            <a:r>
              <a:rPr lang="en-US" altLang="en-US" sz="2800" dirty="0">
                <a:solidFill>
                  <a:srgbClr val="000000"/>
                </a:solidFill>
                <a:latin typeface="Times New Roman" panose="02020603050405020304" pitchFamily="18" charset="0"/>
                <a:cs typeface="Times New Roman" panose="02020603050405020304" pitchFamily="18" charset="0"/>
              </a:rPr>
              <a:t>";  </a:t>
            </a:r>
          </a:p>
          <a:p>
            <a:pPr algn="just"/>
            <a:r>
              <a:rPr lang="en-US" altLang="en-US" sz="2800" b="1" dirty="0">
                <a:solidFill>
                  <a:srgbClr val="006699"/>
                </a:solidFill>
                <a:highlight>
                  <a:srgbClr val="FFFF00"/>
                </a:highlight>
                <a:latin typeface="Times New Roman" panose="02020603050405020304" pitchFamily="18" charset="0"/>
                <a:cs typeface="Times New Roman" panose="02020603050405020304" pitchFamily="18" charset="0"/>
              </a:rPr>
              <a:t>?&gt;</a:t>
            </a:r>
            <a:r>
              <a:rPr lang="en-US" altLang="en-US" sz="2800" dirty="0">
                <a:solidFill>
                  <a:srgbClr val="000000"/>
                </a:solidFill>
                <a:highlight>
                  <a:srgbClr val="FFFF00"/>
                </a:highlight>
                <a:latin typeface="Times New Roman" panose="02020603050405020304" pitchFamily="18" charset="0"/>
                <a:cs typeface="Times New Roman" panose="02020603050405020304" pitchFamily="18" charset="0"/>
              </a:rPr>
              <a:t> </a:t>
            </a:r>
            <a:r>
              <a:rPr lang="en-US" altLang="en-US" sz="2800" dirty="0">
                <a:solidFill>
                  <a:srgbClr val="000000"/>
                </a:solidFill>
                <a:latin typeface="Times New Roman" panose="02020603050405020304" pitchFamily="18" charset="0"/>
                <a:cs typeface="Times New Roman" panose="02020603050405020304" pitchFamily="18" charset="0"/>
              </a:rPr>
              <a:t> </a:t>
            </a:r>
          </a:p>
          <a:p>
            <a:pPr algn="just"/>
            <a:r>
              <a:rPr lang="en-US" altLang="en-US" sz="2800" b="1" dirty="0">
                <a:solidFill>
                  <a:srgbClr val="006699"/>
                </a:solidFill>
                <a:latin typeface="Times New Roman" panose="02020603050405020304" pitchFamily="18" charset="0"/>
                <a:cs typeface="Times New Roman" panose="02020603050405020304" pitchFamily="18" charset="0"/>
              </a:rPr>
              <a:t>&lt;/body&gt;</a:t>
            </a:r>
            <a:r>
              <a:rPr lang="en-US" altLang="en-US" sz="2800" dirty="0">
                <a:solidFill>
                  <a:srgbClr val="000000"/>
                </a:solidFill>
                <a:latin typeface="Times New Roman" panose="02020603050405020304" pitchFamily="18" charset="0"/>
                <a:cs typeface="Times New Roman" panose="02020603050405020304" pitchFamily="18" charset="0"/>
              </a:rPr>
              <a:t>  </a:t>
            </a:r>
          </a:p>
          <a:p>
            <a:pPr algn="just"/>
            <a:r>
              <a:rPr lang="en-US" altLang="en-US" sz="2800" b="1" dirty="0">
                <a:solidFill>
                  <a:srgbClr val="006699"/>
                </a:solidFill>
                <a:latin typeface="Times New Roman" panose="02020603050405020304" pitchFamily="18" charset="0"/>
                <a:cs typeface="Times New Roman" panose="02020603050405020304" pitchFamily="18" charset="0"/>
              </a:rPr>
              <a:t>&lt;/html&gt;</a:t>
            </a:r>
            <a:r>
              <a:rPr lang="en-US" altLang="en-US" sz="2800" dirty="0">
                <a:solidFill>
                  <a:srgbClr val="000000"/>
                </a:solidFill>
                <a:latin typeface="Times New Roman" panose="02020603050405020304" pitchFamily="18" charset="0"/>
                <a:cs typeface="Times New Roman" panose="02020603050405020304" pitchFamily="18" charset="0"/>
              </a:rPr>
              <a:t> </a:t>
            </a:r>
            <a:endParaRPr lang="en-US" altLang="en-US" sz="2800" dirty="0">
              <a:solidFill>
                <a:srgbClr val="000000"/>
              </a:solidFill>
              <a:latin typeface="Times New Roman" panose="02020603050405020304" pitchFamily="18" charset="0"/>
              <a:ea typeface="Times New Roman" panose="02020603050405020304" pitchFamily="18" charset="0"/>
            </a:endParaRPr>
          </a:p>
        </p:txBody>
      </p:sp>
      <p:sp>
        <p:nvSpPr>
          <p:cNvPr id="3" name="Slide Number Placeholder 2">
            <a:extLst>
              <a:ext uri="{FF2B5EF4-FFF2-40B4-BE49-F238E27FC236}">
                <a16:creationId xmlns:a16="http://schemas.microsoft.com/office/drawing/2014/main" xmlns="" id="{7BEC3B67-DF9F-56DA-B499-B29BD7692FBF}"/>
              </a:ext>
            </a:extLst>
          </p:cNvPr>
          <p:cNvSpPr>
            <a:spLocks noGrp="1"/>
          </p:cNvSpPr>
          <p:nvPr>
            <p:ph type="sldNum" idx="4"/>
          </p:nvPr>
        </p:nvSpPr>
        <p:spPr/>
        <p:txBody>
          <a:bodyPr/>
          <a:lstStyle/>
          <a:p>
            <a:pPr algn="r">
              <a:buNone/>
            </a:pPr>
            <a:fld id="{9A0DB2DC-4C9A-4742-B13C-FB6460FD3503}" type="slidenum">
              <a:rPr lang="en-GB" altLang="en-US" smtClean="0"/>
              <a:pPr algn="r">
                <a:buNone/>
              </a:pPr>
              <a:t>7</a:t>
            </a:fld>
            <a:endParaRPr lang="en-GB" altLang="en-US" dirty="0"/>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
          <p:cNvSpPr>
            <a:spLocks noGrp="1"/>
          </p:cNvSpPr>
          <p:nvPr>
            <p:ph type="title"/>
          </p:nvPr>
        </p:nvSpPr>
        <p:spPr>
          <a:xfrm>
            <a:off x="836613" y="314325"/>
            <a:ext cx="8231187" cy="1063625"/>
          </a:xfrm>
        </p:spPr>
        <p:txBody>
          <a:bodyPr vert="horz" wrap="square" lIns="92075" tIns="46038" rIns="92075" bIns="46038" anchor="t" anchorCtr="0"/>
          <a:lstStyle/>
          <a:p>
            <a:pPr defTabSz="914400">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GB" altLang="en-US" dirty="0"/>
              <a:t>PHP Hello World</a:t>
            </a:r>
          </a:p>
        </p:txBody>
      </p:sp>
      <p:sp>
        <p:nvSpPr>
          <p:cNvPr id="20483" name="Rectangle 2"/>
          <p:cNvSpPr>
            <a:spLocks noGrp="1"/>
          </p:cNvSpPr>
          <p:nvPr>
            <p:ph type="subTitle" idx="4294967295"/>
          </p:nvPr>
        </p:nvSpPr>
        <p:spPr>
          <a:xfrm>
            <a:off x="381000" y="1646238"/>
            <a:ext cx="8229600" cy="4443412"/>
          </a:xfrm>
        </p:spPr>
        <p:txBody>
          <a:bodyPr vert="horz" wrap="square" lIns="0" tIns="0" rIns="0" bIns="0" anchor="ctr" anchorCtr="0"/>
          <a:lstStyle>
            <a:lvl1pPr marL="0" lvl="0" indent="0" algn="ctr">
              <a:buClr>
                <a:srgbClr val="640064"/>
              </a:buClr>
              <a:buSzPct val="75000"/>
              <a:buFont typeface="Wingdings" panose="05000000000000000000" pitchFamily="2" charset="2"/>
              <a:buNone/>
              <a:defRPr/>
            </a:lvl1pPr>
            <a:lvl2pPr marL="568325" lvl="1" indent="0" algn="ctr">
              <a:buClr>
                <a:srgbClr val="640064"/>
              </a:buClr>
              <a:buSzPct val="75000"/>
              <a:buFont typeface="Wingdings" panose="05000000000000000000" pitchFamily="2" charset="2"/>
              <a:buNone/>
              <a:defRPr/>
            </a:lvl2pPr>
            <a:lvl3pPr marL="1143000" lvl="2" indent="0" algn="ctr">
              <a:buClr>
                <a:srgbClr val="640064"/>
              </a:buClr>
              <a:buSzPct val="75000"/>
              <a:buFont typeface="Wingdings" panose="05000000000000000000" pitchFamily="2" charset="2"/>
              <a:buNone/>
              <a:defRPr/>
            </a:lvl3pPr>
            <a:lvl4pPr marL="1720850" lvl="3" indent="0" algn="ctr">
              <a:buClr>
                <a:srgbClr val="640064"/>
              </a:buClr>
              <a:buSzPct val="75000"/>
              <a:buFont typeface="Wingdings" panose="05000000000000000000" pitchFamily="2" charset="2"/>
              <a:buNone/>
              <a:defRPr/>
            </a:lvl4pPr>
            <a:lvl5pPr marL="2289175" lvl="4" indent="0" algn="ctr">
              <a:buClr>
                <a:srgbClr val="640064"/>
              </a:buClr>
              <a:buSzPct val="75000"/>
              <a:buFont typeface="Wingdings" panose="05000000000000000000" pitchFamily="2" charset="2"/>
              <a:buNone/>
              <a:defRPr/>
            </a:lvl5pPr>
          </a:lstStyle>
          <a:p>
            <a:pPr lvl="0" algn="l" defTabSz="914400">
              <a:buFont typeface="Wingdings" panose="05000000000000000000" pitchFamily="2" charset="2"/>
              <a:buChar char="l"/>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GB" altLang="en-US" dirty="0"/>
              <a:t>This program is extremely simple and you really did not need to use PHP to create a page like this. All it does is display: Hello World using the PHP </a:t>
            </a:r>
            <a:r>
              <a:rPr lang="en-GB" altLang="en-US" b="1" dirty="0">
                <a:solidFill>
                  <a:srgbClr val="0000FF"/>
                </a:solidFill>
                <a:highlight>
                  <a:srgbClr val="FFFF00"/>
                </a:highlight>
              </a:rPr>
              <a:t>echo()</a:t>
            </a:r>
            <a:r>
              <a:rPr lang="en-GB" altLang="en-US" dirty="0">
                <a:highlight>
                  <a:srgbClr val="FFFF00"/>
                </a:highlight>
              </a:rPr>
              <a:t> </a:t>
            </a:r>
            <a:r>
              <a:rPr lang="en-GB" altLang="en-US" dirty="0"/>
              <a:t>statement. </a:t>
            </a:r>
          </a:p>
          <a:p>
            <a:pPr lvl="0" algn="l" defTabSz="914400">
              <a:buFont typeface="Wingdings" panose="05000000000000000000" pitchFamily="2" charset="2"/>
              <a:buChar char="l"/>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endParaRPr lang="en-GB" altLang="en-US" dirty="0"/>
          </a:p>
          <a:p>
            <a:pPr lvl="0" algn="l" defTabSz="914400">
              <a:buFont typeface="Wingdings" panose="05000000000000000000" pitchFamily="2" charset="2"/>
              <a:buChar char="l"/>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GB" altLang="en-US" dirty="0"/>
              <a:t>Think of this as a normal HTML file which happens to have a set of special tags available to you that do a lot of interesting things. </a:t>
            </a:r>
          </a:p>
        </p:txBody>
      </p:sp>
      <p:sp>
        <p:nvSpPr>
          <p:cNvPr id="3" name="Slide Number Placeholder 2">
            <a:extLst>
              <a:ext uri="{FF2B5EF4-FFF2-40B4-BE49-F238E27FC236}">
                <a16:creationId xmlns:a16="http://schemas.microsoft.com/office/drawing/2014/main" xmlns="" id="{C348AE19-4EEA-E525-03B3-D93959857C1A}"/>
              </a:ext>
            </a:extLst>
          </p:cNvPr>
          <p:cNvSpPr>
            <a:spLocks noGrp="1"/>
          </p:cNvSpPr>
          <p:nvPr>
            <p:ph type="sldNum" idx="4"/>
          </p:nvPr>
        </p:nvSpPr>
        <p:spPr/>
        <p:txBody>
          <a:bodyPr/>
          <a:lstStyle/>
          <a:p>
            <a:pPr algn="r">
              <a:buNone/>
            </a:pPr>
            <a:fld id="{9A0DB2DC-4C9A-4742-B13C-FB6460FD3503}" type="slidenum">
              <a:rPr lang="en-GB" altLang="en-US" smtClean="0"/>
              <a:pPr algn="r">
                <a:buNone/>
              </a:pPr>
              <a:t>8</a:t>
            </a:fld>
            <a:endParaRPr lang="en-GB" altLang="en-US" dirty="0"/>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noGrp="1"/>
          </p:cNvSpPr>
          <p:nvPr>
            <p:ph type="title"/>
          </p:nvPr>
        </p:nvSpPr>
        <p:spPr>
          <a:xfrm>
            <a:off x="836613" y="314325"/>
            <a:ext cx="8231187" cy="1063625"/>
          </a:xfrm>
        </p:spPr>
        <p:txBody>
          <a:bodyPr vert="horz" wrap="square" lIns="92075" tIns="46038" rIns="92075" bIns="46038" anchor="t" anchorCtr="0"/>
          <a:lstStyle/>
          <a:p>
            <a:pPr defTabSz="914400">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GB" altLang="en-US" dirty="0"/>
              <a:t>PHP Comments</a:t>
            </a:r>
          </a:p>
        </p:txBody>
      </p:sp>
      <p:sp>
        <p:nvSpPr>
          <p:cNvPr id="22531" name="Rectangle 2"/>
          <p:cNvSpPr>
            <a:spLocks noGrp="1"/>
          </p:cNvSpPr>
          <p:nvPr>
            <p:ph type="subTitle" idx="4294967295"/>
          </p:nvPr>
        </p:nvSpPr>
        <p:spPr>
          <a:xfrm>
            <a:off x="381000" y="1736725"/>
            <a:ext cx="4240213" cy="1700213"/>
          </a:xfrm>
        </p:spPr>
        <p:txBody>
          <a:bodyPr vert="horz" wrap="square" lIns="0" tIns="0" rIns="0" bIns="0" anchor="ctr" anchorCtr="0"/>
          <a:lstStyle>
            <a:lvl1pPr marL="0" lvl="0" indent="0" algn="ctr">
              <a:buClr>
                <a:srgbClr val="640064"/>
              </a:buClr>
              <a:buSzPct val="75000"/>
              <a:buFont typeface="Wingdings" panose="05000000000000000000" pitchFamily="2" charset="2"/>
              <a:buNone/>
              <a:defRPr/>
            </a:lvl1pPr>
            <a:lvl2pPr marL="568325" lvl="1" indent="0" algn="ctr">
              <a:buClr>
                <a:srgbClr val="640064"/>
              </a:buClr>
              <a:buSzPct val="75000"/>
              <a:buFont typeface="Wingdings" panose="05000000000000000000" pitchFamily="2" charset="2"/>
              <a:buNone/>
              <a:defRPr/>
            </a:lvl2pPr>
            <a:lvl3pPr marL="1143000" lvl="2" indent="0" algn="ctr">
              <a:buClr>
                <a:srgbClr val="640064"/>
              </a:buClr>
              <a:buSzPct val="75000"/>
              <a:buFont typeface="Wingdings" panose="05000000000000000000" pitchFamily="2" charset="2"/>
              <a:buNone/>
              <a:defRPr/>
            </a:lvl3pPr>
            <a:lvl4pPr marL="1720850" lvl="3" indent="0" algn="ctr">
              <a:buClr>
                <a:srgbClr val="640064"/>
              </a:buClr>
              <a:buSzPct val="75000"/>
              <a:buFont typeface="Wingdings" panose="05000000000000000000" pitchFamily="2" charset="2"/>
              <a:buNone/>
              <a:defRPr/>
            </a:lvl4pPr>
            <a:lvl5pPr marL="2289175" lvl="4" indent="0" algn="ctr">
              <a:buClr>
                <a:srgbClr val="640064"/>
              </a:buClr>
              <a:buSzPct val="75000"/>
              <a:buFont typeface="Wingdings" panose="05000000000000000000" pitchFamily="2" charset="2"/>
              <a:buNone/>
              <a:defRPr/>
            </a:lvl5pPr>
          </a:lstStyle>
          <a:p>
            <a:pPr lvl="0" algn="l" defTabSz="914400">
              <a:buFont typeface="Wingdings" panose="05000000000000000000" pitchFamily="2" charset="2"/>
              <a:buChar char="l"/>
              <a:tabLst>
                <a:tab pos="655955" algn="l"/>
                <a:tab pos="1313180" algn="l"/>
                <a:tab pos="1970405" algn="l"/>
                <a:tab pos="2625725" algn="l"/>
                <a:tab pos="3282950" algn="l"/>
                <a:tab pos="3940175" algn="l"/>
              </a:tabLst>
            </a:pPr>
            <a:r>
              <a:rPr lang="en-GB" altLang="en-US" dirty="0"/>
              <a:t>In PHP, we use </a:t>
            </a:r>
            <a:r>
              <a:rPr lang="en-GB" altLang="en-US" b="1" dirty="0">
                <a:solidFill>
                  <a:srgbClr val="0000FF"/>
                </a:solidFill>
              </a:rPr>
              <a:t>//</a:t>
            </a:r>
            <a:r>
              <a:rPr lang="en-GB" altLang="en-US" dirty="0"/>
              <a:t> to make a single-line comment or </a:t>
            </a:r>
            <a:r>
              <a:rPr lang="en-GB" altLang="en-US" b="1" dirty="0">
                <a:solidFill>
                  <a:srgbClr val="0000FF"/>
                </a:solidFill>
              </a:rPr>
              <a:t>/*</a:t>
            </a:r>
            <a:r>
              <a:rPr lang="en-GB" altLang="en-US" dirty="0"/>
              <a:t> and </a:t>
            </a:r>
            <a:r>
              <a:rPr lang="en-GB" altLang="en-US" b="1" dirty="0">
                <a:solidFill>
                  <a:srgbClr val="0000FF"/>
                </a:solidFill>
              </a:rPr>
              <a:t>*/</a:t>
            </a:r>
            <a:r>
              <a:rPr lang="en-GB" altLang="en-US" dirty="0"/>
              <a:t> to make a large comment block.</a:t>
            </a:r>
          </a:p>
        </p:txBody>
      </p:sp>
      <p:pic>
        <p:nvPicPr>
          <p:cNvPr id="22532" name="Picture 3"/>
          <p:cNvPicPr>
            <a:picLocks noChangeAspect="1"/>
          </p:cNvPicPr>
          <p:nvPr/>
        </p:nvPicPr>
        <p:blipFill>
          <a:blip r:embed="rId3"/>
          <a:stretch>
            <a:fillRect/>
          </a:stretch>
        </p:blipFill>
        <p:spPr>
          <a:xfrm>
            <a:off x="5472113" y="1635125"/>
            <a:ext cx="3492500" cy="4664075"/>
          </a:xfrm>
          <a:prstGeom prst="rect">
            <a:avLst/>
          </a:prstGeom>
          <a:noFill/>
          <a:ln w="9525">
            <a:noFill/>
          </a:ln>
        </p:spPr>
      </p:pic>
      <p:sp>
        <p:nvSpPr>
          <p:cNvPr id="3" name="Slide Number Placeholder 2">
            <a:extLst>
              <a:ext uri="{FF2B5EF4-FFF2-40B4-BE49-F238E27FC236}">
                <a16:creationId xmlns:a16="http://schemas.microsoft.com/office/drawing/2014/main" xmlns="" id="{01D56871-D8C9-8009-9D9C-37A700D19C96}"/>
              </a:ext>
            </a:extLst>
          </p:cNvPr>
          <p:cNvSpPr>
            <a:spLocks noGrp="1"/>
          </p:cNvSpPr>
          <p:nvPr>
            <p:ph type="sldNum" idx="4"/>
          </p:nvPr>
        </p:nvSpPr>
        <p:spPr/>
        <p:txBody>
          <a:bodyPr/>
          <a:lstStyle/>
          <a:p>
            <a:pPr algn="r">
              <a:buNone/>
            </a:pPr>
            <a:fld id="{9A0DB2DC-4C9A-4742-B13C-FB6460FD3503}" type="slidenum">
              <a:rPr lang="en-GB" altLang="en-US" smtClean="0"/>
              <a:pPr algn="r">
                <a:buNone/>
              </a:pPr>
              <a:t>9</a:t>
            </a:fld>
            <a:endParaRPr lang="en-GB" altLang="en-US" dirty="0"/>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
          <p:cNvSpPr>
            <a:spLocks noGrp="1"/>
          </p:cNvSpPr>
          <p:nvPr>
            <p:ph type="title"/>
          </p:nvPr>
        </p:nvSpPr>
        <p:spPr>
          <a:xfrm>
            <a:off x="836613" y="314325"/>
            <a:ext cx="8231187" cy="1063625"/>
          </a:xfrm>
        </p:spPr>
        <p:txBody>
          <a:bodyPr vert="horz" wrap="square" lIns="92075" tIns="46038" rIns="92075" bIns="46038" anchor="t" anchorCtr="0"/>
          <a:lstStyle/>
          <a:p>
            <a:pPr defTabSz="914400">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GB" altLang="en-US" dirty="0"/>
              <a:t>PHP Variables</a:t>
            </a:r>
          </a:p>
        </p:txBody>
      </p:sp>
      <p:sp>
        <p:nvSpPr>
          <p:cNvPr id="24579" name="Rectangle 2"/>
          <p:cNvSpPr>
            <a:spLocks noGrp="1"/>
          </p:cNvSpPr>
          <p:nvPr>
            <p:ph type="subTitle" idx="4294967295"/>
          </p:nvPr>
        </p:nvSpPr>
        <p:spPr>
          <a:xfrm>
            <a:off x="381000" y="1736725"/>
            <a:ext cx="4240213" cy="1700213"/>
          </a:xfrm>
        </p:spPr>
        <p:txBody>
          <a:bodyPr vert="horz" wrap="square" lIns="0" tIns="0" rIns="0" bIns="0" anchor="ctr" anchorCtr="0"/>
          <a:lstStyle>
            <a:lvl1pPr marL="0" lvl="0" indent="0" algn="ctr">
              <a:buClr>
                <a:srgbClr val="640064"/>
              </a:buClr>
              <a:buSzPct val="75000"/>
              <a:buFont typeface="Wingdings" panose="05000000000000000000" pitchFamily="2" charset="2"/>
              <a:buNone/>
              <a:defRPr/>
            </a:lvl1pPr>
            <a:lvl2pPr marL="568325" lvl="1" indent="0" algn="ctr">
              <a:buClr>
                <a:srgbClr val="640064"/>
              </a:buClr>
              <a:buSzPct val="75000"/>
              <a:buFont typeface="Wingdings" panose="05000000000000000000" pitchFamily="2" charset="2"/>
              <a:buNone/>
              <a:defRPr/>
            </a:lvl2pPr>
            <a:lvl3pPr marL="1143000" lvl="2" indent="0" algn="ctr">
              <a:buClr>
                <a:srgbClr val="640064"/>
              </a:buClr>
              <a:buSzPct val="75000"/>
              <a:buFont typeface="Wingdings" panose="05000000000000000000" pitchFamily="2" charset="2"/>
              <a:buNone/>
              <a:defRPr/>
            </a:lvl3pPr>
            <a:lvl4pPr marL="1720850" lvl="3" indent="0" algn="ctr">
              <a:buClr>
                <a:srgbClr val="640064"/>
              </a:buClr>
              <a:buSzPct val="75000"/>
              <a:buFont typeface="Wingdings" panose="05000000000000000000" pitchFamily="2" charset="2"/>
              <a:buNone/>
              <a:defRPr/>
            </a:lvl4pPr>
            <a:lvl5pPr marL="2289175" lvl="4" indent="0" algn="ctr">
              <a:buClr>
                <a:srgbClr val="640064"/>
              </a:buClr>
              <a:buSzPct val="75000"/>
              <a:buFont typeface="Wingdings" panose="05000000000000000000" pitchFamily="2" charset="2"/>
              <a:buNone/>
              <a:defRPr/>
            </a:lvl5pPr>
          </a:lstStyle>
          <a:p>
            <a:pPr lvl="0" algn="l" defTabSz="914400">
              <a:buFont typeface="Wingdings" panose="05000000000000000000" pitchFamily="2" charset="2"/>
              <a:buChar char="l"/>
              <a:tabLst>
                <a:tab pos="655955" algn="l"/>
                <a:tab pos="1313180" algn="l"/>
                <a:tab pos="1970405" algn="l"/>
                <a:tab pos="2625725" algn="l"/>
                <a:tab pos="3282950" algn="l"/>
                <a:tab pos="3940175" algn="l"/>
              </a:tabLst>
            </a:pPr>
            <a:r>
              <a:rPr lang="en-GB" altLang="en-US" dirty="0"/>
              <a:t>In PHP, </a:t>
            </a:r>
            <a:r>
              <a:rPr lang="en-US" altLang="en-US" dirty="0"/>
              <a:t>a </a:t>
            </a:r>
            <a:r>
              <a:rPr lang="en-US" altLang="en-US" dirty="0">
                <a:highlight>
                  <a:srgbClr val="FFFF00"/>
                </a:highlight>
              </a:rPr>
              <a:t>variable starts with the $ sign</a:t>
            </a:r>
            <a:r>
              <a:rPr lang="en-US" altLang="en-US" dirty="0"/>
              <a:t>, followed by the name of the variable:</a:t>
            </a:r>
            <a:endParaRPr lang="en-GB" altLang="en-US" dirty="0"/>
          </a:p>
        </p:txBody>
      </p:sp>
      <p:sp>
        <p:nvSpPr>
          <p:cNvPr id="24580" name="TextBox 4"/>
          <p:cNvSpPr txBox="1"/>
          <p:nvPr/>
        </p:nvSpPr>
        <p:spPr>
          <a:xfrm>
            <a:off x="4737100" y="1341438"/>
            <a:ext cx="4248150" cy="3816350"/>
          </a:xfrm>
          <a:prstGeom prst="rect">
            <a:avLst/>
          </a:prstGeom>
          <a:noFill/>
          <a:ln w="9525">
            <a:noFill/>
          </a:ln>
        </p:spPr>
        <p:txBody>
          <a:bodyPr>
            <a:spAutoFit/>
          </a:bodyPr>
          <a:lstStyle/>
          <a:p>
            <a:r>
              <a:rPr lang="en-IN" altLang="en-US" sz="2200" b="1" dirty="0">
                <a:latin typeface="Times New Roman" panose="02020603050405020304" pitchFamily="18" charset="0"/>
                <a:cs typeface="Times New Roman" panose="02020603050405020304" pitchFamily="18" charset="0"/>
              </a:rPr>
              <a:t>&lt;!DOCTYPE html&gt;</a:t>
            </a:r>
          </a:p>
          <a:p>
            <a:r>
              <a:rPr lang="en-IN" altLang="en-US" sz="2200" b="1" dirty="0">
                <a:latin typeface="Times New Roman" panose="02020603050405020304" pitchFamily="18" charset="0"/>
                <a:cs typeface="Times New Roman" panose="02020603050405020304" pitchFamily="18" charset="0"/>
              </a:rPr>
              <a:t>&lt;html&gt;</a:t>
            </a:r>
          </a:p>
          <a:p>
            <a:r>
              <a:rPr lang="en-IN" altLang="en-US" sz="2200" b="1" dirty="0">
                <a:latin typeface="Times New Roman" panose="02020603050405020304" pitchFamily="18" charset="0"/>
                <a:cs typeface="Times New Roman" panose="02020603050405020304" pitchFamily="18" charset="0"/>
              </a:rPr>
              <a:t>&lt;body&gt;</a:t>
            </a:r>
          </a:p>
          <a:p>
            <a:endParaRPr lang="en-IN" altLang="en-US" sz="2200" b="1" dirty="0">
              <a:latin typeface="Times New Roman" panose="02020603050405020304" pitchFamily="18" charset="0"/>
              <a:cs typeface="Times New Roman" panose="02020603050405020304" pitchFamily="18" charset="0"/>
            </a:endParaRPr>
          </a:p>
          <a:p>
            <a:r>
              <a:rPr lang="en-IN" altLang="en-US" sz="2200" b="1" dirty="0">
                <a:latin typeface="Times New Roman" panose="02020603050405020304" pitchFamily="18" charset="0"/>
                <a:cs typeface="Times New Roman" panose="02020603050405020304" pitchFamily="18" charset="0"/>
              </a:rPr>
              <a:t>&lt;?php</a:t>
            </a:r>
          </a:p>
          <a:p>
            <a:r>
              <a:rPr lang="en-IN" altLang="en-US" sz="2200" b="1" dirty="0">
                <a:latin typeface="Times New Roman" panose="02020603050405020304" pitchFamily="18" charset="0"/>
                <a:cs typeface="Times New Roman" panose="02020603050405020304" pitchFamily="18" charset="0"/>
              </a:rPr>
              <a:t>$txt = "University";</a:t>
            </a:r>
          </a:p>
          <a:p>
            <a:r>
              <a:rPr lang="en-IN" altLang="en-US" sz="2200" b="1" dirty="0">
                <a:latin typeface="Times New Roman" panose="02020603050405020304" pitchFamily="18" charset="0"/>
                <a:cs typeface="Times New Roman" panose="02020603050405020304" pitchFamily="18" charset="0"/>
              </a:rPr>
              <a:t>echo "VIT Bhopal  $txt!";</a:t>
            </a:r>
          </a:p>
          <a:p>
            <a:r>
              <a:rPr lang="en-IN" altLang="en-US" sz="2200" b="1" dirty="0">
                <a:latin typeface="Times New Roman" panose="02020603050405020304" pitchFamily="18" charset="0"/>
                <a:cs typeface="Times New Roman" panose="02020603050405020304" pitchFamily="18" charset="0"/>
              </a:rPr>
              <a:t>?&gt;</a:t>
            </a:r>
          </a:p>
          <a:p>
            <a:endParaRPr lang="en-IN" altLang="en-US" sz="2200" b="1" dirty="0">
              <a:latin typeface="Times New Roman" panose="02020603050405020304" pitchFamily="18" charset="0"/>
              <a:cs typeface="Times New Roman" panose="02020603050405020304" pitchFamily="18" charset="0"/>
            </a:endParaRPr>
          </a:p>
          <a:p>
            <a:r>
              <a:rPr lang="en-IN" altLang="en-US" sz="2200" b="1" dirty="0">
                <a:latin typeface="Times New Roman" panose="02020603050405020304" pitchFamily="18" charset="0"/>
                <a:cs typeface="Times New Roman" panose="02020603050405020304" pitchFamily="18" charset="0"/>
              </a:rPr>
              <a:t>&lt;/body&gt;</a:t>
            </a:r>
          </a:p>
          <a:p>
            <a:r>
              <a:rPr lang="en-IN" altLang="en-US" sz="2200" b="1" dirty="0">
                <a:latin typeface="Times New Roman" panose="02020603050405020304" pitchFamily="18" charset="0"/>
                <a:cs typeface="Times New Roman" panose="02020603050405020304" pitchFamily="18" charset="0"/>
              </a:rPr>
              <a:t>&lt;/html&gt;</a:t>
            </a:r>
            <a:endParaRPr lang="en-IN" altLang="en-US" sz="2200" b="1" dirty="0">
              <a:latin typeface="Times New Roman" panose="02020603050405020304" pitchFamily="18" charset="0"/>
              <a:ea typeface="Times New Roman" panose="02020603050405020304" pitchFamily="18" charset="0"/>
            </a:endParaRPr>
          </a:p>
        </p:txBody>
      </p:sp>
      <p:sp>
        <p:nvSpPr>
          <p:cNvPr id="3" name="Slide Number Placeholder 2">
            <a:extLst>
              <a:ext uri="{FF2B5EF4-FFF2-40B4-BE49-F238E27FC236}">
                <a16:creationId xmlns:a16="http://schemas.microsoft.com/office/drawing/2014/main" xmlns="" id="{4606C4D5-BDF0-D135-1A03-9EC2FF14E56A}"/>
              </a:ext>
            </a:extLst>
          </p:cNvPr>
          <p:cNvSpPr>
            <a:spLocks noGrp="1"/>
          </p:cNvSpPr>
          <p:nvPr>
            <p:ph type="sldNum" idx="4"/>
          </p:nvPr>
        </p:nvSpPr>
        <p:spPr/>
        <p:txBody>
          <a:bodyPr/>
          <a:lstStyle/>
          <a:p>
            <a:pPr algn="r">
              <a:buNone/>
            </a:pPr>
            <a:fld id="{9A0DB2DC-4C9A-4742-B13C-FB6460FD3503}" type="slidenum">
              <a:rPr lang="en-GB" altLang="en-US" smtClean="0"/>
              <a:pPr algn="r">
                <a:buNone/>
              </a:pPr>
              <a:t>10</a:t>
            </a:fld>
            <a:endParaRPr lang="en-GB" altLang="en-US" dirty="0"/>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
          <p:cNvSpPr>
            <a:spLocks noGrp="1"/>
          </p:cNvSpPr>
          <p:nvPr>
            <p:ph type="title"/>
          </p:nvPr>
        </p:nvSpPr>
        <p:spPr>
          <a:xfrm>
            <a:off x="836613" y="314325"/>
            <a:ext cx="8231187" cy="1063625"/>
          </a:xfrm>
        </p:spPr>
        <p:txBody>
          <a:bodyPr vert="horz" wrap="square" lIns="92075" tIns="46038" rIns="92075" bIns="46038" anchor="t" anchorCtr="0"/>
          <a:lstStyle/>
          <a:p>
            <a:pPr defTabSz="914400">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GB" altLang="en-US" dirty="0"/>
              <a:t>PHP Math</a:t>
            </a:r>
          </a:p>
        </p:txBody>
      </p:sp>
      <p:sp>
        <p:nvSpPr>
          <p:cNvPr id="26627" name="Rectangle 2"/>
          <p:cNvSpPr>
            <a:spLocks noGrp="1"/>
          </p:cNvSpPr>
          <p:nvPr>
            <p:ph type="subTitle" idx="4294967295"/>
          </p:nvPr>
        </p:nvSpPr>
        <p:spPr>
          <a:xfrm>
            <a:off x="381000" y="1736725"/>
            <a:ext cx="4240213" cy="1700213"/>
          </a:xfrm>
        </p:spPr>
        <p:txBody>
          <a:bodyPr vert="horz" wrap="square" lIns="0" tIns="0" rIns="0" bIns="0" anchor="ctr" anchorCtr="0"/>
          <a:lstStyle>
            <a:lvl1pPr marL="0" lvl="0" indent="0" algn="ctr">
              <a:buClr>
                <a:srgbClr val="640064"/>
              </a:buClr>
              <a:buSzPct val="75000"/>
              <a:buFont typeface="Wingdings" panose="05000000000000000000" pitchFamily="2" charset="2"/>
              <a:buNone/>
              <a:defRPr/>
            </a:lvl1pPr>
            <a:lvl2pPr marL="568325" lvl="1" indent="0" algn="ctr">
              <a:buClr>
                <a:srgbClr val="640064"/>
              </a:buClr>
              <a:buSzPct val="75000"/>
              <a:buFont typeface="Wingdings" panose="05000000000000000000" pitchFamily="2" charset="2"/>
              <a:buNone/>
              <a:defRPr/>
            </a:lvl2pPr>
            <a:lvl3pPr marL="1143000" lvl="2" indent="0" algn="ctr">
              <a:buClr>
                <a:srgbClr val="640064"/>
              </a:buClr>
              <a:buSzPct val="75000"/>
              <a:buFont typeface="Wingdings" panose="05000000000000000000" pitchFamily="2" charset="2"/>
              <a:buNone/>
              <a:defRPr/>
            </a:lvl3pPr>
            <a:lvl4pPr marL="1720850" lvl="3" indent="0" algn="ctr">
              <a:buClr>
                <a:srgbClr val="640064"/>
              </a:buClr>
              <a:buSzPct val="75000"/>
              <a:buFont typeface="Wingdings" panose="05000000000000000000" pitchFamily="2" charset="2"/>
              <a:buNone/>
              <a:defRPr/>
            </a:lvl4pPr>
            <a:lvl5pPr marL="2289175" lvl="4" indent="0" algn="ctr">
              <a:buClr>
                <a:srgbClr val="640064"/>
              </a:buClr>
              <a:buSzPct val="75000"/>
              <a:buFont typeface="Wingdings" panose="05000000000000000000" pitchFamily="2" charset="2"/>
              <a:buNone/>
              <a:defRPr/>
            </a:lvl5pPr>
          </a:lstStyle>
          <a:p>
            <a:pPr lvl="0" algn="l" defTabSz="914400">
              <a:buFont typeface="Wingdings" panose="05000000000000000000" pitchFamily="2" charset="2"/>
              <a:buChar char="l"/>
              <a:tabLst>
                <a:tab pos="655955" algn="l"/>
                <a:tab pos="1313180" algn="l"/>
                <a:tab pos="1970405" algn="l"/>
                <a:tab pos="2625725" algn="l"/>
                <a:tab pos="3282950" algn="l"/>
                <a:tab pos="3940175" algn="l"/>
              </a:tabLst>
            </a:pPr>
            <a:r>
              <a:rPr lang="en-US" altLang="en-US" dirty="0"/>
              <a:t>The min() and max() functions can be used to find the lowest or highest value in a list of arguments:</a:t>
            </a:r>
            <a:endParaRPr lang="en-GB" altLang="en-US" dirty="0"/>
          </a:p>
        </p:txBody>
      </p:sp>
      <p:sp>
        <p:nvSpPr>
          <p:cNvPr id="26628" name="TextBox 4"/>
          <p:cNvSpPr txBox="1"/>
          <p:nvPr/>
        </p:nvSpPr>
        <p:spPr>
          <a:xfrm>
            <a:off x="4737100" y="1341438"/>
            <a:ext cx="4248150" cy="2122487"/>
          </a:xfrm>
          <a:prstGeom prst="rect">
            <a:avLst/>
          </a:prstGeom>
          <a:noFill/>
          <a:ln w="9525">
            <a:noFill/>
          </a:ln>
        </p:spPr>
        <p:txBody>
          <a:bodyPr>
            <a:spAutoFit/>
          </a:bodyPr>
          <a:lstStyle/>
          <a:p>
            <a:r>
              <a:rPr lang="en-US" altLang="en-US" sz="2200" b="1" dirty="0">
                <a:latin typeface="Times New Roman" panose="02020603050405020304" pitchFamily="18" charset="0"/>
                <a:cs typeface="Times New Roman" panose="02020603050405020304" pitchFamily="18" charset="0"/>
              </a:rPr>
              <a:t>&lt;?php</a:t>
            </a:r>
          </a:p>
          <a:p>
            <a:r>
              <a:rPr lang="en-US" altLang="en-US" sz="2200" b="1" dirty="0">
                <a:latin typeface="Times New Roman" panose="02020603050405020304" pitchFamily="18" charset="0"/>
                <a:cs typeface="Times New Roman" panose="02020603050405020304" pitchFamily="18" charset="0"/>
              </a:rPr>
              <a:t>echo(min(0, 150, 30, 20, -8, -200));  // returns -200</a:t>
            </a:r>
          </a:p>
          <a:p>
            <a:r>
              <a:rPr lang="en-US" altLang="en-US" sz="2200" b="1" dirty="0">
                <a:latin typeface="Times New Roman" panose="02020603050405020304" pitchFamily="18" charset="0"/>
                <a:cs typeface="Times New Roman" panose="02020603050405020304" pitchFamily="18" charset="0"/>
              </a:rPr>
              <a:t>echo(max(0, 150, 30, 20, -8, -200));  // returns 150</a:t>
            </a:r>
          </a:p>
          <a:p>
            <a:r>
              <a:rPr lang="en-US" altLang="en-US" sz="2200" b="1" dirty="0">
                <a:latin typeface="Times New Roman" panose="02020603050405020304" pitchFamily="18" charset="0"/>
                <a:cs typeface="Times New Roman" panose="02020603050405020304" pitchFamily="18" charset="0"/>
              </a:rPr>
              <a:t>?&gt;</a:t>
            </a:r>
            <a:endParaRPr lang="en-IN" altLang="en-US" sz="2200" b="1" dirty="0">
              <a:latin typeface="Times New Roman" panose="02020603050405020304" pitchFamily="18" charset="0"/>
              <a:ea typeface="Times New Roman" panose="02020603050405020304" pitchFamily="18" charset="0"/>
            </a:endParaRPr>
          </a:p>
        </p:txBody>
      </p:sp>
      <p:sp>
        <p:nvSpPr>
          <p:cNvPr id="3" name="Slide Number Placeholder 2">
            <a:extLst>
              <a:ext uri="{FF2B5EF4-FFF2-40B4-BE49-F238E27FC236}">
                <a16:creationId xmlns:a16="http://schemas.microsoft.com/office/drawing/2014/main" xmlns="" id="{570B14F6-03F6-6D3D-C8D9-286D74774B97}"/>
              </a:ext>
            </a:extLst>
          </p:cNvPr>
          <p:cNvSpPr>
            <a:spLocks noGrp="1"/>
          </p:cNvSpPr>
          <p:nvPr>
            <p:ph type="sldNum" idx="4"/>
          </p:nvPr>
        </p:nvSpPr>
        <p:spPr/>
        <p:txBody>
          <a:bodyPr/>
          <a:lstStyle/>
          <a:p>
            <a:pPr algn="r">
              <a:buNone/>
            </a:pPr>
            <a:fld id="{9A0DB2DC-4C9A-4742-B13C-FB6460FD3503}" type="slidenum">
              <a:rPr lang="en-GB" altLang="en-US" smtClean="0"/>
              <a:pPr algn="r">
                <a:buNone/>
              </a:pPr>
              <a:t>11</a:t>
            </a:fld>
            <a:endParaRPr lang="en-GB" altLang="en-US" dirty="0"/>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
          <p:cNvSpPr>
            <a:spLocks noGrp="1"/>
          </p:cNvSpPr>
          <p:nvPr>
            <p:ph type="title"/>
          </p:nvPr>
        </p:nvSpPr>
        <p:spPr>
          <a:xfrm>
            <a:off x="836613" y="314325"/>
            <a:ext cx="8231187" cy="1063625"/>
          </a:xfrm>
        </p:spPr>
        <p:txBody>
          <a:bodyPr vert="horz" wrap="square" lIns="92075" tIns="46038" rIns="92075" bIns="46038" anchor="t" anchorCtr="0"/>
          <a:lstStyle/>
          <a:p>
            <a:pPr defTabSz="914400">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GB" altLang="en-US" dirty="0"/>
              <a:t>PHP  Constant Arrays</a:t>
            </a:r>
          </a:p>
        </p:txBody>
      </p:sp>
      <p:sp>
        <p:nvSpPr>
          <p:cNvPr id="28675" name="Rectangle 2"/>
          <p:cNvSpPr>
            <a:spLocks noGrp="1"/>
          </p:cNvSpPr>
          <p:nvPr>
            <p:ph type="subTitle" idx="4294967295"/>
          </p:nvPr>
        </p:nvSpPr>
        <p:spPr>
          <a:xfrm>
            <a:off x="381000" y="1736725"/>
            <a:ext cx="4240213" cy="1700213"/>
          </a:xfrm>
        </p:spPr>
        <p:txBody>
          <a:bodyPr vert="horz" wrap="square" lIns="0" tIns="0" rIns="0" bIns="0" anchor="ctr" anchorCtr="0"/>
          <a:lstStyle>
            <a:lvl1pPr marL="0" lvl="0" indent="0" algn="ctr">
              <a:buClr>
                <a:srgbClr val="640064"/>
              </a:buClr>
              <a:buSzPct val="75000"/>
              <a:buFont typeface="Wingdings" panose="05000000000000000000" pitchFamily="2" charset="2"/>
              <a:buNone/>
              <a:defRPr/>
            </a:lvl1pPr>
            <a:lvl2pPr marL="568325" lvl="1" indent="0" algn="ctr">
              <a:buClr>
                <a:srgbClr val="640064"/>
              </a:buClr>
              <a:buSzPct val="75000"/>
              <a:buFont typeface="Wingdings" panose="05000000000000000000" pitchFamily="2" charset="2"/>
              <a:buNone/>
              <a:defRPr/>
            </a:lvl2pPr>
            <a:lvl3pPr marL="1143000" lvl="2" indent="0" algn="ctr">
              <a:buClr>
                <a:srgbClr val="640064"/>
              </a:buClr>
              <a:buSzPct val="75000"/>
              <a:buFont typeface="Wingdings" panose="05000000000000000000" pitchFamily="2" charset="2"/>
              <a:buNone/>
              <a:defRPr/>
            </a:lvl3pPr>
            <a:lvl4pPr marL="1720850" lvl="3" indent="0" algn="ctr">
              <a:buClr>
                <a:srgbClr val="640064"/>
              </a:buClr>
              <a:buSzPct val="75000"/>
              <a:buFont typeface="Wingdings" panose="05000000000000000000" pitchFamily="2" charset="2"/>
              <a:buNone/>
              <a:defRPr/>
            </a:lvl4pPr>
            <a:lvl5pPr marL="2289175" lvl="4" indent="0" algn="ctr">
              <a:buClr>
                <a:srgbClr val="640064"/>
              </a:buClr>
              <a:buSzPct val="75000"/>
              <a:buFont typeface="Wingdings" panose="05000000000000000000" pitchFamily="2" charset="2"/>
              <a:buNone/>
              <a:defRPr/>
            </a:lvl5pPr>
          </a:lstStyle>
          <a:p>
            <a:pPr lvl="0" algn="l" defTabSz="914400">
              <a:buFont typeface="Wingdings" panose="05000000000000000000" pitchFamily="2" charset="2"/>
              <a:buChar char="l"/>
              <a:tabLst>
                <a:tab pos="655955" algn="l"/>
                <a:tab pos="1313180" algn="l"/>
                <a:tab pos="1970405" algn="l"/>
                <a:tab pos="2625725" algn="l"/>
                <a:tab pos="3282950" algn="l"/>
                <a:tab pos="3940175" algn="l"/>
              </a:tabLst>
            </a:pPr>
            <a:r>
              <a:rPr lang="en-US" altLang="en-US" dirty="0"/>
              <a:t>An Array constant using the </a:t>
            </a:r>
            <a:r>
              <a:rPr lang="en-US" altLang="en-US" b="1" dirty="0">
                <a:highlight>
                  <a:srgbClr val="FFFF00"/>
                </a:highlight>
              </a:rPr>
              <a:t>define() </a:t>
            </a:r>
            <a:r>
              <a:rPr lang="en-US" altLang="en-US" dirty="0"/>
              <a:t>function</a:t>
            </a:r>
            <a:endParaRPr lang="en-GB" altLang="en-US" dirty="0"/>
          </a:p>
        </p:txBody>
      </p:sp>
      <p:sp>
        <p:nvSpPr>
          <p:cNvPr id="28676" name="TextBox 4"/>
          <p:cNvSpPr txBox="1"/>
          <p:nvPr/>
        </p:nvSpPr>
        <p:spPr>
          <a:xfrm>
            <a:off x="4737099" y="1341438"/>
            <a:ext cx="4240213" cy="3539430"/>
          </a:xfrm>
          <a:prstGeom prst="rect">
            <a:avLst/>
          </a:prstGeom>
          <a:noFill/>
          <a:ln w="9525">
            <a:noFill/>
          </a:ln>
        </p:spPr>
        <p:txBody>
          <a:bodyPr wrap="square">
            <a:spAutoFit/>
          </a:bodyPr>
          <a:lstStyle/>
          <a:p>
            <a:r>
              <a:rPr lang="en-US" altLang="en-US" sz="3200" b="1" dirty="0">
                <a:latin typeface="Times New Roman" panose="02020603050405020304" pitchFamily="18" charset="0"/>
                <a:cs typeface="Times New Roman" panose="02020603050405020304" pitchFamily="18" charset="0"/>
              </a:rPr>
              <a:t>&lt;?php</a:t>
            </a:r>
          </a:p>
          <a:p>
            <a:r>
              <a:rPr lang="en-US" altLang="en-US" sz="3200" b="1" dirty="0">
                <a:latin typeface="Times New Roman" panose="02020603050405020304" pitchFamily="18" charset="0"/>
                <a:cs typeface="Times New Roman" panose="02020603050405020304" pitchFamily="18" charset="0"/>
              </a:rPr>
              <a:t>define(“Branch”, [</a:t>
            </a:r>
          </a:p>
          <a:p>
            <a:r>
              <a:rPr lang="en-US" altLang="en-US" sz="3200" b="1" dirty="0">
                <a:latin typeface="Times New Roman" panose="02020603050405020304" pitchFamily="18" charset="0"/>
                <a:cs typeface="Times New Roman" panose="02020603050405020304" pitchFamily="18" charset="0"/>
              </a:rPr>
              <a:t>  “AI”,</a:t>
            </a:r>
          </a:p>
          <a:p>
            <a:r>
              <a:rPr lang="en-US" altLang="en-US" sz="3200" b="1" dirty="0">
                <a:latin typeface="Times New Roman" panose="02020603050405020304" pitchFamily="18" charset="0"/>
                <a:cs typeface="Times New Roman" panose="02020603050405020304" pitchFamily="18" charset="0"/>
              </a:rPr>
              <a:t>  “ML",</a:t>
            </a:r>
          </a:p>
          <a:p>
            <a:r>
              <a:rPr lang="en-US" altLang="en-US" sz="3200" b="1" dirty="0">
                <a:latin typeface="Times New Roman" panose="02020603050405020304" pitchFamily="18" charset="0"/>
                <a:cs typeface="Times New Roman" panose="02020603050405020304" pitchFamily="18" charset="0"/>
              </a:rPr>
              <a:t>  “CI”</a:t>
            </a:r>
          </a:p>
          <a:p>
            <a:r>
              <a:rPr lang="en-US" altLang="en-US" sz="3200" b="1" dirty="0">
                <a:latin typeface="Times New Roman" panose="02020603050405020304" pitchFamily="18" charset="0"/>
                <a:cs typeface="Times New Roman" panose="02020603050405020304" pitchFamily="18" charset="0"/>
              </a:rPr>
              <a:t>]);</a:t>
            </a:r>
          </a:p>
          <a:p>
            <a:r>
              <a:rPr lang="en-US" altLang="en-US" sz="3200" b="1" dirty="0">
                <a:latin typeface="Times New Roman" panose="02020603050405020304" pitchFamily="18" charset="0"/>
                <a:cs typeface="Times New Roman" panose="02020603050405020304" pitchFamily="18" charset="0"/>
              </a:rPr>
              <a:t>?&gt;</a:t>
            </a:r>
            <a:endParaRPr lang="en-IN" altLang="en-US" sz="3200" b="1" dirty="0">
              <a:latin typeface="Times New Roman" panose="02020603050405020304" pitchFamily="18" charset="0"/>
              <a:ea typeface="Times New Roman" panose="02020603050405020304" pitchFamily="18" charset="0"/>
            </a:endParaRPr>
          </a:p>
        </p:txBody>
      </p:sp>
      <p:sp>
        <p:nvSpPr>
          <p:cNvPr id="3" name="Slide Number Placeholder 2">
            <a:extLst>
              <a:ext uri="{FF2B5EF4-FFF2-40B4-BE49-F238E27FC236}">
                <a16:creationId xmlns:a16="http://schemas.microsoft.com/office/drawing/2014/main" xmlns="" id="{2AB5E41A-3D69-58CE-F52E-BEB927115F98}"/>
              </a:ext>
            </a:extLst>
          </p:cNvPr>
          <p:cNvSpPr>
            <a:spLocks noGrp="1"/>
          </p:cNvSpPr>
          <p:nvPr>
            <p:ph type="sldNum" idx="4"/>
          </p:nvPr>
        </p:nvSpPr>
        <p:spPr/>
        <p:txBody>
          <a:bodyPr/>
          <a:lstStyle/>
          <a:p>
            <a:pPr algn="r">
              <a:buNone/>
            </a:pPr>
            <a:fld id="{9A0DB2DC-4C9A-4742-B13C-FB6460FD3503}" type="slidenum">
              <a:rPr lang="en-GB" altLang="en-US" smtClean="0"/>
              <a:pPr algn="r">
                <a:buNone/>
              </a:pPr>
              <a:t>12</a:t>
            </a:fld>
            <a:endParaRPr lang="en-GB" altLang="en-US" dirty="0"/>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
          <p:cNvSpPr>
            <a:spLocks noGrp="1"/>
          </p:cNvSpPr>
          <p:nvPr>
            <p:ph type="title"/>
          </p:nvPr>
        </p:nvSpPr>
        <p:spPr>
          <a:xfrm>
            <a:off x="836613" y="314325"/>
            <a:ext cx="8231187" cy="1063625"/>
          </a:xfrm>
        </p:spPr>
        <p:txBody>
          <a:bodyPr vert="horz" wrap="square" lIns="92075" tIns="46038" rIns="92075" bIns="46038" anchor="t" anchorCtr="0"/>
          <a:lstStyle/>
          <a:p>
            <a:pPr defTabSz="914400">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GB" altLang="en-US" dirty="0"/>
              <a:t>PHP  Arrays</a:t>
            </a:r>
          </a:p>
        </p:txBody>
      </p:sp>
      <p:sp>
        <p:nvSpPr>
          <p:cNvPr id="30723" name="Rectangle 2"/>
          <p:cNvSpPr>
            <a:spLocks noGrp="1"/>
          </p:cNvSpPr>
          <p:nvPr>
            <p:ph type="subTitle" idx="4294967295"/>
          </p:nvPr>
        </p:nvSpPr>
        <p:spPr>
          <a:xfrm>
            <a:off x="381000" y="1736725"/>
            <a:ext cx="4240213" cy="1700213"/>
          </a:xfrm>
        </p:spPr>
        <p:txBody>
          <a:bodyPr vert="horz" wrap="square" lIns="0" tIns="0" rIns="0" bIns="0" anchor="ctr" anchorCtr="0"/>
          <a:lstStyle>
            <a:lvl1pPr marL="0" lvl="0" indent="0" algn="ctr">
              <a:buClr>
                <a:srgbClr val="640064"/>
              </a:buClr>
              <a:buSzPct val="75000"/>
              <a:buFont typeface="Wingdings" panose="05000000000000000000" pitchFamily="2" charset="2"/>
              <a:buNone/>
              <a:defRPr/>
            </a:lvl1pPr>
            <a:lvl2pPr marL="568325" lvl="1" indent="0" algn="ctr">
              <a:buClr>
                <a:srgbClr val="640064"/>
              </a:buClr>
              <a:buSzPct val="75000"/>
              <a:buFont typeface="Wingdings" panose="05000000000000000000" pitchFamily="2" charset="2"/>
              <a:buNone/>
              <a:defRPr/>
            </a:lvl2pPr>
            <a:lvl3pPr marL="1143000" lvl="2" indent="0" algn="ctr">
              <a:buClr>
                <a:srgbClr val="640064"/>
              </a:buClr>
              <a:buSzPct val="75000"/>
              <a:buFont typeface="Wingdings" panose="05000000000000000000" pitchFamily="2" charset="2"/>
              <a:buNone/>
              <a:defRPr/>
            </a:lvl3pPr>
            <a:lvl4pPr marL="1720850" lvl="3" indent="0" algn="ctr">
              <a:buClr>
                <a:srgbClr val="640064"/>
              </a:buClr>
              <a:buSzPct val="75000"/>
              <a:buFont typeface="Wingdings" panose="05000000000000000000" pitchFamily="2" charset="2"/>
              <a:buNone/>
              <a:defRPr/>
            </a:lvl4pPr>
            <a:lvl5pPr marL="2289175" lvl="4" indent="0" algn="ctr">
              <a:buClr>
                <a:srgbClr val="640064"/>
              </a:buClr>
              <a:buSzPct val="75000"/>
              <a:buFont typeface="Wingdings" panose="05000000000000000000" pitchFamily="2" charset="2"/>
              <a:buNone/>
              <a:defRPr/>
            </a:lvl5pPr>
          </a:lstStyle>
          <a:p>
            <a:pPr lvl="0" algn="l" defTabSz="914400">
              <a:tabLst>
                <a:tab pos="655955" algn="l"/>
                <a:tab pos="1313180" algn="l"/>
                <a:tab pos="1970405" algn="l"/>
                <a:tab pos="2625725" algn="l"/>
                <a:tab pos="3282950" algn="l"/>
                <a:tab pos="3940175" algn="l"/>
              </a:tabLst>
            </a:pPr>
            <a:endParaRPr lang="en-US" altLang="en-US" dirty="0">
              <a:solidFill>
                <a:srgbClr val="000000"/>
              </a:solidFill>
              <a:latin typeface="Verdana" panose="020B0604030504040204" pitchFamily="34" charset="0"/>
            </a:endParaRPr>
          </a:p>
          <a:p>
            <a:pPr lvl="0" algn="l" defTabSz="914400">
              <a:buFont typeface="Wingdings" panose="05000000000000000000" pitchFamily="2" charset="2"/>
              <a:buChar char="l"/>
              <a:tabLst>
                <a:tab pos="655955" algn="l"/>
                <a:tab pos="1313180" algn="l"/>
                <a:tab pos="1970405" algn="l"/>
                <a:tab pos="2625725" algn="l"/>
                <a:tab pos="3282950" algn="l"/>
                <a:tab pos="3940175" algn="l"/>
              </a:tabLst>
            </a:pPr>
            <a:endParaRPr lang="en-US" altLang="en-US" dirty="0">
              <a:solidFill>
                <a:srgbClr val="000000"/>
              </a:solidFill>
              <a:latin typeface="Verdana" panose="020B0604030504040204" pitchFamily="34" charset="0"/>
            </a:endParaRPr>
          </a:p>
          <a:p>
            <a:pPr lvl="0" algn="l" defTabSz="914400">
              <a:buFont typeface="Wingdings" panose="05000000000000000000" pitchFamily="2" charset="2"/>
              <a:buChar char="l"/>
              <a:tabLst>
                <a:tab pos="655955" algn="l"/>
                <a:tab pos="1313180" algn="l"/>
                <a:tab pos="1970405" algn="l"/>
                <a:tab pos="2625725" algn="l"/>
                <a:tab pos="3282950" algn="l"/>
                <a:tab pos="3940175" algn="l"/>
              </a:tabLst>
            </a:pPr>
            <a:endParaRPr lang="en-US" altLang="en-US" dirty="0">
              <a:solidFill>
                <a:srgbClr val="000000"/>
              </a:solidFill>
              <a:latin typeface="Verdana" panose="020B0604030504040204" pitchFamily="34" charset="0"/>
            </a:endParaRPr>
          </a:p>
          <a:p>
            <a:pPr lvl="0" algn="l" defTabSz="914400">
              <a:buFont typeface="Wingdings" panose="05000000000000000000" pitchFamily="2" charset="2"/>
              <a:buChar char="l"/>
              <a:tabLst>
                <a:tab pos="655955" algn="l"/>
                <a:tab pos="1313180" algn="l"/>
                <a:tab pos="1970405" algn="l"/>
                <a:tab pos="2625725" algn="l"/>
                <a:tab pos="3282950" algn="l"/>
                <a:tab pos="3940175" algn="l"/>
              </a:tabLst>
            </a:pPr>
            <a:endParaRPr lang="en-US" altLang="en-US" dirty="0">
              <a:solidFill>
                <a:srgbClr val="000000"/>
              </a:solidFill>
              <a:latin typeface="Verdana" panose="020B0604030504040204" pitchFamily="34" charset="0"/>
            </a:endParaRPr>
          </a:p>
          <a:p>
            <a:pPr lvl="0" algn="l" defTabSz="914400">
              <a:buFont typeface="Wingdings" panose="05000000000000000000" pitchFamily="2" charset="2"/>
              <a:buChar char="l"/>
              <a:tabLst>
                <a:tab pos="655955" algn="l"/>
                <a:tab pos="1313180" algn="l"/>
                <a:tab pos="1970405" algn="l"/>
                <a:tab pos="2625725" algn="l"/>
                <a:tab pos="3282950" algn="l"/>
                <a:tab pos="3940175" algn="l"/>
              </a:tabLst>
            </a:pPr>
            <a:r>
              <a:rPr lang="en-US" altLang="en-US" b="1" dirty="0">
                <a:solidFill>
                  <a:srgbClr val="000000"/>
                </a:solidFill>
                <a:latin typeface="Verdana" panose="020B0604030504040204" pitchFamily="34" charset="0"/>
              </a:rPr>
              <a:t>Indexed arrays </a:t>
            </a:r>
            <a:r>
              <a:rPr lang="en-US" altLang="en-US" dirty="0">
                <a:solidFill>
                  <a:srgbClr val="000000"/>
                </a:solidFill>
                <a:latin typeface="Verdana" panose="020B0604030504040204" pitchFamily="34" charset="0"/>
              </a:rPr>
              <a:t>- Arrays with a numeric index</a:t>
            </a:r>
          </a:p>
          <a:p>
            <a:pPr lvl="0" algn="l" defTabSz="914400">
              <a:buFont typeface="Wingdings" panose="05000000000000000000" pitchFamily="2" charset="2"/>
              <a:buChar char="l"/>
              <a:tabLst>
                <a:tab pos="655955" algn="l"/>
                <a:tab pos="1313180" algn="l"/>
                <a:tab pos="1970405" algn="l"/>
                <a:tab pos="2625725" algn="l"/>
                <a:tab pos="3282950" algn="l"/>
                <a:tab pos="3940175" algn="l"/>
              </a:tabLst>
            </a:pPr>
            <a:r>
              <a:rPr lang="en-US" altLang="en-US" b="1" dirty="0">
                <a:solidFill>
                  <a:srgbClr val="000000"/>
                </a:solidFill>
                <a:latin typeface="Verdana" panose="020B0604030504040204" pitchFamily="34" charset="0"/>
              </a:rPr>
              <a:t>Associative arrays </a:t>
            </a:r>
            <a:r>
              <a:rPr lang="en-US" altLang="en-US" dirty="0">
                <a:solidFill>
                  <a:srgbClr val="000000"/>
                </a:solidFill>
                <a:latin typeface="Verdana" panose="020B0604030504040204" pitchFamily="34" charset="0"/>
              </a:rPr>
              <a:t>- Arrays with named keys</a:t>
            </a:r>
          </a:p>
          <a:p>
            <a:pPr lvl="0" algn="l" defTabSz="914400">
              <a:buFont typeface="Wingdings" panose="05000000000000000000" pitchFamily="2" charset="2"/>
              <a:buChar char="l"/>
              <a:tabLst>
                <a:tab pos="655955" algn="l"/>
                <a:tab pos="1313180" algn="l"/>
                <a:tab pos="1970405" algn="l"/>
                <a:tab pos="2625725" algn="l"/>
                <a:tab pos="3282950" algn="l"/>
                <a:tab pos="3940175" algn="l"/>
              </a:tabLst>
            </a:pPr>
            <a:r>
              <a:rPr lang="en-US" altLang="en-US" b="1" dirty="0">
                <a:solidFill>
                  <a:srgbClr val="000000"/>
                </a:solidFill>
                <a:latin typeface="Verdana" panose="020B0604030504040204" pitchFamily="34" charset="0"/>
              </a:rPr>
              <a:t>Multidimensional arrays </a:t>
            </a:r>
            <a:r>
              <a:rPr lang="en-US" altLang="en-US" dirty="0">
                <a:solidFill>
                  <a:srgbClr val="000000"/>
                </a:solidFill>
                <a:latin typeface="Verdana" panose="020B0604030504040204" pitchFamily="34" charset="0"/>
              </a:rPr>
              <a:t>- Arrays containing one or more arrays</a:t>
            </a:r>
            <a:endParaRPr lang="en-GB" altLang="en-US" dirty="0"/>
          </a:p>
        </p:txBody>
      </p:sp>
      <p:sp>
        <p:nvSpPr>
          <p:cNvPr id="5" name="TextBox 4"/>
          <p:cNvSpPr txBox="1"/>
          <p:nvPr/>
        </p:nvSpPr>
        <p:spPr>
          <a:xfrm>
            <a:off x="4664967" y="980729"/>
            <a:ext cx="4744145" cy="5632311"/>
          </a:xfrm>
          <a:prstGeom prst="rect">
            <a:avLst/>
          </a:prstGeom>
          <a:noFill/>
        </p:spPr>
        <p:txBody>
          <a:bodyPr wrap="square">
            <a:spAutoFit/>
          </a:bodyPr>
          <a:lstStyle/>
          <a:p>
            <a:pPr marR="0" defTabSz="914400">
              <a:buClrTx/>
              <a:buSzTx/>
              <a:buFontTx/>
              <a:buNone/>
              <a:defRPr/>
            </a:pPr>
            <a:r>
              <a:rPr kumimoji="0" lang="en-US" sz="3000" b="1" kern="1200" cap="none" spc="0" normalizeH="0" baseline="0" noProof="0" dirty="0">
                <a:highlight>
                  <a:srgbClr val="FFFFCC"/>
                </a:highlight>
                <a:latin typeface="Times New Roman" panose="02020603050405020304" pitchFamily="18" charset="0"/>
                <a:ea typeface="+mn-ea"/>
                <a:cs typeface="Times New Roman" panose="02020603050405020304" pitchFamily="18" charset="0"/>
              </a:rPr>
              <a:t>&lt;!DOCTYPE html&gt;</a:t>
            </a:r>
          </a:p>
          <a:p>
            <a:pPr marR="0" defTabSz="914400">
              <a:buClrTx/>
              <a:buSzTx/>
              <a:buFontTx/>
              <a:buNone/>
              <a:defRPr/>
            </a:pPr>
            <a:r>
              <a:rPr kumimoji="0" lang="en-US" sz="3000" b="1" kern="1200" cap="none" spc="0" normalizeH="0" baseline="0" noProof="0" dirty="0">
                <a:highlight>
                  <a:srgbClr val="FFFFCC"/>
                </a:highlight>
                <a:latin typeface="Times New Roman" panose="02020603050405020304" pitchFamily="18" charset="0"/>
                <a:ea typeface="+mn-ea"/>
                <a:cs typeface="Times New Roman" panose="02020603050405020304" pitchFamily="18" charset="0"/>
              </a:rPr>
              <a:t>&lt;html&gt;</a:t>
            </a:r>
          </a:p>
          <a:p>
            <a:pPr marR="0" defTabSz="914400">
              <a:buClrTx/>
              <a:buSzTx/>
              <a:buFontTx/>
              <a:buNone/>
              <a:defRPr/>
            </a:pPr>
            <a:r>
              <a:rPr kumimoji="0" lang="en-US" sz="3000" b="1" kern="1200" cap="none" spc="0" normalizeH="0" baseline="0" noProof="0" dirty="0">
                <a:highlight>
                  <a:srgbClr val="FFFFCC"/>
                </a:highlight>
                <a:latin typeface="Times New Roman" panose="02020603050405020304" pitchFamily="18" charset="0"/>
                <a:ea typeface="+mn-ea"/>
                <a:cs typeface="Times New Roman" panose="02020603050405020304" pitchFamily="18" charset="0"/>
              </a:rPr>
              <a:t>&lt;body&gt;</a:t>
            </a:r>
          </a:p>
          <a:p>
            <a:pPr marR="0" defTabSz="914400">
              <a:buClrTx/>
              <a:buSzTx/>
              <a:buFontTx/>
              <a:buNone/>
              <a:defRPr/>
            </a:pPr>
            <a:r>
              <a:rPr kumimoji="0" lang="en-US" sz="3000" b="1" kern="1200" cap="none" spc="0" normalizeH="0" baseline="0" noProof="0" dirty="0">
                <a:highlight>
                  <a:srgbClr val="FFFFCC"/>
                </a:highlight>
                <a:latin typeface="Times New Roman" panose="02020603050405020304" pitchFamily="18" charset="0"/>
                <a:ea typeface="+mn-ea"/>
                <a:cs typeface="Times New Roman" panose="02020603050405020304" pitchFamily="18" charset="0"/>
              </a:rPr>
              <a:t>&lt;?</a:t>
            </a:r>
            <a:r>
              <a:rPr kumimoji="0" lang="en-US" sz="3000" b="1" kern="1200" cap="none" spc="0" normalizeH="0" baseline="0" noProof="0" dirty="0" err="1">
                <a:highlight>
                  <a:srgbClr val="FFFFCC"/>
                </a:highlight>
                <a:latin typeface="Times New Roman" panose="02020603050405020304" pitchFamily="18" charset="0"/>
                <a:ea typeface="+mn-ea"/>
                <a:cs typeface="Times New Roman" panose="02020603050405020304" pitchFamily="18" charset="0"/>
              </a:rPr>
              <a:t>php</a:t>
            </a:r>
            <a:endParaRPr kumimoji="0" lang="en-US" sz="3000" b="1" kern="1200" cap="none" spc="0" normalizeH="0" baseline="0" noProof="0" dirty="0">
              <a:highlight>
                <a:srgbClr val="FFFFCC"/>
              </a:highlight>
              <a:latin typeface="Times New Roman" panose="02020603050405020304" pitchFamily="18" charset="0"/>
              <a:ea typeface="+mn-ea"/>
              <a:cs typeface="Times New Roman" panose="02020603050405020304" pitchFamily="18" charset="0"/>
            </a:endParaRPr>
          </a:p>
          <a:p>
            <a:pPr marR="0" defTabSz="914400">
              <a:buClrTx/>
              <a:buSzTx/>
              <a:buFontTx/>
              <a:buNone/>
              <a:defRPr/>
            </a:pPr>
            <a:r>
              <a:rPr kumimoji="0" lang="en-US" sz="3000" b="1" kern="1200" cap="none" spc="0" normalizeH="0" baseline="0" noProof="0" dirty="0">
                <a:highlight>
                  <a:srgbClr val="FFFFCC"/>
                </a:highlight>
                <a:latin typeface="Times New Roman" panose="02020603050405020304" pitchFamily="18" charset="0"/>
                <a:ea typeface="+mn-ea"/>
                <a:cs typeface="Times New Roman" panose="02020603050405020304" pitchFamily="18" charset="0"/>
              </a:rPr>
              <a:t>$cars = array("Volvo", "BMW", "Toyota"); </a:t>
            </a:r>
          </a:p>
          <a:p>
            <a:pPr marR="0" defTabSz="914400">
              <a:buClrTx/>
              <a:buSzTx/>
              <a:buFontTx/>
              <a:buNone/>
              <a:defRPr/>
            </a:pPr>
            <a:r>
              <a:rPr kumimoji="0" lang="en-US" sz="3000" b="1" kern="1200" cap="none" spc="0" normalizeH="0" baseline="0" noProof="0" dirty="0">
                <a:highlight>
                  <a:srgbClr val="FFFFCC"/>
                </a:highlight>
                <a:latin typeface="Times New Roman" panose="02020603050405020304" pitchFamily="18" charset="0"/>
                <a:ea typeface="+mn-ea"/>
                <a:cs typeface="Times New Roman" panose="02020603050405020304" pitchFamily="18" charset="0"/>
              </a:rPr>
              <a:t>echo "I like " . $cars[0] . ", " . $cars[1] . " and " . $cars[2] . ".";</a:t>
            </a:r>
          </a:p>
          <a:p>
            <a:pPr marR="0" defTabSz="914400">
              <a:buClrTx/>
              <a:buSzTx/>
              <a:buFontTx/>
              <a:buNone/>
              <a:defRPr/>
            </a:pPr>
            <a:r>
              <a:rPr kumimoji="0" lang="en-US" sz="3000" b="1" kern="1200" cap="none" spc="0" normalizeH="0" baseline="0" noProof="0" dirty="0">
                <a:highlight>
                  <a:srgbClr val="FFFFCC"/>
                </a:highlight>
                <a:latin typeface="Times New Roman" panose="02020603050405020304" pitchFamily="18" charset="0"/>
                <a:ea typeface="+mn-ea"/>
                <a:cs typeface="Times New Roman" panose="02020603050405020304" pitchFamily="18" charset="0"/>
              </a:rPr>
              <a:t>?&gt;</a:t>
            </a:r>
          </a:p>
          <a:p>
            <a:pPr marR="0" defTabSz="914400">
              <a:buClrTx/>
              <a:buSzTx/>
              <a:buFontTx/>
              <a:buNone/>
              <a:defRPr/>
            </a:pPr>
            <a:r>
              <a:rPr kumimoji="0" lang="en-US" sz="3000" b="1" kern="1200" cap="none" spc="0" normalizeH="0" baseline="0" noProof="0" dirty="0">
                <a:highlight>
                  <a:srgbClr val="FFFFCC"/>
                </a:highlight>
                <a:latin typeface="Times New Roman" panose="02020603050405020304" pitchFamily="18" charset="0"/>
                <a:ea typeface="+mn-ea"/>
                <a:cs typeface="Times New Roman" panose="02020603050405020304" pitchFamily="18" charset="0"/>
              </a:rPr>
              <a:t>&lt;/body&gt;</a:t>
            </a:r>
          </a:p>
          <a:p>
            <a:pPr marR="0" defTabSz="914400">
              <a:buClrTx/>
              <a:buSzTx/>
              <a:buFontTx/>
              <a:buNone/>
              <a:defRPr/>
            </a:pPr>
            <a:r>
              <a:rPr kumimoji="0" lang="en-US" sz="3000" b="1" kern="1200" cap="none" spc="0" normalizeH="0" baseline="0" noProof="0" dirty="0">
                <a:highlight>
                  <a:srgbClr val="FFFFCC"/>
                </a:highlight>
                <a:latin typeface="Times New Roman" panose="02020603050405020304" pitchFamily="18" charset="0"/>
                <a:ea typeface="+mn-ea"/>
                <a:cs typeface="Times New Roman" panose="02020603050405020304" pitchFamily="18" charset="0"/>
              </a:rPr>
              <a:t>&lt;/html&gt;</a:t>
            </a:r>
          </a:p>
        </p:txBody>
      </p:sp>
      <p:sp>
        <p:nvSpPr>
          <p:cNvPr id="3" name="Slide Number Placeholder 2">
            <a:extLst>
              <a:ext uri="{FF2B5EF4-FFF2-40B4-BE49-F238E27FC236}">
                <a16:creationId xmlns:a16="http://schemas.microsoft.com/office/drawing/2014/main" xmlns="" id="{ADF16105-783E-5603-6E21-32D7E2FA82C8}"/>
              </a:ext>
            </a:extLst>
          </p:cNvPr>
          <p:cNvSpPr>
            <a:spLocks noGrp="1"/>
          </p:cNvSpPr>
          <p:nvPr>
            <p:ph type="sldNum" idx="4"/>
          </p:nvPr>
        </p:nvSpPr>
        <p:spPr/>
        <p:txBody>
          <a:bodyPr/>
          <a:lstStyle/>
          <a:p>
            <a:pPr algn="r">
              <a:buNone/>
            </a:pPr>
            <a:fld id="{9A0DB2DC-4C9A-4742-B13C-FB6460FD3503}" type="slidenum">
              <a:rPr lang="en-GB" altLang="en-US" smtClean="0"/>
              <a:pPr algn="r">
                <a:buNone/>
              </a:pPr>
              <a:t>13</a:t>
            </a:fld>
            <a:endParaRPr lang="en-GB" altLang="en-US" dirty="0"/>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
          <p:cNvSpPr>
            <a:spLocks noGrp="1"/>
          </p:cNvSpPr>
          <p:nvPr>
            <p:ph type="title"/>
          </p:nvPr>
        </p:nvSpPr>
        <p:spPr>
          <a:xfrm>
            <a:off x="836613" y="314325"/>
            <a:ext cx="8231187" cy="1063625"/>
          </a:xfrm>
        </p:spPr>
        <p:txBody>
          <a:bodyPr vert="horz" wrap="square" lIns="92075" tIns="46038" rIns="92075" bIns="46038" anchor="t" anchorCtr="0"/>
          <a:lstStyle/>
          <a:p>
            <a:pPr defTabSz="914400">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GB" altLang="en-US" dirty="0"/>
              <a:t>PHP  Arrays</a:t>
            </a:r>
          </a:p>
        </p:txBody>
      </p:sp>
      <p:sp>
        <p:nvSpPr>
          <p:cNvPr id="32771" name="Rectangle 2"/>
          <p:cNvSpPr>
            <a:spLocks noGrp="1"/>
          </p:cNvSpPr>
          <p:nvPr>
            <p:ph type="subTitle" idx="4294967295"/>
          </p:nvPr>
        </p:nvSpPr>
        <p:spPr>
          <a:xfrm>
            <a:off x="381000" y="1736725"/>
            <a:ext cx="5003800" cy="2339975"/>
          </a:xfrm>
        </p:spPr>
        <p:txBody>
          <a:bodyPr vert="horz" wrap="square" lIns="0" tIns="0" rIns="0" bIns="0" anchor="ctr" anchorCtr="0"/>
          <a:lstStyle>
            <a:lvl1pPr marL="0" lvl="0" indent="0" algn="ctr">
              <a:buClr>
                <a:srgbClr val="640064"/>
              </a:buClr>
              <a:buSzPct val="75000"/>
              <a:buFont typeface="Wingdings" panose="05000000000000000000" pitchFamily="2" charset="2"/>
              <a:buNone/>
              <a:defRPr/>
            </a:lvl1pPr>
            <a:lvl2pPr marL="568325" lvl="1" indent="0" algn="ctr">
              <a:buClr>
                <a:srgbClr val="640064"/>
              </a:buClr>
              <a:buSzPct val="75000"/>
              <a:buFont typeface="Wingdings" panose="05000000000000000000" pitchFamily="2" charset="2"/>
              <a:buNone/>
              <a:defRPr/>
            </a:lvl2pPr>
            <a:lvl3pPr marL="1143000" lvl="2" indent="0" algn="ctr">
              <a:buClr>
                <a:srgbClr val="640064"/>
              </a:buClr>
              <a:buSzPct val="75000"/>
              <a:buFont typeface="Wingdings" panose="05000000000000000000" pitchFamily="2" charset="2"/>
              <a:buNone/>
              <a:defRPr/>
            </a:lvl3pPr>
            <a:lvl4pPr marL="1720850" lvl="3" indent="0" algn="ctr">
              <a:buClr>
                <a:srgbClr val="640064"/>
              </a:buClr>
              <a:buSzPct val="75000"/>
              <a:buFont typeface="Wingdings" panose="05000000000000000000" pitchFamily="2" charset="2"/>
              <a:buNone/>
              <a:defRPr/>
            </a:lvl4pPr>
            <a:lvl5pPr marL="2289175" lvl="4" indent="0" algn="ctr">
              <a:buClr>
                <a:srgbClr val="640064"/>
              </a:buClr>
              <a:buSzPct val="75000"/>
              <a:buFont typeface="Wingdings" panose="05000000000000000000" pitchFamily="2" charset="2"/>
              <a:buNone/>
              <a:defRPr/>
            </a:lvl5pPr>
          </a:lstStyle>
          <a:p>
            <a:pPr lvl="0" algn="l" defTabSz="914400">
              <a:tabLst>
                <a:tab pos="655955" algn="l"/>
                <a:tab pos="1313180" algn="l"/>
                <a:tab pos="1970405" algn="l"/>
                <a:tab pos="2625725" algn="l"/>
                <a:tab pos="3282950" algn="l"/>
                <a:tab pos="3940175" algn="l"/>
              </a:tabLst>
            </a:pPr>
            <a:endParaRPr lang="en-US" altLang="en-US" dirty="0">
              <a:solidFill>
                <a:srgbClr val="000000"/>
              </a:solidFill>
              <a:latin typeface="Verdana" panose="020B0604030504040204" pitchFamily="34" charset="0"/>
            </a:endParaRPr>
          </a:p>
          <a:p>
            <a:pPr lvl="0" algn="l" defTabSz="914400">
              <a:buFont typeface="Wingdings" panose="05000000000000000000" pitchFamily="2" charset="2"/>
              <a:buChar char="l"/>
              <a:tabLst>
                <a:tab pos="655955" algn="l"/>
                <a:tab pos="1313180" algn="l"/>
                <a:tab pos="1970405" algn="l"/>
                <a:tab pos="2625725" algn="l"/>
                <a:tab pos="3282950" algn="l"/>
                <a:tab pos="3940175" algn="l"/>
              </a:tabLst>
            </a:pPr>
            <a:endParaRPr lang="en-US" altLang="en-US" dirty="0">
              <a:solidFill>
                <a:srgbClr val="000000"/>
              </a:solidFill>
              <a:latin typeface="Verdana" panose="020B0604030504040204" pitchFamily="34" charset="0"/>
            </a:endParaRPr>
          </a:p>
          <a:p>
            <a:pPr lvl="0" algn="l" defTabSz="914400">
              <a:buFont typeface="Wingdings" panose="05000000000000000000" pitchFamily="2" charset="2"/>
              <a:buChar char="l"/>
              <a:tabLst>
                <a:tab pos="655955" algn="l"/>
                <a:tab pos="1313180" algn="l"/>
                <a:tab pos="1970405" algn="l"/>
                <a:tab pos="2625725" algn="l"/>
                <a:tab pos="3282950" algn="l"/>
                <a:tab pos="3940175" algn="l"/>
              </a:tabLst>
            </a:pPr>
            <a:endParaRPr lang="en-US" altLang="en-US" dirty="0">
              <a:solidFill>
                <a:srgbClr val="000000"/>
              </a:solidFill>
              <a:latin typeface="Verdana" panose="020B0604030504040204" pitchFamily="34" charset="0"/>
            </a:endParaRPr>
          </a:p>
          <a:p>
            <a:pPr lvl="0" algn="l" defTabSz="914400">
              <a:buFont typeface="Wingdings" panose="05000000000000000000" pitchFamily="2" charset="2"/>
              <a:buChar char="l"/>
              <a:tabLst>
                <a:tab pos="655955" algn="l"/>
                <a:tab pos="1313180" algn="l"/>
                <a:tab pos="1970405" algn="l"/>
                <a:tab pos="2625725" algn="l"/>
                <a:tab pos="3282950" algn="l"/>
                <a:tab pos="3940175" algn="l"/>
              </a:tabLst>
            </a:pPr>
            <a:endParaRPr lang="en-US" altLang="en-US" dirty="0">
              <a:solidFill>
                <a:srgbClr val="000000"/>
              </a:solidFill>
              <a:latin typeface="Verdana" panose="020B0604030504040204" pitchFamily="34" charset="0"/>
            </a:endParaRPr>
          </a:p>
          <a:p>
            <a:pPr lvl="0" algn="l" defTabSz="914400">
              <a:buFont typeface="Wingdings" panose="05000000000000000000" pitchFamily="2" charset="2"/>
              <a:buChar char="l"/>
              <a:tabLst>
                <a:tab pos="655955" algn="l"/>
                <a:tab pos="1313180" algn="l"/>
                <a:tab pos="1970405" algn="l"/>
                <a:tab pos="2625725" algn="l"/>
                <a:tab pos="3282950" algn="l"/>
                <a:tab pos="3940175" algn="l"/>
              </a:tabLst>
            </a:pPr>
            <a:r>
              <a:rPr lang="en-US" altLang="en-US" b="1" dirty="0">
                <a:solidFill>
                  <a:srgbClr val="000000"/>
                </a:solidFill>
                <a:latin typeface="Verdana" panose="020B0604030504040204" pitchFamily="34" charset="0"/>
              </a:rPr>
              <a:t>Indexed arrays </a:t>
            </a:r>
            <a:r>
              <a:rPr lang="en-US" altLang="en-US" dirty="0">
                <a:solidFill>
                  <a:srgbClr val="000000"/>
                </a:solidFill>
                <a:latin typeface="Verdana" panose="020B0604030504040204" pitchFamily="34" charset="0"/>
              </a:rPr>
              <a:t>– $cars[0] = “AI";</a:t>
            </a:r>
          </a:p>
          <a:p>
            <a:pPr lvl="0" algn="l" defTabSz="914400">
              <a:tabLst>
                <a:tab pos="655955" algn="l"/>
                <a:tab pos="1313180" algn="l"/>
                <a:tab pos="1970405" algn="l"/>
                <a:tab pos="2625725" algn="l"/>
                <a:tab pos="3282950" algn="l"/>
                <a:tab pos="3940175" algn="l"/>
              </a:tabLst>
            </a:pPr>
            <a:r>
              <a:rPr lang="en-US" altLang="en-US" dirty="0">
                <a:solidFill>
                  <a:srgbClr val="000000"/>
                </a:solidFill>
                <a:latin typeface="Verdana" panose="020B0604030504040204" pitchFamily="34" charset="0"/>
              </a:rPr>
              <a:t>$cars[1] = “ML";</a:t>
            </a:r>
          </a:p>
          <a:p>
            <a:pPr lvl="0" algn="l" defTabSz="914400">
              <a:tabLst>
                <a:tab pos="655955" algn="l"/>
                <a:tab pos="1313180" algn="l"/>
                <a:tab pos="1970405" algn="l"/>
                <a:tab pos="2625725" algn="l"/>
                <a:tab pos="3282950" algn="l"/>
                <a:tab pos="3940175" algn="l"/>
              </a:tabLst>
            </a:pPr>
            <a:r>
              <a:rPr lang="en-US" altLang="en-US" dirty="0">
                <a:solidFill>
                  <a:srgbClr val="000000"/>
                </a:solidFill>
                <a:latin typeface="Verdana" panose="020B0604030504040204" pitchFamily="34" charset="0"/>
              </a:rPr>
              <a:t>$cars[2] = “CI";</a:t>
            </a:r>
          </a:p>
          <a:p>
            <a:pPr lvl="0" algn="l" defTabSz="914400">
              <a:buFont typeface="Wingdings" panose="05000000000000000000" pitchFamily="2" charset="2"/>
              <a:buChar char="l"/>
              <a:tabLst>
                <a:tab pos="655955" algn="l"/>
                <a:tab pos="1313180" algn="l"/>
                <a:tab pos="1970405" algn="l"/>
                <a:tab pos="2625725" algn="l"/>
                <a:tab pos="3282950" algn="l"/>
                <a:tab pos="3940175" algn="l"/>
              </a:tabLst>
            </a:pPr>
            <a:r>
              <a:rPr lang="en-US" altLang="en-US" b="1" dirty="0">
                <a:solidFill>
                  <a:srgbClr val="000000"/>
                </a:solidFill>
                <a:latin typeface="Verdana" panose="020B0604030504040204" pitchFamily="34" charset="0"/>
              </a:rPr>
              <a:t>Associative arrays </a:t>
            </a:r>
            <a:r>
              <a:rPr lang="en-US" altLang="en-US" dirty="0">
                <a:solidFill>
                  <a:srgbClr val="000000"/>
                </a:solidFill>
                <a:latin typeface="Verdana" panose="020B0604030504040204" pitchFamily="34" charset="0"/>
              </a:rPr>
              <a:t>–$age[‘Abhinav'] = "35";</a:t>
            </a:r>
          </a:p>
          <a:p>
            <a:pPr lvl="0" algn="l" defTabSz="914400">
              <a:tabLst>
                <a:tab pos="655955" algn="l"/>
                <a:tab pos="1313180" algn="l"/>
                <a:tab pos="1970405" algn="l"/>
                <a:tab pos="2625725" algn="l"/>
                <a:tab pos="3282950" algn="l"/>
                <a:tab pos="3940175" algn="l"/>
              </a:tabLst>
            </a:pPr>
            <a:r>
              <a:rPr lang="en-US" altLang="en-US" dirty="0">
                <a:solidFill>
                  <a:srgbClr val="000000"/>
                </a:solidFill>
                <a:latin typeface="Verdana" panose="020B0604030504040204" pitchFamily="34" charset="0"/>
              </a:rPr>
              <a:t>$age[‘Rishav'] = "37";</a:t>
            </a:r>
          </a:p>
          <a:p>
            <a:pPr lvl="0" algn="l" defTabSz="914400">
              <a:tabLst>
                <a:tab pos="655955" algn="l"/>
                <a:tab pos="1313180" algn="l"/>
                <a:tab pos="1970405" algn="l"/>
                <a:tab pos="2625725" algn="l"/>
                <a:tab pos="3282950" algn="l"/>
                <a:tab pos="3940175" algn="l"/>
              </a:tabLst>
            </a:pPr>
            <a:r>
              <a:rPr lang="en-US" altLang="en-US" dirty="0">
                <a:solidFill>
                  <a:srgbClr val="000000"/>
                </a:solidFill>
                <a:latin typeface="Verdana" panose="020B0604030504040204" pitchFamily="34" charset="0"/>
              </a:rPr>
              <a:t>$age[‘Shanu'] = "43";</a:t>
            </a:r>
          </a:p>
          <a:p>
            <a:pPr lvl="0" algn="l" defTabSz="914400">
              <a:buFont typeface="Wingdings" panose="05000000000000000000" pitchFamily="2" charset="2"/>
              <a:buChar char="l"/>
              <a:tabLst>
                <a:tab pos="655955" algn="l"/>
                <a:tab pos="1313180" algn="l"/>
                <a:tab pos="1970405" algn="l"/>
                <a:tab pos="2625725" algn="l"/>
                <a:tab pos="3282950" algn="l"/>
                <a:tab pos="3940175" algn="l"/>
              </a:tabLst>
            </a:pPr>
            <a:r>
              <a:rPr lang="en-US" altLang="en-US" b="1" dirty="0">
                <a:solidFill>
                  <a:srgbClr val="000000"/>
                </a:solidFill>
                <a:latin typeface="Verdana" panose="020B0604030504040204" pitchFamily="34" charset="0"/>
              </a:rPr>
              <a:t>Multidimensional arrays </a:t>
            </a:r>
            <a:r>
              <a:rPr lang="en-US" altLang="en-US" dirty="0">
                <a:solidFill>
                  <a:srgbClr val="000000"/>
                </a:solidFill>
                <a:latin typeface="Verdana" panose="020B0604030504040204" pitchFamily="34" charset="0"/>
              </a:rPr>
              <a:t>-</a:t>
            </a:r>
            <a:endParaRPr lang="en-GB" altLang="en-US" dirty="0"/>
          </a:p>
        </p:txBody>
      </p:sp>
      <p:sp>
        <p:nvSpPr>
          <p:cNvPr id="32772" name="TextBox 1"/>
          <p:cNvSpPr txBox="1"/>
          <p:nvPr/>
        </p:nvSpPr>
        <p:spPr>
          <a:xfrm>
            <a:off x="5745163" y="549275"/>
            <a:ext cx="3455987" cy="4246563"/>
          </a:xfrm>
          <a:prstGeom prst="rect">
            <a:avLst/>
          </a:prstGeom>
          <a:noFill/>
          <a:ln w="9525">
            <a:noFill/>
          </a:ln>
        </p:spPr>
        <p:txBody>
          <a:bodyPr>
            <a:spAutoFit/>
          </a:bodyPr>
          <a:lstStyle/>
          <a:p>
            <a:r>
              <a:rPr lang="en-US" altLang="en-US" sz="3000" b="1" dirty="0">
                <a:latin typeface="Arial" panose="020B0604020202020204" pitchFamily="34" charset="0"/>
              </a:rPr>
              <a:t>$cars = array (</a:t>
            </a:r>
          </a:p>
          <a:p>
            <a:r>
              <a:rPr lang="en-US" altLang="en-US" sz="3000" b="1" dirty="0">
                <a:latin typeface="Arial" panose="020B0604020202020204" pitchFamily="34" charset="0"/>
              </a:rPr>
              <a:t>array("Volvo",22,18),</a:t>
            </a:r>
          </a:p>
          <a:p>
            <a:r>
              <a:rPr lang="en-US" altLang="en-US" sz="3000" b="1" dirty="0">
                <a:latin typeface="Arial" panose="020B0604020202020204" pitchFamily="34" charset="0"/>
              </a:rPr>
              <a:t>array("BMW",15,13),</a:t>
            </a:r>
          </a:p>
          <a:p>
            <a:r>
              <a:rPr lang="en-US" altLang="en-US" sz="3000" b="1" dirty="0">
                <a:latin typeface="Arial" panose="020B0604020202020204" pitchFamily="34" charset="0"/>
              </a:rPr>
              <a:t>array("Saab",5,2),</a:t>
            </a:r>
          </a:p>
          <a:p>
            <a:r>
              <a:rPr lang="en-US" altLang="en-US" sz="3000" b="1" dirty="0">
                <a:latin typeface="Arial" panose="020B0604020202020204" pitchFamily="34" charset="0"/>
              </a:rPr>
              <a:t>  array("Land Rover",17,15)</a:t>
            </a:r>
          </a:p>
          <a:p>
            <a:r>
              <a:rPr lang="en-US" altLang="en-US" sz="3000" b="1" dirty="0">
                <a:latin typeface="Arial" panose="020B0604020202020204" pitchFamily="34" charset="0"/>
              </a:rPr>
              <a:t>);</a:t>
            </a:r>
            <a:endParaRPr lang="en-IN" altLang="en-US" sz="3000" b="1" dirty="0">
              <a:latin typeface="Arial" panose="020B0604020202020204" pitchFamily="34" charset="0"/>
            </a:endParaRPr>
          </a:p>
        </p:txBody>
      </p:sp>
      <p:cxnSp>
        <p:nvCxnSpPr>
          <p:cNvPr id="32773" name="Straight Connector 3"/>
          <p:cNvCxnSpPr/>
          <p:nvPr/>
        </p:nvCxnSpPr>
        <p:spPr>
          <a:xfrm>
            <a:off x="5168900" y="188913"/>
            <a:ext cx="144463" cy="5400675"/>
          </a:xfrm>
          <a:prstGeom prst="line">
            <a:avLst/>
          </a:prstGeom>
          <a:ln w="12700" cap="flat" cmpd="sng">
            <a:solidFill>
              <a:schemeClr val="tx1"/>
            </a:solidFill>
            <a:prstDash val="solid"/>
            <a:headEnd type="none" w="sm" len="sm"/>
            <a:tailEnd type="none" w="sm" len="sm"/>
          </a:ln>
        </p:spPr>
      </p:cxnSp>
      <p:sp>
        <p:nvSpPr>
          <p:cNvPr id="3" name="Slide Number Placeholder 2">
            <a:extLst>
              <a:ext uri="{FF2B5EF4-FFF2-40B4-BE49-F238E27FC236}">
                <a16:creationId xmlns:a16="http://schemas.microsoft.com/office/drawing/2014/main" xmlns="" id="{EBD2F1F6-2AAD-B190-B981-B943A32CC010}"/>
              </a:ext>
            </a:extLst>
          </p:cNvPr>
          <p:cNvSpPr>
            <a:spLocks noGrp="1"/>
          </p:cNvSpPr>
          <p:nvPr>
            <p:ph type="sldNum" idx="4"/>
          </p:nvPr>
        </p:nvSpPr>
        <p:spPr/>
        <p:txBody>
          <a:bodyPr/>
          <a:lstStyle/>
          <a:p>
            <a:pPr algn="r">
              <a:buNone/>
            </a:pPr>
            <a:fld id="{9A0DB2DC-4C9A-4742-B13C-FB6460FD3503}" type="slidenum">
              <a:rPr lang="en-GB" altLang="en-US" smtClean="0"/>
              <a:pPr algn="r">
                <a:buNone/>
              </a:pPr>
              <a:t>14</a:t>
            </a:fld>
            <a:endParaRPr lang="en-GB" altLang="en-US" dirty="0"/>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b="0" i="0" dirty="0">
                <a:highlight>
                  <a:srgbClr val="00FF00"/>
                </a:highlight>
                <a:latin typeface="Times New Roman" panose="02020603050405020304" pitchFamily="18" charset="0"/>
                <a:cs typeface="Times New Roman" panose="02020603050405020304" pitchFamily="18" charset="0"/>
                <a:sym typeface="+mn-ea"/>
              </a:rPr>
              <a:t>What</a:t>
            </a:r>
            <a:r>
              <a:rPr b="0" i="0" spc="-15" dirty="0">
                <a:highlight>
                  <a:srgbClr val="00FF00"/>
                </a:highlight>
                <a:latin typeface="Times New Roman" panose="02020603050405020304" pitchFamily="18" charset="0"/>
                <a:cs typeface="Times New Roman" panose="02020603050405020304" pitchFamily="18" charset="0"/>
                <a:sym typeface="+mn-ea"/>
              </a:rPr>
              <a:t> </a:t>
            </a:r>
            <a:r>
              <a:rPr b="0" i="0" dirty="0">
                <a:highlight>
                  <a:srgbClr val="00FF00"/>
                </a:highlight>
                <a:latin typeface="Times New Roman" panose="02020603050405020304" pitchFamily="18" charset="0"/>
                <a:cs typeface="Times New Roman" panose="02020603050405020304" pitchFamily="18" charset="0"/>
                <a:sym typeface="+mn-ea"/>
              </a:rPr>
              <a:t>is</a:t>
            </a:r>
            <a:r>
              <a:rPr b="0" i="0" spc="-20" dirty="0">
                <a:highlight>
                  <a:srgbClr val="00FF00"/>
                </a:highlight>
                <a:latin typeface="Times New Roman" panose="02020603050405020304" pitchFamily="18" charset="0"/>
                <a:cs typeface="Times New Roman" panose="02020603050405020304" pitchFamily="18" charset="0"/>
                <a:sym typeface="+mn-ea"/>
              </a:rPr>
              <a:t> </a:t>
            </a:r>
            <a:r>
              <a:rPr b="0" i="0" spc="-5" dirty="0">
                <a:highlight>
                  <a:srgbClr val="00FF00"/>
                </a:highlight>
                <a:latin typeface="Times New Roman" panose="02020603050405020304" pitchFamily="18" charset="0"/>
                <a:cs typeface="Times New Roman" panose="02020603050405020304" pitchFamily="18" charset="0"/>
                <a:sym typeface="+mn-ea"/>
              </a:rPr>
              <a:t>a</a:t>
            </a:r>
            <a:r>
              <a:rPr b="0" i="0" spc="-15" dirty="0">
                <a:highlight>
                  <a:srgbClr val="00FF00"/>
                </a:highlight>
                <a:latin typeface="Times New Roman" panose="02020603050405020304" pitchFamily="18" charset="0"/>
                <a:cs typeface="Times New Roman" panose="02020603050405020304" pitchFamily="18" charset="0"/>
                <a:sym typeface="+mn-ea"/>
              </a:rPr>
              <a:t> </a:t>
            </a:r>
            <a:r>
              <a:rPr b="0" i="0" spc="-5" dirty="0">
                <a:highlight>
                  <a:srgbClr val="00FF00"/>
                </a:highlight>
                <a:latin typeface="Times New Roman" panose="02020603050405020304" pitchFamily="18" charset="0"/>
                <a:cs typeface="Times New Roman" panose="02020603050405020304" pitchFamily="18" charset="0"/>
                <a:sym typeface="+mn-ea"/>
              </a:rPr>
              <a:t>PHP</a:t>
            </a:r>
            <a:r>
              <a:rPr b="0" i="0" spc="-15" dirty="0">
                <a:highlight>
                  <a:srgbClr val="00FF00"/>
                </a:highlight>
                <a:latin typeface="Times New Roman" panose="02020603050405020304" pitchFamily="18" charset="0"/>
                <a:cs typeface="Times New Roman" panose="02020603050405020304" pitchFamily="18" charset="0"/>
                <a:sym typeface="+mn-ea"/>
              </a:rPr>
              <a:t> </a:t>
            </a:r>
            <a:r>
              <a:rPr b="0" i="0" spc="-5" dirty="0">
                <a:highlight>
                  <a:srgbClr val="00FF00"/>
                </a:highlight>
                <a:latin typeface="Times New Roman" panose="02020603050405020304" pitchFamily="18" charset="0"/>
                <a:cs typeface="Times New Roman" panose="02020603050405020304" pitchFamily="18" charset="0"/>
                <a:sym typeface="+mn-ea"/>
              </a:rPr>
              <a:t>File?</a:t>
            </a:r>
            <a:r>
              <a:rPr b="0" i="0">
                <a:latin typeface="Times New Roman" panose="02020603050405020304" pitchFamily="18" charset="0"/>
                <a:cs typeface="Times New Roman" panose="02020603050405020304" pitchFamily="18" charset="0"/>
              </a:rPr>
              <a:t/>
            </a:r>
            <a:br>
              <a:rPr b="0" i="0">
                <a:latin typeface="Times New Roman" panose="02020603050405020304" pitchFamily="18" charset="0"/>
                <a:cs typeface="Times New Roman" panose="02020603050405020304" pitchFamily="18" charset="0"/>
              </a:rPr>
            </a:br>
            <a:r>
              <a:rPr b="0" i="0">
                <a:latin typeface="Times New Roman" panose="02020603050405020304" pitchFamily="18" charset="0"/>
                <a:cs typeface="Times New Roman" panose="02020603050405020304" pitchFamily="18" charset="0"/>
              </a:rPr>
              <a:t/>
            </a:r>
            <a:br>
              <a:rPr b="0" i="0">
                <a:latin typeface="Times New Roman" panose="02020603050405020304" pitchFamily="18" charset="0"/>
                <a:cs typeface="Times New Roman" panose="02020603050405020304" pitchFamily="18" charset="0"/>
              </a:rPr>
            </a:br>
            <a:r>
              <a:rPr lang="en-US" b="0" i="0" spc="-5" dirty="0">
                <a:latin typeface="Times New Roman" panose="02020603050405020304" pitchFamily="18" charset="0"/>
                <a:cs typeface="Times New Roman" panose="02020603050405020304" pitchFamily="18" charset="0"/>
                <a:sym typeface="+mn-ea"/>
              </a:rPr>
              <a:t>1.</a:t>
            </a:r>
            <a:r>
              <a:rPr b="0" i="0" spc="-5" dirty="0">
                <a:latin typeface="Times New Roman" panose="02020603050405020304" pitchFamily="18" charset="0"/>
                <a:cs typeface="Times New Roman" panose="02020603050405020304" pitchFamily="18" charset="0"/>
                <a:sym typeface="+mn-ea"/>
              </a:rPr>
              <a:t>PHP</a:t>
            </a:r>
            <a:r>
              <a:rPr b="0" i="0" spc="-10" dirty="0">
                <a:latin typeface="Times New Roman" panose="02020603050405020304" pitchFamily="18" charset="0"/>
                <a:cs typeface="Times New Roman" panose="02020603050405020304" pitchFamily="18" charset="0"/>
                <a:sym typeface="+mn-ea"/>
              </a:rPr>
              <a:t> </a:t>
            </a:r>
            <a:r>
              <a:rPr b="0" i="0" dirty="0">
                <a:latin typeface="Times New Roman" panose="02020603050405020304" pitchFamily="18" charset="0"/>
                <a:cs typeface="Times New Roman" panose="02020603050405020304" pitchFamily="18" charset="0"/>
                <a:sym typeface="+mn-ea"/>
              </a:rPr>
              <a:t>files</a:t>
            </a:r>
            <a:r>
              <a:rPr b="0" i="0" spc="5" dirty="0">
                <a:latin typeface="Times New Roman" panose="02020603050405020304" pitchFamily="18" charset="0"/>
                <a:cs typeface="Times New Roman" panose="02020603050405020304" pitchFamily="18" charset="0"/>
                <a:sym typeface="+mn-ea"/>
              </a:rPr>
              <a:t> </a:t>
            </a:r>
            <a:r>
              <a:rPr b="0" i="0" spc="-5" dirty="0">
                <a:latin typeface="Times New Roman" panose="02020603050405020304" pitchFamily="18" charset="0"/>
                <a:cs typeface="Times New Roman" panose="02020603050405020304" pitchFamily="18" charset="0"/>
                <a:sym typeface="+mn-ea"/>
              </a:rPr>
              <a:t>can</a:t>
            </a:r>
            <a:r>
              <a:rPr b="0" i="0" dirty="0">
                <a:latin typeface="Times New Roman" panose="02020603050405020304" pitchFamily="18" charset="0"/>
                <a:cs typeface="Times New Roman" panose="02020603050405020304" pitchFamily="18" charset="0"/>
                <a:sym typeface="+mn-ea"/>
              </a:rPr>
              <a:t> </a:t>
            </a:r>
            <a:r>
              <a:rPr b="0" i="0" spc="-5" dirty="0">
                <a:latin typeface="Times New Roman" panose="02020603050405020304" pitchFamily="18" charset="0"/>
                <a:cs typeface="Times New Roman" panose="02020603050405020304" pitchFamily="18" charset="0"/>
                <a:sym typeface="+mn-ea"/>
              </a:rPr>
              <a:t>contain</a:t>
            </a:r>
            <a:r>
              <a:rPr b="0" i="0" spc="5" dirty="0">
                <a:latin typeface="Times New Roman" panose="02020603050405020304" pitchFamily="18" charset="0"/>
                <a:cs typeface="Times New Roman" panose="02020603050405020304" pitchFamily="18" charset="0"/>
                <a:sym typeface="+mn-ea"/>
              </a:rPr>
              <a:t> </a:t>
            </a:r>
            <a:r>
              <a:rPr b="0" i="0" spc="-5" dirty="0">
                <a:latin typeface="Times New Roman" panose="02020603050405020304" pitchFamily="18" charset="0"/>
                <a:cs typeface="Times New Roman" panose="02020603050405020304" pitchFamily="18" charset="0"/>
                <a:sym typeface="+mn-ea"/>
              </a:rPr>
              <a:t>text,</a:t>
            </a:r>
            <a:r>
              <a:rPr b="0" i="0" dirty="0">
                <a:latin typeface="Times New Roman" panose="02020603050405020304" pitchFamily="18" charset="0"/>
                <a:cs typeface="Times New Roman" panose="02020603050405020304" pitchFamily="18" charset="0"/>
                <a:sym typeface="+mn-ea"/>
              </a:rPr>
              <a:t> HTML,</a:t>
            </a:r>
            <a:r>
              <a:rPr b="0" i="0" spc="5" dirty="0">
                <a:latin typeface="Times New Roman" panose="02020603050405020304" pitchFamily="18" charset="0"/>
                <a:cs typeface="Times New Roman" panose="02020603050405020304" pitchFamily="18" charset="0"/>
                <a:sym typeface="+mn-ea"/>
              </a:rPr>
              <a:t> </a:t>
            </a:r>
            <a:r>
              <a:rPr b="0" i="0" spc="-5" dirty="0">
                <a:latin typeface="Times New Roman" panose="02020603050405020304" pitchFamily="18" charset="0"/>
                <a:cs typeface="Times New Roman" panose="02020603050405020304" pitchFamily="18" charset="0"/>
                <a:sym typeface="+mn-ea"/>
              </a:rPr>
              <a:t>CSS,</a:t>
            </a:r>
            <a:r>
              <a:rPr b="0" i="0" spc="5" dirty="0">
                <a:latin typeface="Times New Roman" panose="02020603050405020304" pitchFamily="18" charset="0"/>
                <a:cs typeface="Times New Roman" panose="02020603050405020304" pitchFamily="18" charset="0"/>
                <a:sym typeface="+mn-ea"/>
              </a:rPr>
              <a:t> </a:t>
            </a:r>
            <a:r>
              <a:rPr b="0" i="0" spc="-5" dirty="0">
                <a:latin typeface="Times New Roman" panose="02020603050405020304" pitchFamily="18" charset="0"/>
                <a:cs typeface="Times New Roman" panose="02020603050405020304" pitchFamily="18" charset="0"/>
                <a:sym typeface="+mn-ea"/>
              </a:rPr>
              <a:t>JavaScript,</a:t>
            </a:r>
            <a:r>
              <a:rPr b="0" i="0" dirty="0">
                <a:latin typeface="Times New Roman" panose="02020603050405020304" pitchFamily="18" charset="0"/>
                <a:cs typeface="Times New Roman" panose="02020603050405020304" pitchFamily="18" charset="0"/>
                <a:sym typeface="+mn-ea"/>
              </a:rPr>
              <a:t> </a:t>
            </a:r>
            <a:r>
              <a:rPr b="0" i="0" spc="-5" dirty="0">
                <a:latin typeface="Times New Roman" panose="02020603050405020304" pitchFamily="18" charset="0"/>
                <a:cs typeface="Times New Roman" panose="02020603050405020304" pitchFamily="18" charset="0"/>
                <a:sym typeface="+mn-ea"/>
              </a:rPr>
              <a:t>and</a:t>
            </a:r>
            <a:r>
              <a:rPr b="0" i="0" spc="5" dirty="0">
                <a:latin typeface="Times New Roman" panose="02020603050405020304" pitchFamily="18" charset="0"/>
                <a:cs typeface="Times New Roman" panose="02020603050405020304" pitchFamily="18" charset="0"/>
                <a:sym typeface="+mn-ea"/>
              </a:rPr>
              <a:t> </a:t>
            </a:r>
            <a:r>
              <a:rPr b="0" i="0" spc="-10" dirty="0">
                <a:latin typeface="Times New Roman" panose="02020603050405020304" pitchFamily="18" charset="0"/>
                <a:cs typeface="Times New Roman" panose="02020603050405020304" pitchFamily="18" charset="0"/>
                <a:sym typeface="+mn-ea"/>
              </a:rPr>
              <a:t>PHP</a:t>
            </a:r>
            <a:r>
              <a:rPr b="0" i="0" spc="-75" dirty="0">
                <a:latin typeface="Times New Roman" panose="02020603050405020304" pitchFamily="18" charset="0"/>
                <a:cs typeface="Times New Roman" panose="02020603050405020304" pitchFamily="18" charset="0"/>
                <a:sym typeface="+mn-ea"/>
              </a:rPr>
              <a:t> </a:t>
            </a:r>
            <a:r>
              <a:rPr b="0" i="0" spc="-5" dirty="0">
                <a:latin typeface="Times New Roman" panose="02020603050405020304" pitchFamily="18" charset="0"/>
                <a:cs typeface="Times New Roman" panose="02020603050405020304" pitchFamily="18" charset="0"/>
                <a:sym typeface="+mn-ea"/>
              </a:rPr>
              <a:t>code</a:t>
            </a:r>
            <a:r>
              <a:rPr b="0" i="0">
                <a:latin typeface="Times New Roman" panose="02020603050405020304" pitchFamily="18" charset="0"/>
                <a:cs typeface="Times New Roman" panose="02020603050405020304" pitchFamily="18" charset="0"/>
              </a:rPr>
              <a:t/>
            </a:r>
            <a:br>
              <a:rPr b="0" i="0">
                <a:latin typeface="Times New Roman" panose="02020603050405020304" pitchFamily="18" charset="0"/>
                <a:cs typeface="Times New Roman" panose="02020603050405020304" pitchFamily="18" charset="0"/>
              </a:rPr>
            </a:br>
            <a:r>
              <a:rPr lang="en-US" b="0" i="0" spc="-5" dirty="0">
                <a:latin typeface="Times New Roman" panose="02020603050405020304" pitchFamily="18" charset="0"/>
                <a:cs typeface="Times New Roman" panose="02020603050405020304" pitchFamily="18" charset="0"/>
                <a:sym typeface="+mn-ea"/>
              </a:rPr>
              <a:t>2. </a:t>
            </a:r>
            <a:r>
              <a:rPr b="0" i="0" spc="-5" dirty="0">
                <a:latin typeface="Times New Roman" panose="02020603050405020304" pitchFamily="18" charset="0"/>
                <a:cs typeface="Times New Roman" panose="02020603050405020304" pitchFamily="18" charset="0"/>
                <a:sym typeface="+mn-ea"/>
              </a:rPr>
              <a:t>PHP code </a:t>
            </a:r>
            <a:r>
              <a:rPr b="0" i="0" dirty="0">
                <a:latin typeface="Times New Roman" panose="02020603050405020304" pitchFamily="18" charset="0"/>
                <a:cs typeface="Times New Roman" panose="02020603050405020304" pitchFamily="18" charset="0"/>
                <a:sym typeface="+mn-ea"/>
              </a:rPr>
              <a:t>are </a:t>
            </a:r>
            <a:r>
              <a:rPr b="0" i="0" spc="-5" dirty="0">
                <a:latin typeface="Times New Roman" panose="02020603050405020304" pitchFamily="18" charset="0"/>
                <a:cs typeface="Times New Roman" panose="02020603050405020304" pitchFamily="18" charset="0"/>
                <a:sym typeface="+mn-ea"/>
              </a:rPr>
              <a:t>executed </a:t>
            </a:r>
            <a:r>
              <a:rPr b="0" i="0" dirty="0">
                <a:latin typeface="Times New Roman" panose="02020603050405020304" pitchFamily="18" charset="0"/>
                <a:cs typeface="Times New Roman" panose="02020603050405020304" pitchFamily="18" charset="0"/>
                <a:sym typeface="+mn-ea"/>
              </a:rPr>
              <a:t>on </a:t>
            </a:r>
            <a:r>
              <a:rPr b="0" i="0" spc="-5" dirty="0">
                <a:latin typeface="Times New Roman" panose="02020603050405020304" pitchFamily="18" charset="0"/>
                <a:cs typeface="Times New Roman" panose="02020603050405020304" pitchFamily="18" charset="0"/>
                <a:sym typeface="+mn-ea"/>
              </a:rPr>
              <a:t>the server, and the result is returned to the browser </a:t>
            </a:r>
            <a:r>
              <a:rPr b="0" i="0" spc="-320" dirty="0">
                <a:latin typeface="Times New Roman" panose="02020603050405020304" pitchFamily="18" charset="0"/>
                <a:cs typeface="Times New Roman" panose="02020603050405020304" pitchFamily="18" charset="0"/>
                <a:sym typeface="+mn-ea"/>
              </a:rPr>
              <a:t> </a:t>
            </a:r>
            <a:r>
              <a:rPr b="0" i="0" spc="-5" dirty="0">
                <a:latin typeface="Times New Roman" panose="02020603050405020304" pitchFamily="18" charset="0"/>
                <a:cs typeface="Times New Roman" panose="02020603050405020304" pitchFamily="18" charset="0"/>
                <a:sym typeface="+mn-ea"/>
              </a:rPr>
              <a:t>as </a:t>
            </a:r>
            <a:r>
              <a:rPr b="0" i="0" dirty="0">
                <a:latin typeface="Times New Roman" panose="02020603050405020304" pitchFamily="18" charset="0"/>
                <a:cs typeface="Times New Roman" panose="02020603050405020304" pitchFamily="18" charset="0"/>
                <a:sym typeface="+mn-ea"/>
              </a:rPr>
              <a:t>plain</a:t>
            </a:r>
            <a:r>
              <a:rPr b="0" i="0" spc="-5" dirty="0">
                <a:latin typeface="Times New Roman" panose="02020603050405020304" pitchFamily="18" charset="0"/>
                <a:cs typeface="Times New Roman" panose="02020603050405020304" pitchFamily="18" charset="0"/>
                <a:sym typeface="+mn-ea"/>
              </a:rPr>
              <a:t> HTML</a:t>
            </a:r>
            <a:r>
              <a:rPr b="0" i="0">
                <a:latin typeface="Times New Roman" panose="02020603050405020304" pitchFamily="18" charset="0"/>
                <a:cs typeface="Times New Roman" panose="02020603050405020304" pitchFamily="18" charset="0"/>
              </a:rPr>
              <a:t/>
            </a:r>
            <a:br>
              <a:rPr b="0" i="0">
                <a:latin typeface="Times New Roman" panose="02020603050405020304" pitchFamily="18" charset="0"/>
                <a:cs typeface="Times New Roman" panose="02020603050405020304" pitchFamily="18" charset="0"/>
              </a:rPr>
            </a:br>
            <a:r>
              <a:rPr lang="en-US" b="0" i="0" spc="-5" dirty="0">
                <a:latin typeface="Times New Roman" panose="02020603050405020304" pitchFamily="18" charset="0"/>
                <a:cs typeface="Times New Roman" panose="02020603050405020304" pitchFamily="18" charset="0"/>
                <a:sym typeface="+mn-ea"/>
              </a:rPr>
              <a:t>3. </a:t>
            </a:r>
            <a:r>
              <a:rPr b="0" i="0" spc="-5" dirty="0">
                <a:latin typeface="Times New Roman" panose="02020603050405020304" pitchFamily="18" charset="0"/>
                <a:cs typeface="Times New Roman" panose="02020603050405020304" pitchFamily="18" charset="0"/>
                <a:sym typeface="+mn-ea"/>
              </a:rPr>
              <a:t>PHP</a:t>
            </a:r>
            <a:r>
              <a:rPr b="0" i="0" spc="-15" dirty="0">
                <a:latin typeface="Times New Roman" panose="02020603050405020304" pitchFamily="18" charset="0"/>
                <a:cs typeface="Times New Roman" panose="02020603050405020304" pitchFamily="18" charset="0"/>
                <a:sym typeface="+mn-ea"/>
              </a:rPr>
              <a:t> </a:t>
            </a:r>
            <a:r>
              <a:rPr b="0" i="0" dirty="0">
                <a:latin typeface="Times New Roman" panose="02020603050405020304" pitchFamily="18" charset="0"/>
                <a:cs typeface="Times New Roman" panose="02020603050405020304" pitchFamily="18" charset="0"/>
                <a:sym typeface="+mn-ea"/>
              </a:rPr>
              <a:t>files </a:t>
            </a:r>
            <a:r>
              <a:rPr b="0" i="0" spc="-10" dirty="0">
                <a:latin typeface="Times New Roman" panose="02020603050405020304" pitchFamily="18" charset="0"/>
                <a:cs typeface="Times New Roman" panose="02020603050405020304" pitchFamily="18" charset="0"/>
                <a:sym typeface="+mn-ea"/>
              </a:rPr>
              <a:t>have</a:t>
            </a:r>
            <a:r>
              <a:rPr b="0" i="0" dirty="0">
                <a:latin typeface="Times New Roman" panose="02020603050405020304" pitchFamily="18" charset="0"/>
                <a:cs typeface="Times New Roman" panose="02020603050405020304" pitchFamily="18" charset="0"/>
                <a:sym typeface="+mn-ea"/>
              </a:rPr>
              <a:t> </a:t>
            </a:r>
            <a:r>
              <a:rPr b="0" i="0" spc="-5" dirty="0">
                <a:latin typeface="Times New Roman" panose="02020603050405020304" pitchFamily="18" charset="0"/>
                <a:cs typeface="Times New Roman" panose="02020603050405020304" pitchFamily="18" charset="0"/>
                <a:sym typeface="+mn-ea"/>
              </a:rPr>
              <a:t>extension</a:t>
            </a:r>
            <a:r>
              <a:rPr b="0" i="0" spc="-55" dirty="0">
                <a:latin typeface="Times New Roman" panose="02020603050405020304" pitchFamily="18" charset="0"/>
                <a:cs typeface="Times New Roman" panose="02020603050405020304" pitchFamily="18" charset="0"/>
                <a:sym typeface="+mn-ea"/>
              </a:rPr>
              <a:t> </a:t>
            </a:r>
            <a:r>
              <a:rPr b="0" i="0" spc="-5" dirty="0">
                <a:latin typeface="Times New Roman" panose="02020603050405020304" pitchFamily="18" charset="0"/>
                <a:cs typeface="Times New Roman" panose="02020603050405020304" pitchFamily="18" charset="0"/>
                <a:sym typeface="+mn-ea"/>
              </a:rPr>
              <a:t>".php"</a:t>
            </a:r>
            <a:r>
              <a:rPr b="0" i="0">
                <a:latin typeface="Times New Roman" panose="02020603050405020304" pitchFamily="18" charset="0"/>
                <a:cs typeface="Times New Roman" panose="02020603050405020304" pitchFamily="18" charset="0"/>
              </a:rPr>
              <a:t/>
            </a:r>
            <a:br>
              <a:rPr b="0" i="0">
                <a:latin typeface="Times New Roman" panose="02020603050405020304" pitchFamily="18" charset="0"/>
                <a:cs typeface="Times New Roman" panose="02020603050405020304" pitchFamily="18" charset="0"/>
              </a:rPr>
            </a:br>
            <a:r>
              <a:rPr b="0" i="0">
                <a:latin typeface="Times New Roman" panose="02020603050405020304" pitchFamily="18" charset="0"/>
                <a:cs typeface="Times New Roman" panose="02020603050405020304" pitchFamily="18" charset="0"/>
              </a:rPr>
              <a:t/>
            </a:r>
            <a:br>
              <a:rPr b="0" i="0">
                <a:latin typeface="Times New Roman" panose="02020603050405020304" pitchFamily="18" charset="0"/>
                <a:cs typeface="Times New Roman" panose="02020603050405020304" pitchFamily="18" charset="0"/>
              </a:rPr>
            </a:br>
            <a:endParaRPr lang="en-US" b="0" i="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26B9B008-033F-A69C-B37D-C8926B1477B6}"/>
              </a:ext>
            </a:extLst>
          </p:cNvPr>
          <p:cNvSpPr>
            <a:spLocks noGrp="1"/>
          </p:cNvSpPr>
          <p:nvPr>
            <p:ph type="sldNum" idx="4"/>
          </p:nvPr>
        </p:nvSpPr>
        <p:spPr/>
        <p:txBody>
          <a:bodyPr/>
          <a:lstStyle/>
          <a:p>
            <a:pPr algn="r">
              <a:buNone/>
            </a:pPr>
            <a:fld id="{9A0DB2DC-4C9A-4742-B13C-FB6460FD3503}" type="slidenum">
              <a:rPr lang="en-GB" altLang="en-US" smtClean="0"/>
              <a:pPr algn="r">
                <a:buNone/>
              </a:pPr>
              <a:t>15</a:t>
            </a:fld>
            <a:endParaRPr lang="en-GB"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4661" y="273629"/>
            <a:ext cx="8913840" cy="1143480"/>
          </a:xfrm>
        </p:spPr>
        <p:txBody>
          <a:bodyPr/>
          <a:lstStyle/>
          <a:p>
            <a:pPr marL="0" indent="0">
              <a:buFont typeface="Arial" panose="020B0604020202020204" pitchFamily="34" charset="0"/>
              <a:buNone/>
            </a:pPr>
            <a:r>
              <a:rPr b="0" i="0" dirty="0">
                <a:highlight>
                  <a:srgbClr val="00FF00"/>
                </a:highlight>
                <a:latin typeface="Times New Roman" panose="02020603050405020304" pitchFamily="18" charset="0"/>
                <a:cs typeface="Times New Roman" panose="02020603050405020304" pitchFamily="18" charset="0"/>
                <a:sym typeface="+mn-ea"/>
              </a:rPr>
              <a:t>What</a:t>
            </a:r>
            <a:r>
              <a:rPr b="0" i="0" spc="-20" dirty="0">
                <a:highlight>
                  <a:srgbClr val="00FF00"/>
                </a:highlight>
                <a:latin typeface="Times New Roman" panose="02020603050405020304" pitchFamily="18" charset="0"/>
                <a:cs typeface="Times New Roman" panose="02020603050405020304" pitchFamily="18" charset="0"/>
                <a:sym typeface="+mn-ea"/>
              </a:rPr>
              <a:t> </a:t>
            </a:r>
            <a:r>
              <a:rPr b="0" i="0" spc="-5" dirty="0">
                <a:highlight>
                  <a:srgbClr val="00FF00"/>
                </a:highlight>
                <a:latin typeface="Times New Roman" panose="02020603050405020304" pitchFamily="18" charset="0"/>
                <a:cs typeface="Times New Roman" panose="02020603050405020304" pitchFamily="18" charset="0"/>
                <a:sym typeface="+mn-ea"/>
              </a:rPr>
              <a:t>Can</a:t>
            </a:r>
            <a:r>
              <a:rPr b="0" i="0" spc="-15" dirty="0">
                <a:highlight>
                  <a:srgbClr val="00FF00"/>
                </a:highlight>
                <a:latin typeface="Times New Roman" panose="02020603050405020304" pitchFamily="18" charset="0"/>
                <a:cs typeface="Times New Roman" panose="02020603050405020304" pitchFamily="18" charset="0"/>
                <a:sym typeface="+mn-ea"/>
              </a:rPr>
              <a:t> </a:t>
            </a:r>
            <a:r>
              <a:rPr b="0" i="0" spc="-5" dirty="0">
                <a:highlight>
                  <a:srgbClr val="00FF00"/>
                </a:highlight>
                <a:latin typeface="Times New Roman" panose="02020603050405020304" pitchFamily="18" charset="0"/>
                <a:cs typeface="Times New Roman" panose="02020603050405020304" pitchFamily="18" charset="0"/>
                <a:sym typeface="+mn-ea"/>
              </a:rPr>
              <a:t>PHP</a:t>
            </a:r>
            <a:r>
              <a:rPr b="0" i="0" spc="-30" dirty="0">
                <a:highlight>
                  <a:srgbClr val="00FF00"/>
                </a:highlight>
                <a:latin typeface="Times New Roman" panose="02020603050405020304" pitchFamily="18" charset="0"/>
                <a:cs typeface="Times New Roman" panose="02020603050405020304" pitchFamily="18" charset="0"/>
                <a:sym typeface="+mn-ea"/>
              </a:rPr>
              <a:t> </a:t>
            </a:r>
            <a:r>
              <a:rPr b="0" i="0" dirty="0">
                <a:highlight>
                  <a:srgbClr val="00FF00"/>
                </a:highlight>
                <a:latin typeface="Times New Roman" panose="02020603050405020304" pitchFamily="18" charset="0"/>
                <a:cs typeface="Times New Roman" panose="02020603050405020304" pitchFamily="18" charset="0"/>
                <a:sym typeface="+mn-ea"/>
              </a:rPr>
              <a:t>Do?</a:t>
            </a:r>
            <a:r>
              <a:rPr b="0" i="0">
                <a:latin typeface="Times New Roman" panose="02020603050405020304" pitchFamily="18" charset="0"/>
                <a:cs typeface="Times New Roman" panose="02020603050405020304" pitchFamily="18" charset="0"/>
                <a:sym typeface="+mn-ea"/>
              </a:rPr>
              <a:t/>
            </a:r>
            <a:br>
              <a:rPr b="0" i="0">
                <a:latin typeface="Times New Roman" panose="02020603050405020304" pitchFamily="18" charset="0"/>
                <a:cs typeface="Times New Roman" panose="02020603050405020304" pitchFamily="18" charset="0"/>
                <a:sym typeface="+mn-ea"/>
              </a:rPr>
            </a:br>
            <a:r>
              <a:rPr b="0" i="0">
                <a:latin typeface="Times New Roman" panose="02020603050405020304" pitchFamily="18" charset="0"/>
                <a:cs typeface="Times New Roman" panose="02020603050405020304" pitchFamily="18" charset="0"/>
                <a:sym typeface="+mn-ea"/>
              </a:rPr>
              <a:t/>
            </a:r>
            <a:br>
              <a:rPr b="0" i="0">
                <a:latin typeface="Times New Roman" panose="02020603050405020304" pitchFamily="18" charset="0"/>
                <a:cs typeface="Times New Roman" panose="02020603050405020304" pitchFamily="18" charset="0"/>
                <a:sym typeface="+mn-ea"/>
              </a:rPr>
            </a:br>
            <a:r>
              <a:rPr b="0" i="0" spc="-5" dirty="0">
                <a:latin typeface="Times New Roman" panose="02020603050405020304" pitchFamily="18" charset="0"/>
                <a:cs typeface="Times New Roman" panose="02020603050405020304" pitchFamily="18" charset="0"/>
                <a:sym typeface="+mn-ea"/>
              </a:rPr>
              <a:t>PHP</a:t>
            </a:r>
            <a:r>
              <a:rPr b="0" i="0" dirty="0">
                <a:latin typeface="Times New Roman" panose="02020603050405020304" pitchFamily="18" charset="0"/>
                <a:cs typeface="Times New Roman" panose="02020603050405020304" pitchFamily="18" charset="0"/>
                <a:sym typeface="+mn-ea"/>
              </a:rPr>
              <a:t> </a:t>
            </a:r>
            <a:r>
              <a:rPr b="0" i="0" spc="-5" dirty="0">
                <a:latin typeface="Times New Roman" panose="02020603050405020304" pitchFamily="18" charset="0"/>
                <a:cs typeface="Times New Roman" panose="02020603050405020304" pitchFamily="18" charset="0"/>
                <a:sym typeface="+mn-ea"/>
              </a:rPr>
              <a:t>can</a:t>
            </a:r>
            <a:r>
              <a:rPr b="0" i="0" spc="-10" dirty="0">
                <a:latin typeface="Times New Roman" panose="02020603050405020304" pitchFamily="18" charset="0"/>
                <a:cs typeface="Times New Roman" panose="02020603050405020304" pitchFamily="18" charset="0"/>
                <a:sym typeface="+mn-ea"/>
              </a:rPr>
              <a:t> </a:t>
            </a:r>
            <a:r>
              <a:rPr b="0" i="0" spc="-5" dirty="0">
                <a:latin typeface="Times New Roman" panose="02020603050405020304" pitchFamily="18" charset="0"/>
                <a:cs typeface="Times New Roman" panose="02020603050405020304" pitchFamily="18" charset="0"/>
                <a:sym typeface="+mn-ea"/>
              </a:rPr>
              <a:t>generate</a:t>
            </a:r>
            <a:r>
              <a:rPr b="0" i="0" dirty="0">
                <a:latin typeface="Times New Roman" panose="02020603050405020304" pitchFamily="18" charset="0"/>
                <a:cs typeface="Times New Roman" panose="02020603050405020304" pitchFamily="18" charset="0"/>
                <a:sym typeface="+mn-ea"/>
              </a:rPr>
              <a:t> </a:t>
            </a:r>
            <a:r>
              <a:rPr b="0" i="0" spc="-5" dirty="0">
                <a:latin typeface="Times New Roman" panose="02020603050405020304" pitchFamily="18" charset="0"/>
                <a:cs typeface="Times New Roman" panose="02020603050405020304" pitchFamily="18" charset="0"/>
                <a:sym typeface="+mn-ea"/>
              </a:rPr>
              <a:t>dynamic</a:t>
            </a:r>
            <a:r>
              <a:rPr b="0" i="0" dirty="0">
                <a:latin typeface="Times New Roman" panose="02020603050405020304" pitchFamily="18" charset="0"/>
                <a:cs typeface="Times New Roman" panose="02020603050405020304" pitchFamily="18" charset="0"/>
                <a:sym typeface="+mn-ea"/>
              </a:rPr>
              <a:t> </a:t>
            </a:r>
            <a:r>
              <a:rPr b="0" i="0" spc="-10" dirty="0">
                <a:latin typeface="Times New Roman" panose="02020603050405020304" pitchFamily="18" charset="0"/>
                <a:cs typeface="Times New Roman" panose="02020603050405020304" pitchFamily="18" charset="0"/>
                <a:sym typeface="+mn-ea"/>
              </a:rPr>
              <a:t>page </a:t>
            </a:r>
            <a:r>
              <a:rPr b="0" i="0" spc="-5" dirty="0">
                <a:latin typeface="Times New Roman" panose="02020603050405020304" pitchFamily="18" charset="0"/>
                <a:cs typeface="Times New Roman" panose="02020603050405020304" pitchFamily="18" charset="0"/>
                <a:sym typeface="+mn-ea"/>
              </a:rPr>
              <a:t>content</a:t>
            </a:r>
            <a:r>
              <a:rPr b="0" i="0">
                <a:latin typeface="Times New Roman" panose="02020603050405020304" pitchFamily="18" charset="0"/>
                <a:cs typeface="Times New Roman" panose="02020603050405020304" pitchFamily="18" charset="0"/>
                <a:sym typeface="+mn-ea"/>
              </a:rPr>
              <a:t/>
            </a:r>
            <a:br>
              <a:rPr b="0" i="0">
                <a:latin typeface="Times New Roman" panose="02020603050405020304" pitchFamily="18" charset="0"/>
                <a:cs typeface="Times New Roman" panose="02020603050405020304" pitchFamily="18" charset="0"/>
                <a:sym typeface="+mn-ea"/>
              </a:rPr>
            </a:br>
            <a:r>
              <a:rPr b="0" i="0" spc="-5" dirty="0">
                <a:latin typeface="Times New Roman" panose="02020603050405020304" pitchFamily="18" charset="0"/>
                <a:cs typeface="Times New Roman" panose="02020603050405020304" pitchFamily="18" charset="0"/>
                <a:sym typeface="+mn-ea"/>
              </a:rPr>
              <a:t>PHP</a:t>
            </a:r>
            <a:r>
              <a:rPr b="0" i="0" spc="5" dirty="0">
                <a:latin typeface="Times New Roman" panose="02020603050405020304" pitchFamily="18" charset="0"/>
                <a:cs typeface="Times New Roman" panose="02020603050405020304" pitchFamily="18" charset="0"/>
                <a:sym typeface="+mn-ea"/>
              </a:rPr>
              <a:t> </a:t>
            </a:r>
            <a:r>
              <a:rPr b="0" i="0" spc="-5" dirty="0">
                <a:latin typeface="Times New Roman" panose="02020603050405020304" pitchFamily="18" charset="0"/>
                <a:cs typeface="Times New Roman" panose="02020603050405020304" pitchFamily="18" charset="0"/>
                <a:sym typeface="+mn-ea"/>
              </a:rPr>
              <a:t>can create,</a:t>
            </a:r>
            <a:r>
              <a:rPr b="0" i="0" spc="5" dirty="0">
                <a:latin typeface="Times New Roman" panose="02020603050405020304" pitchFamily="18" charset="0"/>
                <a:cs typeface="Times New Roman" panose="02020603050405020304" pitchFamily="18" charset="0"/>
                <a:sym typeface="+mn-ea"/>
              </a:rPr>
              <a:t> </a:t>
            </a:r>
            <a:r>
              <a:rPr b="0" i="0" spc="-5" dirty="0">
                <a:latin typeface="Times New Roman" panose="02020603050405020304" pitchFamily="18" charset="0"/>
                <a:cs typeface="Times New Roman" panose="02020603050405020304" pitchFamily="18" charset="0"/>
                <a:sym typeface="+mn-ea"/>
              </a:rPr>
              <a:t>open,</a:t>
            </a:r>
            <a:r>
              <a:rPr b="0" i="0" spc="-10" dirty="0">
                <a:latin typeface="Times New Roman" panose="02020603050405020304" pitchFamily="18" charset="0"/>
                <a:cs typeface="Times New Roman" panose="02020603050405020304" pitchFamily="18" charset="0"/>
                <a:sym typeface="+mn-ea"/>
              </a:rPr>
              <a:t> </a:t>
            </a:r>
            <a:r>
              <a:rPr b="0" i="0" dirty="0">
                <a:latin typeface="Times New Roman" panose="02020603050405020304" pitchFamily="18" charset="0"/>
                <a:cs typeface="Times New Roman" panose="02020603050405020304" pitchFamily="18" charset="0"/>
                <a:sym typeface="+mn-ea"/>
              </a:rPr>
              <a:t>read,</a:t>
            </a:r>
            <a:r>
              <a:rPr b="0" i="0" spc="10" dirty="0">
                <a:latin typeface="Times New Roman" panose="02020603050405020304" pitchFamily="18" charset="0"/>
                <a:cs typeface="Times New Roman" panose="02020603050405020304" pitchFamily="18" charset="0"/>
                <a:sym typeface="+mn-ea"/>
              </a:rPr>
              <a:t> </a:t>
            </a:r>
            <a:r>
              <a:rPr b="0" i="0" dirty="0">
                <a:latin typeface="Times New Roman" panose="02020603050405020304" pitchFamily="18" charset="0"/>
                <a:cs typeface="Times New Roman" panose="02020603050405020304" pitchFamily="18" charset="0"/>
                <a:sym typeface="+mn-ea"/>
              </a:rPr>
              <a:t>write,</a:t>
            </a:r>
            <a:r>
              <a:rPr b="0" i="0" spc="5" dirty="0">
                <a:latin typeface="Times New Roman" panose="02020603050405020304" pitchFamily="18" charset="0"/>
                <a:cs typeface="Times New Roman" panose="02020603050405020304" pitchFamily="18" charset="0"/>
                <a:sym typeface="+mn-ea"/>
              </a:rPr>
              <a:t> </a:t>
            </a:r>
            <a:r>
              <a:rPr b="0" i="0" spc="-5" dirty="0">
                <a:latin typeface="Times New Roman" panose="02020603050405020304" pitchFamily="18" charset="0"/>
                <a:cs typeface="Times New Roman" panose="02020603050405020304" pitchFamily="18" charset="0"/>
                <a:sym typeface="+mn-ea"/>
              </a:rPr>
              <a:t>delete, and</a:t>
            </a:r>
            <a:r>
              <a:rPr b="0" i="0" spc="5" dirty="0">
                <a:latin typeface="Times New Roman" panose="02020603050405020304" pitchFamily="18" charset="0"/>
                <a:cs typeface="Times New Roman" panose="02020603050405020304" pitchFamily="18" charset="0"/>
                <a:sym typeface="+mn-ea"/>
              </a:rPr>
              <a:t> </a:t>
            </a:r>
            <a:r>
              <a:rPr b="0" i="0" spc="-5" dirty="0">
                <a:latin typeface="Times New Roman" panose="02020603050405020304" pitchFamily="18" charset="0"/>
                <a:cs typeface="Times New Roman" panose="02020603050405020304" pitchFamily="18" charset="0"/>
                <a:sym typeface="+mn-ea"/>
              </a:rPr>
              <a:t>close</a:t>
            </a:r>
            <a:r>
              <a:rPr b="0" i="0" spc="-10" dirty="0">
                <a:latin typeface="Times New Roman" panose="02020603050405020304" pitchFamily="18" charset="0"/>
                <a:cs typeface="Times New Roman" panose="02020603050405020304" pitchFamily="18" charset="0"/>
                <a:sym typeface="+mn-ea"/>
              </a:rPr>
              <a:t> </a:t>
            </a:r>
            <a:r>
              <a:rPr b="0" i="0" spc="-5" dirty="0">
                <a:latin typeface="Times New Roman" panose="02020603050405020304" pitchFamily="18" charset="0"/>
                <a:cs typeface="Times New Roman" panose="02020603050405020304" pitchFamily="18" charset="0"/>
                <a:sym typeface="+mn-ea"/>
              </a:rPr>
              <a:t>files</a:t>
            </a:r>
            <a:r>
              <a:rPr b="0" i="0" spc="10" dirty="0">
                <a:latin typeface="Times New Roman" panose="02020603050405020304" pitchFamily="18" charset="0"/>
                <a:cs typeface="Times New Roman" panose="02020603050405020304" pitchFamily="18" charset="0"/>
                <a:sym typeface="+mn-ea"/>
              </a:rPr>
              <a:t> </a:t>
            </a:r>
            <a:r>
              <a:rPr b="0" i="0" dirty="0">
                <a:latin typeface="Times New Roman" panose="02020603050405020304" pitchFamily="18" charset="0"/>
                <a:cs typeface="Times New Roman" panose="02020603050405020304" pitchFamily="18" charset="0"/>
                <a:sym typeface="+mn-ea"/>
              </a:rPr>
              <a:t>on</a:t>
            </a:r>
            <a:r>
              <a:rPr b="0" i="0" spc="-10" dirty="0">
                <a:latin typeface="Times New Roman" panose="02020603050405020304" pitchFamily="18" charset="0"/>
                <a:cs typeface="Times New Roman" panose="02020603050405020304" pitchFamily="18" charset="0"/>
                <a:sym typeface="+mn-ea"/>
              </a:rPr>
              <a:t> </a:t>
            </a:r>
            <a:r>
              <a:rPr b="0" i="0" spc="-5" dirty="0">
                <a:latin typeface="Times New Roman" panose="02020603050405020304" pitchFamily="18" charset="0"/>
                <a:cs typeface="Times New Roman" panose="02020603050405020304" pitchFamily="18" charset="0"/>
                <a:sym typeface="+mn-ea"/>
              </a:rPr>
              <a:t>the</a:t>
            </a:r>
            <a:r>
              <a:rPr b="0" i="0" spc="-30" dirty="0">
                <a:latin typeface="Times New Roman" panose="02020603050405020304" pitchFamily="18" charset="0"/>
                <a:cs typeface="Times New Roman" panose="02020603050405020304" pitchFamily="18" charset="0"/>
                <a:sym typeface="+mn-ea"/>
              </a:rPr>
              <a:t> </a:t>
            </a:r>
            <a:r>
              <a:rPr b="0" i="0" spc="-10" dirty="0">
                <a:latin typeface="Times New Roman" panose="02020603050405020304" pitchFamily="18" charset="0"/>
                <a:cs typeface="Times New Roman" panose="02020603050405020304" pitchFamily="18" charset="0"/>
                <a:sym typeface="+mn-ea"/>
              </a:rPr>
              <a:t>server</a:t>
            </a:r>
            <a:r>
              <a:rPr b="0" i="0">
                <a:latin typeface="Times New Roman" panose="02020603050405020304" pitchFamily="18" charset="0"/>
                <a:cs typeface="Times New Roman" panose="02020603050405020304" pitchFamily="18" charset="0"/>
                <a:sym typeface="+mn-ea"/>
              </a:rPr>
              <a:t/>
            </a:r>
            <a:br>
              <a:rPr b="0" i="0">
                <a:latin typeface="Times New Roman" panose="02020603050405020304" pitchFamily="18" charset="0"/>
                <a:cs typeface="Times New Roman" panose="02020603050405020304" pitchFamily="18" charset="0"/>
                <a:sym typeface="+mn-ea"/>
              </a:rPr>
            </a:br>
            <a:r>
              <a:rPr b="0" i="0" spc="-5" dirty="0">
                <a:latin typeface="Times New Roman" panose="02020603050405020304" pitchFamily="18" charset="0"/>
                <a:cs typeface="Times New Roman" panose="02020603050405020304" pitchFamily="18" charset="0"/>
                <a:sym typeface="+mn-ea"/>
              </a:rPr>
              <a:t>PHP can</a:t>
            </a:r>
            <a:r>
              <a:rPr b="0" i="0" spc="-15" dirty="0">
                <a:latin typeface="Times New Roman" panose="02020603050405020304" pitchFamily="18" charset="0"/>
                <a:cs typeface="Times New Roman" panose="02020603050405020304" pitchFamily="18" charset="0"/>
                <a:sym typeface="+mn-ea"/>
              </a:rPr>
              <a:t> </a:t>
            </a:r>
            <a:r>
              <a:rPr b="0" i="0" spc="-5" dirty="0">
                <a:latin typeface="Times New Roman" panose="02020603050405020304" pitchFamily="18" charset="0"/>
                <a:cs typeface="Times New Roman" panose="02020603050405020304" pitchFamily="18" charset="0"/>
                <a:sym typeface="+mn-ea"/>
              </a:rPr>
              <a:t>collect</a:t>
            </a:r>
            <a:r>
              <a:rPr b="0" i="0" spc="-15" dirty="0">
                <a:latin typeface="Times New Roman" panose="02020603050405020304" pitchFamily="18" charset="0"/>
                <a:cs typeface="Times New Roman" panose="02020603050405020304" pitchFamily="18" charset="0"/>
                <a:sym typeface="+mn-ea"/>
              </a:rPr>
              <a:t> </a:t>
            </a:r>
            <a:r>
              <a:rPr b="0" i="0" dirty="0">
                <a:latin typeface="Times New Roman" panose="02020603050405020304" pitchFamily="18" charset="0"/>
                <a:cs typeface="Times New Roman" panose="02020603050405020304" pitchFamily="18" charset="0"/>
                <a:sym typeface="+mn-ea"/>
              </a:rPr>
              <a:t>form</a:t>
            </a:r>
            <a:r>
              <a:rPr b="0" i="0" spc="-60" dirty="0">
                <a:latin typeface="Times New Roman" panose="02020603050405020304" pitchFamily="18" charset="0"/>
                <a:cs typeface="Times New Roman" panose="02020603050405020304" pitchFamily="18" charset="0"/>
                <a:sym typeface="+mn-ea"/>
              </a:rPr>
              <a:t> </a:t>
            </a:r>
            <a:r>
              <a:rPr b="0" i="0" spc="-5" dirty="0">
                <a:latin typeface="Times New Roman" panose="02020603050405020304" pitchFamily="18" charset="0"/>
                <a:cs typeface="Times New Roman" panose="02020603050405020304" pitchFamily="18" charset="0"/>
                <a:sym typeface="+mn-ea"/>
              </a:rPr>
              <a:t>data</a:t>
            </a:r>
            <a:r>
              <a:rPr b="0" i="0">
                <a:latin typeface="Times New Roman" panose="02020603050405020304" pitchFamily="18" charset="0"/>
                <a:cs typeface="Times New Roman" panose="02020603050405020304" pitchFamily="18" charset="0"/>
                <a:sym typeface="+mn-ea"/>
              </a:rPr>
              <a:t/>
            </a:r>
            <a:br>
              <a:rPr b="0" i="0">
                <a:latin typeface="Times New Roman" panose="02020603050405020304" pitchFamily="18" charset="0"/>
                <a:cs typeface="Times New Roman" panose="02020603050405020304" pitchFamily="18" charset="0"/>
                <a:sym typeface="+mn-ea"/>
              </a:rPr>
            </a:br>
            <a:r>
              <a:rPr b="0" i="0" spc="-5" dirty="0">
                <a:latin typeface="Times New Roman" panose="02020603050405020304" pitchFamily="18" charset="0"/>
                <a:cs typeface="Times New Roman" panose="02020603050405020304" pitchFamily="18" charset="0"/>
                <a:sym typeface="+mn-ea"/>
              </a:rPr>
              <a:t>PHP can</a:t>
            </a:r>
            <a:r>
              <a:rPr b="0" i="0" spc="-10" dirty="0">
                <a:latin typeface="Times New Roman" panose="02020603050405020304" pitchFamily="18" charset="0"/>
                <a:cs typeface="Times New Roman" panose="02020603050405020304" pitchFamily="18" charset="0"/>
                <a:sym typeface="+mn-ea"/>
              </a:rPr>
              <a:t> </a:t>
            </a:r>
            <a:r>
              <a:rPr b="0" i="0" spc="-5" dirty="0">
                <a:latin typeface="Times New Roman" panose="02020603050405020304" pitchFamily="18" charset="0"/>
                <a:cs typeface="Times New Roman" panose="02020603050405020304" pitchFamily="18" charset="0"/>
                <a:sym typeface="+mn-ea"/>
              </a:rPr>
              <a:t>send</a:t>
            </a:r>
            <a:r>
              <a:rPr b="0" i="0" dirty="0">
                <a:latin typeface="Times New Roman" panose="02020603050405020304" pitchFamily="18" charset="0"/>
                <a:cs typeface="Times New Roman" panose="02020603050405020304" pitchFamily="18" charset="0"/>
                <a:sym typeface="+mn-ea"/>
              </a:rPr>
              <a:t> </a:t>
            </a:r>
            <a:r>
              <a:rPr b="0" i="0" spc="-5" dirty="0">
                <a:latin typeface="Times New Roman" panose="02020603050405020304" pitchFamily="18" charset="0"/>
                <a:cs typeface="Times New Roman" panose="02020603050405020304" pitchFamily="18" charset="0"/>
                <a:sym typeface="+mn-ea"/>
              </a:rPr>
              <a:t>and receive</a:t>
            </a:r>
            <a:r>
              <a:rPr b="0" i="0" spc="-15" dirty="0">
                <a:latin typeface="Times New Roman" panose="02020603050405020304" pitchFamily="18" charset="0"/>
                <a:cs typeface="Times New Roman" panose="02020603050405020304" pitchFamily="18" charset="0"/>
                <a:sym typeface="+mn-ea"/>
              </a:rPr>
              <a:t> </a:t>
            </a:r>
            <a:r>
              <a:rPr b="0" i="0" spc="-5" dirty="0">
                <a:latin typeface="Times New Roman" panose="02020603050405020304" pitchFamily="18" charset="0"/>
                <a:cs typeface="Times New Roman" panose="02020603050405020304" pitchFamily="18" charset="0"/>
                <a:sym typeface="+mn-ea"/>
              </a:rPr>
              <a:t>cookies</a:t>
            </a:r>
            <a:r>
              <a:rPr b="0" i="0">
                <a:latin typeface="Times New Roman" panose="02020603050405020304" pitchFamily="18" charset="0"/>
                <a:cs typeface="Times New Roman" panose="02020603050405020304" pitchFamily="18" charset="0"/>
                <a:sym typeface="+mn-ea"/>
              </a:rPr>
              <a:t/>
            </a:r>
            <a:br>
              <a:rPr b="0" i="0">
                <a:latin typeface="Times New Roman" panose="02020603050405020304" pitchFamily="18" charset="0"/>
                <a:cs typeface="Times New Roman" panose="02020603050405020304" pitchFamily="18" charset="0"/>
                <a:sym typeface="+mn-ea"/>
              </a:rPr>
            </a:br>
            <a:r>
              <a:rPr b="0" i="0" spc="-5" dirty="0">
                <a:latin typeface="Times New Roman" panose="02020603050405020304" pitchFamily="18" charset="0"/>
                <a:cs typeface="Times New Roman" panose="02020603050405020304" pitchFamily="18" charset="0"/>
                <a:sym typeface="+mn-ea"/>
              </a:rPr>
              <a:t>PHP</a:t>
            </a:r>
            <a:r>
              <a:rPr b="0" i="0" dirty="0">
                <a:latin typeface="Times New Roman" panose="02020603050405020304" pitchFamily="18" charset="0"/>
                <a:cs typeface="Times New Roman" panose="02020603050405020304" pitchFamily="18" charset="0"/>
                <a:sym typeface="+mn-ea"/>
              </a:rPr>
              <a:t> </a:t>
            </a:r>
            <a:r>
              <a:rPr b="0" i="0" spc="-5" dirty="0">
                <a:latin typeface="Times New Roman" panose="02020603050405020304" pitchFamily="18" charset="0"/>
                <a:cs typeface="Times New Roman" panose="02020603050405020304" pitchFamily="18" charset="0"/>
                <a:sym typeface="+mn-ea"/>
              </a:rPr>
              <a:t>can add, delete, modify</a:t>
            </a:r>
            <a:r>
              <a:rPr b="0" i="0" spc="-15" dirty="0">
                <a:latin typeface="Times New Roman" panose="02020603050405020304" pitchFamily="18" charset="0"/>
                <a:cs typeface="Times New Roman" panose="02020603050405020304" pitchFamily="18" charset="0"/>
                <a:sym typeface="+mn-ea"/>
              </a:rPr>
              <a:t> </a:t>
            </a:r>
            <a:r>
              <a:rPr b="0" i="0" spc="-5" dirty="0">
                <a:latin typeface="Times New Roman" panose="02020603050405020304" pitchFamily="18" charset="0"/>
                <a:cs typeface="Times New Roman" panose="02020603050405020304" pitchFamily="18" charset="0"/>
                <a:sym typeface="+mn-ea"/>
              </a:rPr>
              <a:t>data</a:t>
            </a:r>
            <a:r>
              <a:rPr b="0" i="0" spc="10" dirty="0">
                <a:latin typeface="Times New Roman" panose="02020603050405020304" pitchFamily="18" charset="0"/>
                <a:cs typeface="Times New Roman" panose="02020603050405020304" pitchFamily="18" charset="0"/>
                <a:sym typeface="+mn-ea"/>
              </a:rPr>
              <a:t> </a:t>
            </a:r>
            <a:r>
              <a:rPr b="0" i="0" spc="-5" dirty="0">
                <a:latin typeface="Times New Roman" panose="02020603050405020304" pitchFamily="18" charset="0"/>
                <a:cs typeface="Times New Roman" panose="02020603050405020304" pitchFamily="18" charset="0"/>
                <a:sym typeface="+mn-ea"/>
              </a:rPr>
              <a:t>in your</a:t>
            </a:r>
            <a:r>
              <a:rPr b="0" i="0" spc="-45" dirty="0">
                <a:latin typeface="Times New Roman" panose="02020603050405020304" pitchFamily="18" charset="0"/>
                <a:cs typeface="Times New Roman" panose="02020603050405020304" pitchFamily="18" charset="0"/>
                <a:sym typeface="+mn-ea"/>
              </a:rPr>
              <a:t> </a:t>
            </a:r>
            <a:r>
              <a:rPr b="0" i="0" spc="-5" dirty="0">
                <a:latin typeface="Times New Roman" panose="02020603050405020304" pitchFamily="18" charset="0"/>
                <a:cs typeface="Times New Roman" panose="02020603050405020304" pitchFamily="18" charset="0"/>
                <a:sym typeface="+mn-ea"/>
              </a:rPr>
              <a:t>database</a:t>
            </a:r>
            <a:r>
              <a:rPr b="0" i="0">
                <a:latin typeface="Times New Roman" panose="02020603050405020304" pitchFamily="18" charset="0"/>
                <a:cs typeface="Times New Roman" panose="02020603050405020304" pitchFamily="18" charset="0"/>
                <a:sym typeface="+mn-ea"/>
              </a:rPr>
              <a:t/>
            </a:r>
            <a:br>
              <a:rPr b="0" i="0">
                <a:latin typeface="Times New Roman" panose="02020603050405020304" pitchFamily="18" charset="0"/>
                <a:cs typeface="Times New Roman" panose="02020603050405020304" pitchFamily="18" charset="0"/>
                <a:sym typeface="+mn-ea"/>
              </a:rPr>
            </a:br>
            <a:r>
              <a:rPr b="0" i="0" spc="-5" dirty="0">
                <a:latin typeface="Times New Roman" panose="02020603050405020304" pitchFamily="18" charset="0"/>
                <a:cs typeface="Times New Roman" panose="02020603050405020304" pitchFamily="18" charset="0"/>
                <a:sym typeface="+mn-ea"/>
              </a:rPr>
              <a:t>PHP</a:t>
            </a:r>
            <a:r>
              <a:rPr b="0" i="0" spc="-10" dirty="0">
                <a:latin typeface="Times New Roman" panose="02020603050405020304" pitchFamily="18" charset="0"/>
                <a:cs typeface="Times New Roman" panose="02020603050405020304" pitchFamily="18" charset="0"/>
                <a:sym typeface="+mn-ea"/>
              </a:rPr>
              <a:t> </a:t>
            </a:r>
            <a:r>
              <a:rPr b="0" i="0" spc="-5" dirty="0">
                <a:latin typeface="Times New Roman" panose="02020603050405020304" pitchFamily="18" charset="0"/>
                <a:cs typeface="Times New Roman" panose="02020603050405020304" pitchFamily="18" charset="0"/>
                <a:sym typeface="+mn-ea"/>
              </a:rPr>
              <a:t>can</a:t>
            </a:r>
            <a:r>
              <a:rPr b="0" i="0" spc="-20" dirty="0">
                <a:latin typeface="Times New Roman" panose="02020603050405020304" pitchFamily="18" charset="0"/>
                <a:cs typeface="Times New Roman" panose="02020603050405020304" pitchFamily="18" charset="0"/>
                <a:sym typeface="+mn-ea"/>
              </a:rPr>
              <a:t> </a:t>
            </a:r>
            <a:r>
              <a:rPr b="0" i="0" spc="-5" dirty="0">
                <a:latin typeface="Times New Roman" panose="02020603050405020304" pitchFamily="18" charset="0"/>
                <a:cs typeface="Times New Roman" panose="02020603050405020304" pitchFamily="18" charset="0"/>
                <a:sym typeface="+mn-ea"/>
              </a:rPr>
              <a:t>encrypt</a:t>
            </a:r>
            <a:r>
              <a:rPr b="0" i="0" spc="-20" dirty="0">
                <a:latin typeface="Times New Roman" panose="02020603050405020304" pitchFamily="18" charset="0"/>
                <a:cs typeface="Times New Roman" panose="02020603050405020304" pitchFamily="18" charset="0"/>
                <a:sym typeface="+mn-ea"/>
              </a:rPr>
              <a:t> </a:t>
            </a:r>
            <a:r>
              <a:rPr b="0" i="0" spc="-5" dirty="0">
                <a:latin typeface="Times New Roman" panose="02020603050405020304" pitchFamily="18" charset="0"/>
                <a:cs typeface="Times New Roman" panose="02020603050405020304" pitchFamily="18" charset="0"/>
                <a:sym typeface="+mn-ea"/>
              </a:rPr>
              <a:t>data</a:t>
            </a:r>
            <a:endParaRPr lang="en-US" b="0" i="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3B5266D6-64EC-23EA-3D33-62F1298474D7}"/>
              </a:ext>
            </a:extLst>
          </p:cNvPr>
          <p:cNvSpPr>
            <a:spLocks noGrp="1"/>
          </p:cNvSpPr>
          <p:nvPr>
            <p:ph type="sldNum" idx="4"/>
          </p:nvPr>
        </p:nvSpPr>
        <p:spPr/>
        <p:txBody>
          <a:bodyPr/>
          <a:lstStyle/>
          <a:p>
            <a:pPr algn="r">
              <a:buNone/>
            </a:pPr>
            <a:fld id="{9A0DB2DC-4C9A-4742-B13C-FB6460FD3503}" type="slidenum">
              <a:rPr lang="en-GB" altLang="en-US" smtClean="0"/>
              <a:pPr algn="r">
                <a:buNone/>
              </a:pPr>
              <a:t>16</a:t>
            </a:fld>
            <a:endParaRPr lang="en-GB"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700" b="0" i="0" dirty="0">
                <a:highlight>
                  <a:srgbClr val="00FF00"/>
                </a:highlight>
                <a:latin typeface="Times New Roman" panose="02020603050405020304" pitchFamily="18" charset="0"/>
                <a:cs typeface="Times New Roman" panose="02020603050405020304" pitchFamily="18" charset="0"/>
                <a:sym typeface="+mn-ea"/>
              </a:rPr>
              <a:t>Why</a:t>
            </a:r>
            <a:r>
              <a:rPr sz="3700" b="0" i="0" spc="-75" dirty="0">
                <a:highlight>
                  <a:srgbClr val="00FF00"/>
                </a:highlight>
                <a:latin typeface="Times New Roman" panose="02020603050405020304" pitchFamily="18" charset="0"/>
                <a:cs typeface="Times New Roman" panose="02020603050405020304" pitchFamily="18" charset="0"/>
                <a:sym typeface="+mn-ea"/>
              </a:rPr>
              <a:t> </a:t>
            </a:r>
            <a:r>
              <a:rPr sz="3700" b="0" i="0" dirty="0">
                <a:highlight>
                  <a:srgbClr val="00FF00"/>
                </a:highlight>
                <a:latin typeface="Times New Roman" panose="02020603050405020304" pitchFamily="18" charset="0"/>
                <a:cs typeface="Times New Roman" panose="02020603050405020304" pitchFamily="18" charset="0"/>
                <a:sym typeface="+mn-ea"/>
              </a:rPr>
              <a:t>PHP?</a:t>
            </a:r>
            <a:r>
              <a:rPr sz="3700" b="0" i="0">
                <a:latin typeface="Times New Roman" panose="02020603050405020304" pitchFamily="18" charset="0"/>
                <a:cs typeface="Times New Roman" panose="02020603050405020304" pitchFamily="18" charset="0"/>
              </a:rPr>
              <a:t/>
            </a:r>
            <a:br>
              <a:rPr sz="3700" b="0" i="0">
                <a:latin typeface="Times New Roman" panose="02020603050405020304" pitchFamily="18" charset="0"/>
                <a:cs typeface="Times New Roman" panose="02020603050405020304" pitchFamily="18" charset="0"/>
              </a:rPr>
            </a:br>
            <a:r>
              <a:rPr sz="3700" b="0" i="0">
                <a:latin typeface="Times New Roman" panose="02020603050405020304" pitchFamily="18" charset="0"/>
                <a:cs typeface="Times New Roman" panose="02020603050405020304" pitchFamily="18" charset="0"/>
              </a:rPr>
              <a:t/>
            </a:r>
            <a:br>
              <a:rPr sz="3700" b="0" i="0">
                <a:latin typeface="Times New Roman" panose="02020603050405020304" pitchFamily="18" charset="0"/>
                <a:cs typeface="Times New Roman" panose="02020603050405020304" pitchFamily="18" charset="0"/>
              </a:rPr>
            </a:br>
            <a:r>
              <a:rPr sz="3700" b="0" i="0" spc="-5" dirty="0">
                <a:latin typeface="Times New Roman" panose="02020603050405020304" pitchFamily="18" charset="0"/>
                <a:cs typeface="Times New Roman" panose="02020603050405020304" pitchFamily="18" charset="0"/>
                <a:sym typeface="+mn-ea"/>
              </a:rPr>
              <a:t>PHP</a:t>
            </a:r>
            <a:r>
              <a:rPr sz="3700" b="0" i="0" dirty="0">
                <a:latin typeface="Times New Roman" panose="02020603050405020304" pitchFamily="18" charset="0"/>
                <a:cs typeface="Times New Roman" panose="02020603050405020304" pitchFamily="18" charset="0"/>
                <a:sym typeface="+mn-ea"/>
              </a:rPr>
              <a:t> </a:t>
            </a:r>
            <a:r>
              <a:rPr sz="3700" b="0" i="0" spc="-5" dirty="0">
                <a:latin typeface="Times New Roman" panose="02020603050405020304" pitchFamily="18" charset="0"/>
                <a:cs typeface="Times New Roman" panose="02020603050405020304" pitchFamily="18" charset="0"/>
                <a:sym typeface="+mn-ea"/>
              </a:rPr>
              <a:t>runs on</a:t>
            </a:r>
            <a:r>
              <a:rPr sz="3700" b="0" i="0" dirty="0">
                <a:latin typeface="Times New Roman" panose="02020603050405020304" pitchFamily="18" charset="0"/>
                <a:cs typeface="Times New Roman" panose="02020603050405020304" pitchFamily="18" charset="0"/>
                <a:sym typeface="+mn-ea"/>
              </a:rPr>
              <a:t> </a:t>
            </a:r>
            <a:r>
              <a:rPr sz="3700" b="0" i="0" spc="-5" dirty="0">
                <a:latin typeface="Times New Roman" panose="02020603050405020304" pitchFamily="18" charset="0"/>
                <a:cs typeface="Times New Roman" panose="02020603050405020304" pitchFamily="18" charset="0"/>
                <a:sym typeface="+mn-ea"/>
              </a:rPr>
              <a:t>various</a:t>
            </a:r>
            <a:r>
              <a:rPr sz="3700" b="0" i="0" spc="5" dirty="0">
                <a:latin typeface="Times New Roman" panose="02020603050405020304" pitchFamily="18" charset="0"/>
                <a:cs typeface="Times New Roman" panose="02020603050405020304" pitchFamily="18" charset="0"/>
                <a:sym typeface="+mn-ea"/>
              </a:rPr>
              <a:t> </a:t>
            </a:r>
            <a:r>
              <a:rPr sz="3700" b="0" i="0" spc="-5" dirty="0">
                <a:latin typeface="Times New Roman" panose="02020603050405020304" pitchFamily="18" charset="0"/>
                <a:cs typeface="Times New Roman" panose="02020603050405020304" pitchFamily="18" charset="0"/>
                <a:sym typeface="+mn-ea"/>
              </a:rPr>
              <a:t>platforms</a:t>
            </a:r>
            <a:r>
              <a:rPr sz="3700" b="0" i="0" dirty="0">
                <a:latin typeface="Times New Roman" panose="02020603050405020304" pitchFamily="18" charset="0"/>
                <a:cs typeface="Times New Roman" panose="02020603050405020304" pitchFamily="18" charset="0"/>
                <a:sym typeface="+mn-ea"/>
              </a:rPr>
              <a:t> </a:t>
            </a:r>
            <a:r>
              <a:rPr sz="3700" b="0" i="0" spc="-5" dirty="0">
                <a:latin typeface="Times New Roman" panose="02020603050405020304" pitchFamily="18" charset="0"/>
                <a:cs typeface="Times New Roman" panose="02020603050405020304" pitchFamily="18" charset="0"/>
                <a:sym typeface="+mn-ea"/>
              </a:rPr>
              <a:t>(Windows,</a:t>
            </a:r>
            <a:r>
              <a:rPr sz="3700" b="0" i="0" spc="5" dirty="0">
                <a:latin typeface="Times New Roman" panose="02020603050405020304" pitchFamily="18" charset="0"/>
                <a:cs typeface="Times New Roman" panose="02020603050405020304" pitchFamily="18" charset="0"/>
                <a:sym typeface="+mn-ea"/>
              </a:rPr>
              <a:t> </a:t>
            </a:r>
            <a:r>
              <a:rPr sz="3700" b="0" i="0" spc="-5" dirty="0">
                <a:latin typeface="Times New Roman" panose="02020603050405020304" pitchFamily="18" charset="0"/>
                <a:cs typeface="Times New Roman" panose="02020603050405020304" pitchFamily="18" charset="0"/>
                <a:sym typeface="+mn-ea"/>
              </a:rPr>
              <a:t>Linux,</a:t>
            </a:r>
            <a:r>
              <a:rPr sz="3700" b="0" i="0" dirty="0">
                <a:latin typeface="Times New Roman" panose="02020603050405020304" pitchFamily="18" charset="0"/>
                <a:cs typeface="Times New Roman" panose="02020603050405020304" pitchFamily="18" charset="0"/>
                <a:sym typeface="+mn-ea"/>
              </a:rPr>
              <a:t> </a:t>
            </a:r>
            <a:r>
              <a:rPr sz="3700" b="0" i="0" spc="-5" dirty="0">
                <a:latin typeface="Times New Roman" panose="02020603050405020304" pitchFamily="18" charset="0"/>
                <a:cs typeface="Times New Roman" panose="02020603050405020304" pitchFamily="18" charset="0"/>
                <a:sym typeface="+mn-ea"/>
              </a:rPr>
              <a:t>Unix,</a:t>
            </a:r>
            <a:r>
              <a:rPr sz="3700" b="0" i="0" spc="5" dirty="0">
                <a:latin typeface="Times New Roman" panose="02020603050405020304" pitchFamily="18" charset="0"/>
                <a:cs typeface="Times New Roman" panose="02020603050405020304" pitchFamily="18" charset="0"/>
                <a:sym typeface="+mn-ea"/>
              </a:rPr>
              <a:t> </a:t>
            </a:r>
            <a:r>
              <a:rPr sz="3700" b="0" i="0" spc="-5" dirty="0">
                <a:latin typeface="Times New Roman" panose="02020603050405020304" pitchFamily="18" charset="0"/>
                <a:cs typeface="Times New Roman" panose="02020603050405020304" pitchFamily="18" charset="0"/>
                <a:sym typeface="+mn-ea"/>
              </a:rPr>
              <a:t>Mac</a:t>
            </a:r>
            <a:r>
              <a:rPr sz="3700" b="0" i="0" dirty="0">
                <a:latin typeface="Times New Roman" panose="02020603050405020304" pitchFamily="18" charset="0"/>
                <a:cs typeface="Times New Roman" panose="02020603050405020304" pitchFamily="18" charset="0"/>
                <a:sym typeface="+mn-ea"/>
              </a:rPr>
              <a:t> OS</a:t>
            </a:r>
            <a:r>
              <a:rPr sz="3700" b="0" i="0" spc="5" dirty="0">
                <a:latin typeface="Times New Roman" panose="02020603050405020304" pitchFamily="18" charset="0"/>
                <a:cs typeface="Times New Roman" panose="02020603050405020304" pitchFamily="18" charset="0"/>
                <a:sym typeface="+mn-ea"/>
              </a:rPr>
              <a:t> </a:t>
            </a:r>
            <a:r>
              <a:rPr sz="3700" b="0" i="0" spc="-5" dirty="0">
                <a:latin typeface="Times New Roman" panose="02020603050405020304" pitchFamily="18" charset="0"/>
                <a:cs typeface="Times New Roman" panose="02020603050405020304" pitchFamily="18" charset="0"/>
                <a:sym typeface="+mn-ea"/>
              </a:rPr>
              <a:t>X,</a:t>
            </a:r>
            <a:r>
              <a:rPr sz="3700" b="0" i="0" spc="-10" dirty="0">
                <a:latin typeface="Times New Roman" panose="02020603050405020304" pitchFamily="18" charset="0"/>
                <a:cs typeface="Times New Roman" panose="02020603050405020304" pitchFamily="18" charset="0"/>
                <a:sym typeface="+mn-ea"/>
              </a:rPr>
              <a:t> </a:t>
            </a:r>
            <a:r>
              <a:rPr sz="3700" b="0" i="0" spc="-5" dirty="0">
                <a:latin typeface="Times New Roman" panose="02020603050405020304" pitchFamily="18" charset="0"/>
                <a:cs typeface="Times New Roman" panose="02020603050405020304" pitchFamily="18" charset="0"/>
                <a:sym typeface="+mn-ea"/>
              </a:rPr>
              <a:t>etc.)</a:t>
            </a:r>
            <a:r>
              <a:rPr sz="3700" b="0" i="0">
                <a:latin typeface="Times New Roman" panose="02020603050405020304" pitchFamily="18" charset="0"/>
                <a:cs typeface="Times New Roman" panose="02020603050405020304" pitchFamily="18" charset="0"/>
              </a:rPr>
              <a:t/>
            </a:r>
            <a:br>
              <a:rPr sz="3700" b="0" i="0">
                <a:latin typeface="Times New Roman" panose="02020603050405020304" pitchFamily="18" charset="0"/>
                <a:cs typeface="Times New Roman" panose="02020603050405020304" pitchFamily="18" charset="0"/>
              </a:rPr>
            </a:br>
            <a:r>
              <a:rPr sz="3700" b="0" i="0" spc="-5" dirty="0">
                <a:latin typeface="Times New Roman" panose="02020603050405020304" pitchFamily="18" charset="0"/>
                <a:cs typeface="Times New Roman" panose="02020603050405020304" pitchFamily="18" charset="0"/>
                <a:sym typeface="+mn-ea"/>
              </a:rPr>
              <a:t>PHP</a:t>
            </a:r>
            <a:r>
              <a:rPr sz="3700" b="0" i="0" spc="5" dirty="0">
                <a:latin typeface="Times New Roman" panose="02020603050405020304" pitchFamily="18" charset="0"/>
                <a:cs typeface="Times New Roman" panose="02020603050405020304" pitchFamily="18" charset="0"/>
                <a:sym typeface="+mn-ea"/>
              </a:rPr>
              <a:t> </a:t>
            </a:r>
            <a:r>
              <a:rPr sz="3700" b="0" i="0" spc="-5" dirty="0">
                <a:latin typeface="Times New Roman" panose="02020603050405020304" pitchFamily="18" charset="0"/>
                <a:cs typeface="Times New Roman" panose="02020603050405020304" pitchFamily="18" charset="0"/>
                <a:sym typeface="+mn-ea"/>
              </a:rPr>
              <a:t>is</a:t>
            </a:r>
            <a:r>
              <a:rPr sz="3700" b="0" i="0" spc="10" dirty="0">
                <a:latin typeface="Times New Roman" panose="02020603050405020304" pitchFamily="18" charset="0"/>
                <a:cs typeface="Times New Roman" panose="02020603050405020304" pitchFamily="18" charset="0"/>
                <a:sym typeface="+mn-ea"/>
              </a:rPr>
              <a:t> </a:t>
            </a:r>
            <a:r>
              <a:rPr sz="3700" b="0" i="0" spc="-5" dirty="0">
                <a:latin typeface="Times New Roman" panose="02020603050405020304" pitchFamily="18" charset="0"/>
                <a:cs typeface="Times New Roman" panose="02020603050405020304" pitchFamily="18" charset="0"/>
                <a:sym typeface="+mn-ea"/>
              </a:rPr>
              <a:t>compatible</a:t>
            </a:r>
            <a:r>
              <a:rPr sz="3700" b="0" i="0" spc="10" dirty="0">
                <a:latin typeface="Times New Roman" panose="02020603050405020304" pitchFamily="18" charset="0"/>
                <a:cs typeface="Times New Roman" panose="02020603050405020304" pitchFamily="18" charset="0"/>
                <a:sym typeface="+mn-ea"/>
              </a:rPr>
              <a:t> </a:t>
            </a:r>
            <a:r>
              <a:rPr sz="3700" b="0" i="0" spc="-5" dirty="0">
                <a:latin typeface="Times New Roman" panose="02020603050405020304" pitchFamily="18" charset="0"/>
                <a:cs typeface="Times New Roman" panose="02020603050405020304" pitchFamily="18" charset="0"/>
                <a:sym typeface="+mn-ea"/>
              </a:rPr>
              <a:t>with</a:t>
            </a:r>
            <a:r>
              <a:rPr sz="3700" b="0" i="0" spc="10" dirty="0">
                <a:latin typeface="Times New Roman" panose="02020603050405020304" pitchFamily="18" charset="0"/>
                <a:cs typeface="Times New Roman" panose="02020603050405020304" pitchFamily="18" charset="0"/>
                <a:sym typeface="+mn-ea"/>
              </a:rPr>
              <a:t> </a:t>
            </a:r>
            <a:r>
              <a:rPr sz="3700" b="0" i="0" spc="-5" dirty="0">
                <a:latin typeface="Times New Roman" panose="02020603050405020304" pitchFamily="18" charset="0"/>
                <a:cs typeface="Times New Roman" panose="02020603050405020304" pitchFamily="18" charset="0"/>
                <a:sym typeface="+mn-ea"/>
              </a:rPr>
              <a:t>almost</a:t>
            </a:r>
            <a:r>
              <a:rPr sz="3700" b="0" i="0" spc="10" dirty="0">
                <a:latin typeface="Times New Roman" panose="02020603050405020304" pitchFamily="18" charset="0"/>
                <a:cs typeface="Times New Roman" panose="02020603050405020304" pitchFamily="18" charset="0"/>
                <a:sym typeface="+mn-ea"/>
              </a:rPr>
              <a:t> </a:t>
            </a:r>
            <a:r>
              <a:rPr sz="3700" b="0" i="0" spc="-5" dirty="0">
                <a:latin typeface="Times New Roman" panose="02020603050405020304" pitchFamily="18" charset="0"/>
                <a:cs typeface="Times New Roman" panose="02020603050405020304" pitchFamily="18" charset="0"/>
                <a:sym typeface="+mn-ea"/>
              </a:rPr>
              <a:t>all</a:t>
            </a:r>
            <a:r>
              <a:rPr sz="3700" b="0" i="0" spc="5" dirty="0">
                <a:latin typeface="Times New Roman" panose="02020603050405020304" pitchFamily="18" charset="0"/>
                <a:cs typeface="Times New Roman" panose="02020603050405020304" pitchFamily="18" charset="0"/>
                <a:sym typeface="+mn-ea"/>
              </a:rPr>
              <a:t> </a:t>
            </a:r>
            <a:r>
              <a:rPr sz="3700" b="0" i="0" spc="-5" dirty="0">
                <a:latin typeface="Times New Roman" panose="02020603050405020304" pitchFamily="18" charset="0"/>
                <a:cs typeface="Times New Roman" panose="02020603050405020304" pitchFamily="18" charset="0"/>
                <a:sym typeface="+mn-ea"/>
              </a:rPr>
              <a:t>servers</a:t>
            </a:r>
            <a:r>
              <a:rPr sz="3700" b="0" i="0" spc="5" dirty="0">
                <a:latin typeface="Times New Roman" panose="02020603050405020304" pitchFamily="18" charset="0"/>
                <a:cs typeface="Times New Roman" panose="02020603050405020304" pitchFamily="18" charset="0"/>
                <a:sym typeface="+mn-ea"/>
              </a:rPr>
              <a:t> </a:t>
            </a:r>
            <a:r>
              <a:rPr sz="3700" b="0" i="0" spc="-5" dirty="0">
                <a:latin typeface="Times New Roman" panose="02020603050405020304" pitchFamily="18" charset="0"/>
                <a:cs typeface="Times New Roman" panose="02020603050405020304" pitchFamily="18" charset="0"/>
                <a:sym typeface="+mn-ea"/>
              </a:rPr>
              <a:t>used</a:t>
            </a:r>
            <a:r>
              <a:rPr sz="3700" b="0" i="0" spc="10" dirty="0">
                <a:latin typeface="Times New Roman" panose="02020603050405020304" pitchFamily="18" charset="0"/>
                <a:cs typeface="Times New Roman" panose="02020603050405020304" pitchFamily="18" charset="0"/>
                <a:sym typeface="+mn-ea"/>
              </a:rPr>
              <a:t> </a:t>
            </a:r>
            <a:r>
              <a:rPr sz="3700" b="0" i="0" spc="-5" dirty="0">
                <a:latin typeface="Times New Roman" panose="02020603050405020304" pitchFamily="18" charset="0"/>
                <a:cs typeface="Times New Roman" panose="02020603050405020304" pitchFamily="18" charset="0"/>
                <a:sym typeface="+mn-ea"/>
              </a:rPr>
              <a:t>today (Apache,</a:t>
            </a:r>
            <a:r>
              <a:rPr sz="3700" b="0" i="0" spc="10" dirty="0">
                <a:latin typeface="Times New Roman" panose="02020603050405020304" pitchFamily="18" charset="0"/>
                <a:cs typeface="Times New Roman" panose="02020603050405020304" pitchFamily="18" charset="0"/>
                <a:sym typeface="+mn-ea"/>
              </a:rPr>
              <a:t> </a:t>
            </a:r>
            <a:r>
              <a:rPr sz="3700" b="0" i="0" spc="-5" dirty="0">
                <a:latin typeface="Times New Roman" panose="02020603050405020304" pitchFamily="18" charset="0"/>
                <a:cs typeface="Times New Roman" panose="02020603050405020304" pitchFamily="18" charset="0"/>
                <a:sym typeface="+mn-ea"/>
              </a:rPr>
              <a:t>IIS,</a:t>
            </a:r>
            <a:r>
              <a:rPr sz="3700" b="0" i="0" spc="5" dirty="0">
                <a:latin typeface="Times New Roman" panose="02020603050405020304" pitchFamily="18" charset="0"/>
                <a:cs typeface="Times New Roman" panose="02020603050405020304" pitchFamily="18" charset="0"/>
                <a:sym typeface="+mn-ea"/>
              </a:rPr>
              <a:t> </a:t>
            </a:r>
            <a:r>
              <a:rPr sz="3700" b="0" i="0" spc="-5" dirty="0">
                <a:latin typeface="Times New Roman" panose="02020603050405020304" pitchFamily="18" charset="0"/>
                <a:cs typeface="Times New Roman" panose="02020603050405020304" pitchFamily="18" charset="0"/>
                <a:sym typeface="+mn-ea"/>
              </a:rPr>
              <a:t>etc.)</a:t>
            </a:r>
            <a:r>
              <a:rPr sz="3700" b="0" i="0">
                <a:latin typeface="Times New Roman" panose="02020603050405020304" pitchFamily="18" charset="0"/>
                <a:cs typeface="Times New Roman" panose="02020603050405020304" pitchFamily="18" charset="0"/>
              </a:rPr>
              <a:t/>
            </a:r>
            <a:br>
              <a:rPr sz="3700" b="0" i="0">
                <a:latin typeface="Times New Roman" panose="02020603050405020304" pitchFamily="18" charset="0"/>
                <a:cs typeface="Times New Roman" panose="02020603050405020304" pitchFamily="18" charset="0"/>
              </a:rPr>
            </a:br>
            <a:r>
              <a:rPr sz="3700" b="0" i="0" spc="-5" dirty="0">
                <a:latin typeface="Times New Roman" panose="02020603050405020304" pitchFamily="18" charset="0"/>
                <a:cs typeface="Times New Roman" panose="02020603050405020304" pitchFamily="18" charset="0"/>
                <a:sym typeface="+mn-ea"/>
              </a:rPr>
              <a:t>PHP</a:t>
            </a:r>
            <a:r>
              <a:rPr sz="3700" b="0" i="0" dirty="0">
                <a:latin typeface="Times New Roman" panose="02020603050405020304" pitchFamily="18" charset="0"/>
                <a:cs typeface="Times New Roman" panose="02020603050405020304" pitchFamily="18" charset="0"/>
                <a:sym typeface="+mn-ea"/>
              </a:rPr>
              <a:t> </a:t>
            </a:r>
            <a:r>
              <a:rPr sz="3700" b="0" i="0" spc="-5" dirty="0">
                <a:latin typeface="Times New Roman" panose="02020603050405020304" pitchFamily="18" charset="0"/>
                <a:cs typeface="Times New Roman" panose="02020603050405020304" pitchFamily="18" charset="0"/>
                <a:sym typeface="+mn-ea"/>
              </a:rPr>
              <a:t>supports</a:t>
            </a:r>
            <a:r>
              <a:rPr sz="3700" b="0" i="0" spc="-15" dirty="0">
                <a:latin typeface="Times New Roman" panose="02020603050405020304" pitchFamily="18" charset="0"/>
                <a:cs typeface="Times New Roman" panose="02020603050405020304" pitchFamily="18" charset="0"/>
                <a:sym typeface="+mn-ea"/>
              </a:rPr>
              <a:t> </a:t>
            </a:r>
            <a:r>
              <a:rPr sz="3700" b="0" i="0" spc="-5" dirty="0">
                <a:latin typeface="Times New Roman" panose="02020603050405020304" pitchFamily="18" charset="0"/>
                <a:cs typeface="Times New Roman" panose="02020603050405020304" pitchFamily="18" charset="0"/>
                <a:sym typeface="+mn-ea"/>
              </a:rPr>
              <a:t>a</a:t>
            </a:r>
            <a:r>
              <a:rPr sz="3700" b="0" i="0" dirty="0">
                <a:latin typeface="Times New Roman" panose="02020603050405020304" pitchFamily="18" charset="0"/>
                <a:cs typeface="Times New Roman" panose="02020603050405020304" pitchFamily="18" charset="0"/>
                <a:sym typeface="+mn-ea"/>
              </a:rPr>
              <a:t> </a:t>
            </a:r>
            <a:r>
              <a:rPr sz="3700" b="0" i="0" spc="-5" dirty="0">
                <a:latin typeface="Times New Roman" panose="02020603050405020304" pitchFamily="18" charset="0"/>
                <a:cs typeface="Times New Roman" panose="02020603050405020304" pitchFamily="18" charset="0"/>
                <a:sym typeface="+mn-ea"/>
              </a:rPr>
              <a:t>wide</a:t>
            </a:r>
            <a:r>
              <a:rPr sz="3700" b="0" i="0" spc="5" dirty="0">
                <a:latin typeface="Times New Roman" panose="02020603050405020304" pitchFamily="18" charset="0"/>
                <a:cs typeface="Times New Roman" panose="02020603050405020304" pitchFamily="18" charset="0"/>
                <a:sym typeface="+mn-ea"/>
              </a:rPr>
              <a:t> </a:t>
            </a:r>
            <a:r>
              <a:rPr sz="3700" b="0" i="0" spc="-5" dirty="0">
                <a:latin typeface="Times New Roman" panose="02020603050405020304" pitchFamily="18" charset="0"/>
                <a:cs typeface="Times New Roman" panose="02020603050405020304" pitchFamily="18" charset="0"/>
                <a:sym typeface="+mn-ea"/>
              </a:rPr>
              <a:t>range</a:t>
            </a:r>
            <a:r>
              <a:rPr sz="3700" b="0" i="0" dirty="0">
                <a:latin typeface="Times New Roman" panose="02020603050405020304" pitchFamily="18" charset="0"/>
                <a:cs typeface="Times New Roman" panose="02020603050405020304" pitchFamily="18" charset="0"/>
                <a:sym typeface="+mn-ea"/>
              </a:rPr>
              <a:t> </a:t>
            </a:r>
            <a:r>
              <a:rPr sz="3700" b="0" i="0" spc="-5" dirty="0">
                <a:latin typeface="Times New Roman" panose="02020603050405020304" pitchFamily="18" charset="0"/>
                <a:cs typeface="Times New Roman" panose="02020603050405020304" pitchFamily="18" charset="0"/>
                <a:sym typeface="+mn-ea"/>
              </a:rPr>
              <a:t>of</a:t>
            </a:r>
            <a:r>
              <a:rPr sz="3700" b="0" i="0" spc="-40" dirty="0">
                <a:latin typeface="Times New Roman" panose="02020603050405020304" pitchFamily="18" charset="0"/>
                <a:cs typeface="Times New Roman" panose="02020603050405020304" pitchFamily="18" charset="0"/>
                <a:sym typeface="+mn-ea"/>
              </a:rPr>
              <a:t> </a:t>
            </a:r>
            <a:r>
              <a:rPr sz="3700" b="0" i="0" spc="-5" dirty="0">
                <a:latin typeface="Times New Roman" panose="02020603050405020304" pitchFamily="18" charset="0"/>
                <a:cs typeface="Times New Roman" panose="02020603050405020304" pitchFamily="18" charset="0"/>
                <a:sym typeface="+mn-ea"/>
              </a:rPr>
              <a:t>databases</a:t>
            </a:r>
            <a:r>
              <a:rPr sz="3700" b="0" i="0">
                <a:latin typeface="Times New Roman" panose="02020603050405020304" pitchFamily="18" charset="0"/>
                <a:cs typeface="Times New Roman" panose="02020603050405020304" pitchFamily="18" charset="0"/>
              </a:rPr>
              <a:t/>
            </a:r>
            <a:br>
              <a:rPr sz="3700" b="0" i="0">
                <a:latin typeface="Times New Roman" panose="02020603050405020304" pitchFamily="18" charset="0"/>
                <a:cs typeface="Times New Roman" panose="02020603050405020304" pitchFamily="18" charset="0"/>
              </a:rPr>
            </a:br>
            <a:r>
              <a:rPr sz="3700" b="0" i="0" spc="-5" dirty="0">
                <a:latin typeface="Times New Roman" panose="02020603050405020304" pitchFamily="18" charset="0"/>
                <a:cs typeface="Times New Roman" panose="02020603050405020304" pitchFamily="18" charset="0"/>
                <a:sym typeface="+mn-ea"/>
              </a:rPr>
              <a:t>PHP</a:t>
            </a:r>
            <a:r>
              <a:rPr sz="3700" b="0" i="0" spc="5" dirty="0">
                <a:latin typeface="Times New Roman" panose="02020603050405020304" pitchFamily="18" charset="0"/>
                <a:cs typeface="Times New Roman" panose="02020603050405020304" pitchFamily="18" charset="0"/>
                <a:sym typeface="+mn-ea"/>
              </a:rPr>
              <a:t> </a:t>
            </a:r>
            <a:r>
              <a:rPr sz="3700" b="0" i="0" spc="-5" dirty="0">
                <a:latin typeface="Times New Roman" panose="02020603050405020304" pitchFamily="18" charset="0"/>
                <a:cs typeface="Times New Roman" panose="02020603050405020304" pitchFamily="18" charset="0"/>
                <a:sym typeface="+mn-ea"/>
              </a:rPr>
              <a:t>is </a:t>
            </a:r>
            <a:r>
              <a:rPr sz="3700" b="0" i="0" dirty="0">
                <a:latin typeface="Times New Roman" panose="02020603050405020304" pitchFamily="18" charset="0"/>
                <a:cs typeface="Times New Roman" panose="02020603050405020304" pitchFamily="18" charset="0"/>
                <a:sym typeface="+mn-ea"/>
              </a:rPr>
              <a:t>free. </a:t>
            </a:r>
            <a:r>
              <a:rPr sz="3700" b="0" i="0" spc="-5" dirty="0">
                <a:latin typeface="Times New Roman" panose="02020603050405020304" pitchFamily="18" charset="0"/>
                <a:cs typeface="Times New Roman" panose="02020603050405020304" pitchFamily="18" charset="0"/>
                <a:sym typeface="+mn-ea"/>
              </a:rPr>
              <a:t>Download</a:t>
            </a:r>
            <a:r>
              <a:rPr sz="3700" b="0" i="0" dirty="0">
                <a:latin typeface="Times New Roman" panose="02020603050405020304" pitchFamily="18" charset="0"/>
                <a:cs typeface="Times New Roman" panose="02020603050405020304" pitchFamily="18" charset="0"/>
                <a:sym typeface="+mn-ea"/>
              </a:rPr>
              <a:t> it from</a:t>
            </a:r>
            <a:r>
              <a:rPr sz="3700" b="0" i="0" spc="5" dirty="0">
                <a:latin typeface="Times New Roman" panose="02020603050405020304" pitchFamily="18" charset="0"/>
                <a:cs typeface="Times New Roman" panose="02020603050405020304" pitchFamily="18" charset="0"/>
                <a:sym typeface="+mn-ea"/>
              </a:rPr>
              <a:t> </a:t>
            </a:r>
            <a:r>
              <a:rPr sz="3700" b="0" i="0" spc="-5" dirty="0">
                <a:latin typeface="Times New Roman" panose="02020603050405020304" pitchFamily="18" charset="0"/>
                <a:cs typeface="Times New Roman" panose="02020603050405020304" pitchFamily="18" charset="0"/>
                <a:sym typeface="+mn-ea"/>
              </a:rPr>
              <a:t>the</a:t>
            </a:r>
            <a:r>
              <a:rPr sz="3700" b="0" i="0" spc="10" dirty="0">
                <a:latin typeface="Times New Roman" panose="02020603050405020304" pitchFamily="18" charset="0"/>
                <a:cs typeface="Times New Roman" panose="02020603050405020304" pitchFamily="18" charset="0"/>
                <a:sym typeface="+mn-ea"/>
              </a:rPr>
              <a:t> </a:t>
            </a:r>
            <a:r>
              <a:rPr sz="3700" b="0" i="0" spc="-5" dirty="0">
                <a:latin typeface="Times New Roman" panose="02020603050405020304" pitchFamily="18" charset="0"/>
                <a:cs typeface="Times New Roman" panose="02020603050405020304" pitchFamily="18" charset="0"/>
                <a:sym typeface="+mn-ea"/>
              </a:rPr>
              <a:t>official</a:t>
            </a:r>
            <a:r>
              <a:rPr sz="3700" b="0" i="0" spc="10" dirty="0">
                <a:latin typeface="Times New Roman" panose="02020603050405020304" pitchFamily="18" charset="0"/>
                <a:cs typeface="Times New Roman" panose="02020603050405020304" pitchFamily="18" charset="0"/>
                <a:sym typeface="+mn-ea"/>
              </a:rPr>
              <a:t> </a:t>
            </a:r>
            <a:r>
              <a:rPr sz="3700" b="0" i="0" spc="-5" dirty="0">
                <a:latin typeface="Times New Roman" panose="02020603050405020304" pitchFamily="18" charset="0"/>
                <a:cs typeface="Times New Roman" panose="02020603050405020304" pitchFamily="18" charset="0"/>
                <a:sym typeface="+mn-ea"/>
              </a:rPr>
              <a:t>PHP resource:</a:t>
            </a:r>
            <a:r>
              <a:rPr sz="3700" b="0" i="0" spc="305" dirty="0">
                <a:solidFill>
                  <a:srgbClr val="0000FF"/>
                </a:solidFill>
                <a:latin typeface="Times New Roman" panose="02020603050405020304" pitchFamily="18" charset="0"/>
                <a:cs typeface="Times New Roman" panose="02020603050405020304" pitchFamily="18" charset="0"/>
                <a:sym typeface="+mn-ea"/>
              </a:rPr>
              <a:t> </a:t>
            </a:r>
            <a:r>
              <a:rPr sz="3700" b="0" i="0" u="sng" spc="-5" dirty="0">
                <a:solidFill>
                  <a:srgbClr val="0000FF"/>
                </a:solidFill>
                <a:uFill>
                  <a:solidFill>
                    <a:srgbClr val="0000FF"/>
                  </a:solidFill>
                </a:uFill>
                <a:latin typeface="Times New Roman" panose="02020603050405020304" pitchFamily="18" charset="0"/>
                <a:cs typeface="Times New Roman" panose="02020603050405020304" pitchFamily="18" charset="0"/>
                <a:sym typeface="+mn-ea"/>
                <a:hlinkClick r:id="rId2"/>
              </a:rPr>
              <a:t>www.php.ne</a:t>
            </a:r>
            <a:r>
              <a:rPr sz="3700" b="0" i="0" u="sng" spc="-5" dirty="0">
                <a:solidFill>
                  <a:srgbClr val="0000FF"/>
                </a:solidFill>
                <a:uFill>
                  <a:solidFill>
                    <a:srgbClr val="0000FF"/>
                  </a:solidFill>
                </a:uFill>
                <a:latin typeface="Times New Roman" panose="02020603050405020304" pitchFamily="18" charset="0"/>
                <a:cs typeface="Times New Roman" panose="02020603050405020304" pitchFamily="18" charset="0"/>
                <a:sym typeface="+mn-ea"/>
              </a:rPr>
              <a:t>t</a:t>
            </a:r>
            <a:r>
              <a:rPr sz="3700" b="0" i="0">
                <a:latin typeface="Times New Roman" panose="02020603050405020304" pitchFamily="18" charset="0"/>
                <a:cs typeface="Times New Roman" panose="02020603050405020304" pitchFamily="18" charset="0"/>
              </a:rPr>
              <a:t/>
            </a:r>
            <a:br>
              <a:rPr sz="3700" b="0" i="0">
                <a:latin typeface="Times New Roman" panose="02020603050405020304" pitchFamily="18" charset="0"/>
                <a:cs typeface="Times New Roman" panose="02020603050405020304" pitchFamily="18" charset="0"/>
              </a:rPr>
            </a:br>
            <a:r>
              <a:rPr sz="3700" b="0" i="0" spc="-5" dirty="0">
                <a:latin typeface="Times New Roman" panose="02020603050405020304" pitchFamily="18" charset="0"/>
                <a:cs typeface="Times New Roman" panose="02020603050405020304" pitchFamily="18" charset="0"/>
                <a:sym typeface="+mn-ea"/>
              </a:rPr>
              <a:t>PHP</a:t>
            </a:r>
            <a:r>
              <a:rPr sz="3700" b="0" i="0" spc="5" dirty="0">
                <a:latin typeface="Times New Roman" panose="02020603050405020304" pitchFamily="18" charset="0"/>
                <a:cs typeface="Times New Roman" panose="02020603050405020304" pitchFamily="18" charset="0"/>
                <a:sym typeface="+mn-ea"/>
              </a:rPr>
              <a:t> </a:t>
            </a:r>
            <a:r>
              <a:rPr sz="3700" b="0" i="0" spc="-5" dirty="0">
                <a:latin typeface="Times New Roman" panose="02020603050405020304" pitchFamily="18" charset="0"/>
                <a:cs typeface="Times New Roman" panose="02020603050405020304" pitchFamily="18" charset="0"/>
                <a:sym typeface="+mn-ea"/>
              </a:rPr>
              <a:t>is</a:t>
            </a:r>
            <a:r>
              <a:rPr sz="3700" b="0" i="0" spc="5" dirty="0">
                <a:latin typeface="Times New Roman" panose="02020603050405020304" pitchFamily="18" charset="0"/>
                <a:cs typeface="Times New Roman" panose="02020603050405020304" pitchFamily="18" charset="0"/>
                <a:sym typeface="+mn-ea"/>
              </a:rPr>
              <a:t> </a:t>
            </a:r>
            <a:r>
              <a:rPr sz="3700" b="0" i="0" spc="-5" dirty="0">
                <a:latin typeface="Times New Roman" panose="02020603050405020304" pitchFamily="18" charset="0"/>
                <a:cs typeface="Times New Roman" panose="02020603050405020304" pitchFamily="18" charset="0"/>
                <a:sym typeface="+mn-ea"/>
              </a:rPr>
              <a:t>easy</a:t>
            </a:r>
            <a:r>
              <a:rPr sz="3700" b="0" i="0" spc="-10" dirty="0">
                <a:latin typeface="Times New Roman" panose="02020603050405020304" pitchFamily="18" charset="0"/>
                <a:cs typeface="Times New Roman" panose="02020603050405020304" pitchFamily="18" charset="0"/>
                <a:sym typeface="+mn-ea"/>
              </a:rPr>
              <a:t> </a:t>
            </a:r>
            <a:r>
              <a:rPr sz="3700" b="0" i="0" dirty="0">
                <a:latin typeface="Times New Roman" panose="02020603050405020304" pitchFamily="18" charset="0"/>
                <a:cs typeface="Times New Roman" panose="02020603050405020304" pitchFamily="18" charset="0"/>
                <a:sym typeface="+mn-ea"/>
              </a:rPr>
              <a:t>to</a:t>
            </a:r>
            <a:r>
              <a:rPr sz="3700" b="0" i="0" spc="5" dirty="0">
                <a:latin typeface="Times New Roman" panose="02020603050405020304" pitchFamily="18" charset="0"/>
                <a:cs typeface="Times New Roman" panose="02020603050405020304" pitchFamily="18" charset="0"/>
                <a:sym typeface="+mn-ea"/>
              </a:rPr>
              <a:t> </a:t>
            </a:r>
            <a:r>
              <a:rPr sz="3700" b="0" i="0" spc="-5" dirty="0">
                <a:latin typeface="Times New Roman" panose="02020603050405020304" pitchFamily="18" charset="0"/>
                <a:cs typeface="Times New Roman" panose="02020603050405020304" pitchFamily="18" charset="0"/>
                <a:sym typeface="+mn-ea"/>
              </a:rPr>
              <a:t>learn and</a:t>
            </a:r>
            <a:r>
              <a:rPr sz="3700" b="0" i="0" spc="10" dirty="0">
                <a:latin typeface="Times New Roman" panose="02020603050405020304" pitchFamily="18" charset="0"/>
                <a:cs typeface="Times New Roman" panose="02020603050405020304" pitchFamily="18" charset="0"/>
                <a:sym typeface="+mn-ea"/>
              </a:rPr>
              <a:t> </a:t>
            </a:r>
            <a:r>
              <a:rPr sz="3700" b="0" i="0" spc="-5" dirty="0">
                <a:latin typeface="Times New Roman" panose="02020603050405020304" pitchFamily="18" charset="0"/>
                <a:cs typeface="Times New Roman" panose="02020603050405020304" pitchFamily="18" charset="0"/>
                <a:sym typeface="+mn-ea"/>
              </a:rPr>
              <a:t>runs</a:t>
            </a:r>
            <a:r>
              <a:rPr sz="3700" b="0" i="0" spc="-10" dirty="0">
                <a:latin typeface="Times New Roman" panose="02020603050405020304" pitchFamily="18" charset="0"/>
                <a:cs typeface="Times New Roman" panose="02020603050405020304" pitchFamily="18" charset="0"/>
                <a:sym typeface="+mn-ea"/>
              </a:rPr>
              <a:t> </a:t>
            </a:r>
            <a:r>
              <a:rPr sz="3700" b="0" i="0" spc="-5" dirty="0">
                <a:latin typeface="Times New Roman" panose="02020603050405020304" pitchFamily="18" charset="0"/>
                <a:cs typeface="Times New Roman" panose="02020603050405020304" pitchFamily="18" charset="0"/>
                <a:sym typeface="+mn-ea"/>
              </a:rPr>
              <a:t>efficiently</a:t>
            </a:r>
            <a:r>
              <a:rPr sz="3700" b="0" i="0" spc="-10" dirty="0">
                <a:latin typeface="Times New Roman" panose="02020603050405020304" pitchFamily="18" charset="0"/>
                <a:cs typeface="Times New Roman" panose="02020603050405020304" pitchFamily="18" charset="0"/>
                <a:sym typeface="+mn-ea"/>
              </a:rPr>
              <a:t> </a:t>
            </a:r>
            <a:r>
              <a:rPr sz="3700" b="0" i="0" dirty="0">
                <a:latin typeface="Times New Roman" panose="02020603050405020304" pitchFamily="18" charset="0"/>
                <a:cs typeface="Times New Roman" panose="02020603050405020304" pitchFamily="18" charset="0"/>
                <a:sym typeface="+mn-ea"/>
              </a:rPr>
              <a:t>on</a:t>
            </a:r>
            <a:r>
              <a:rPr sz="3700" b="0" i="0" spc="5" dirty="0">
                <a:latin typeface="Times New Roman" panose="02020603050405020304" pitchFamily="18" charset="0"/>
                <a:cs typeface="Times New Roman" panose="02020603050405020304" pitchFamily="18" charset="0"/>
                <a:sym typeface="+mn-ea"/>
              </a:rPr>
              <a:t> </a:t>
            </a:r>
            <a:r>
              <a:rPr sz="3700" b="0" i="0" spc="-5" dirty="0">
                <a:latin typeface="Times New Roman" panose="02020603050405020304" pitchFamily="18" charset="0"/>
                <a:cs typeface="Times New Roman" panose="02020603050405020304" pitchFamily="18" charset="0"/>
                <a:sym typeface="+mn-ea"/>
              </a:rPr>
              <a:t>the</a:t>
            </a:r>
            <a:r>
              <a:rPr sz="3700" b="0" i="0" spc="5" dirty="0">
                <a:latin typeface="Times New Roman" panose="02020603050405020304" pitchFamily="18" charset="0"/>
                <a:cs typeface="Times New Roman" panose="02020603050405020304" pitchFamily="18" charset="0"/>
                <a:sym typeface="+mn-ea"/>
              </a:rPr>
              <a:t> </a:t>
            </a:r>
            <a:r>
              <a:rPr sz="3700" b="0" i="0" spc="-5" dirty="0">
                <a:latin typeface="Times New Roman" panose="02020603050405020304" pitchFamily="18" charset="0"/>
                <a:cs typeface="Times New Roman" panose="02020603050405020304" pitchFamily="18" charset="0"/>
                <a:sym typeface="+mn-ea"/>
              </a:rPr>
              <a:t>server</a:t>
            </a:r>
            <a:r>
              <a:rPr sz="3700" b="0" i="0" spc="-65" dirty="0">
                <a:latin typeface="Times New Roman" panose="02020603050405020304" pitchFamily="18" charset="0"/>
                <a:cs typeface="Times New Roman" panose="02020603050405020304" pitchFamily="18" charset="0"/>
                <a:sym typeface="+mn-ea"/>
              </a:rPr>
              <a:t> </a:t>
            </a:r>
            <a:r>
              <a:rPr sz="3700" b="0" i="0" spc="-5" dirty="0">
                <a:latin typeface="Times New Roman" panose="02020603050405020304" pitchFamily="18" charset="0"/>
                <a:cs typeface="Times New Roman" panose="02020603050405020304" pitchFamily="18" charset="0"/>
                <a:sym typeface="+mn-ea"/>
              </a:rPr>
              <a:t>side</a:t>
            </a:r>
            <a:r>
              <a:rPr sz="3700" b="0" i="0">
                <a:latin typeface="Times New Roman" panose="02020603050405020304" pitchFamily="18" charset="0"/>
                <a:cs typeface="Times New Roman" panose="02020603050405020304" pitchFamily="18" charset="0"/>
              </a:rPr>
              <a:t/>
            </a:r>
            <a:br>
              <a:rPr sz="3700" b="0" i="0">
                <a:latin typeface="Times New Roman" panose="02020603050405020304" pitchFamily="18" charset="0"/>
                <a:cs typeface="Times New Roman" panose="02020603050405020304" pitchFamily="18" charset="0"/>
              </a:rPr>
            </a:br>
            <a:endParaRPr lang="en-US" sz="3700" b="0" i="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811733F4-898E-AE3D-2256-9FC76530597F}"/>
              </a:ext>
            </a:extLst>
          </p:cNvPr>
          <p:cNvSpPr>
            <a:spLocks noGrp="1"/>
          </p:cNvSpPr>
          <p:nvPr>
            <p:ph type="sldNum" idx="4"/>
          </p:nvPr>
        </p:nvSpPr>
        <p:spPr/>
        <p:txBody>
          <a:bodyPr/>
          <a:lstStyle/>
          <a:p>
            <a:pPr algn="r">
              <a:buNone/>
            </a:pPr>
            <a:fld id="{9A0DB2DC-4C9A-4742-B13C-FB6460FD3503}" type="slidenum">
              <a:rPr lang="en-GB" altLang="en-US" smtClean="0"/>
              <a:pPr algn="r">
                <a:buNone/>
              </a:pPr>
              <a:t>17</a:t>
            </a:fld>
            <a:endParaRPr lang="en-GB"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3870" y="273685"/>
            <a:ext cx="8924925" cy="803275"/>
          </a:xfrm>
        </p:spPr>
        <p:txBody>
          <a:bodyPr/>
          <a:lstStyle/>
          <a:p>
            <a:r>
              <a:rPr sz="3000" i="0" dirty="0">
                <a:highlight>
                  <a:srgbClr val="00FFFF"/>
                </a:highlight>
                <a:latin typeface="Times New Roman" panose="02020603050405020304" pitchFamily="18" charset="0"/>
                <a:cs typeface="Times New Roman" panose="02020603050405020304" pitchFamily="18" charset="0"/>
                <a:sym typeface="+mn-ea"/>
              </a:rPr>
              <a:t>To</a:t>
            </a:r>
            <a:r>
              <a:rPr sz="3000" i="0" spc="-10" dirty="0">
                <a:highlight>
                  <a:srgbClr val="00FFFF"/>
                </a:highlight>
                <a:latin typeface="Times New Roman" panose="02020603050405020304" pitchFamily="18" charset="0"/>
                <a:cs typeface="Times New Roman" panose="02020603050405020304" pitchFamily="18" charset="0"/>
                <a:sym typeface="+mn-ea"/>
              </a:rPr>
              <a:t> </a:t>
            </a:r>
            <a:r>
              <a:rPr sz="3000" i="0" spc="-5" dirty="0">
                <a:highlight>
                  <a:srgbClr val="00FFFF"/>
                </a:highlight>
                <a:latin typeface="Times New Roman" panose="02020603050405020304" pitchFamily="18" charset="0"/>
                <a:cs typeface="Times New Roman" panose="02020603050405020304" pitchFamily="18" charset="0"/>
                <a:sym typeface="+mn-ea"/>
              </a:rPr>
              <a:t>start</a:t>
            </a:r>
            <a:r>
              <a:rPr sz="3000" i="0" spc="-10" dirty="0">
                <a:highlight>
                  <a:srgbClr val="00FFFF"/>
                </a:highlight>
                <a:latin typeface="Times New Roman" panose="02020603050405020304" pitchFamily="18" charset="0"/>
                <a:cs typeface="Times New Roman" panose="02020603050405020304" pitchFamily="18" charset="0"/>
                <a:sym typeface="+mn-ea"/>
              </a:rPr>
              <a:t> </a:t>
            </a:r>
            <a:r>
              <a:rPr sz="3000" i="0" dirty="0">
                <a:highlight>
                  <a:srgbClr val="00FFFF"/>
                </a:highlight>
                <a:latin typeface="Times New Roman" panose="02020603050405020304" pitchFamily="18" charset="0"/>
                <a:cs typeface="Times New Roman" panose="02020603050405020304" pitchFamily="18" charset="0"/>
                <a:sym typeface="+mn-ea"/>
              </a:rPr>
              <a:t>using</a:t>
            </a:r>
            <a:r>
              <a:rPr sz="3000" i="0" spc="-10" dirty="0">
                <a:highlight>
                  <a:srgbClr val="00FFFF"/>
                </a:highlight>
                <a:latin typeface="Times New Roman" panose="02020603050405020304" pitchFamily="18" charset="0"/>
                <a:cs typeface="Times New Roman" panose="02020603050405020304" pitchFamily="18" charset="0"/>
                <a:sym typeface="+mn-ea"/>
              </a:rPr>
              <a:t> </a:t>
            </a:r>
            <a:r>
              <a:rPr sz="3000" i="0" spc="-5" dirty="0">
                <a:highlight>
                  <a:srgbClr val="00FFFF"/>
                </a:highlight>
                <a:latin typeface="Times New Roman" panose="02020603050405020304" pitchFamily="18" charset="0"/>
                <a:cs typeface="Times New Roman" panose="02020603050405020304" pitchFamily="18" charset="0"/>
                <a:sym typeface="+mn-ea"/>
              </a:rPr>
              <a:t>PHP,</a:t>
            </a:r>
            <a:r>
              <a:rPr sz="3000" i="0" spc="5" dirty="0">
                <a:highlight>
                  <a:srgbClr val="00FFFF"/>
                </a:highlight>
                <a:latin typeface="Times New Roman" panose="02020603050405020304" pitchFamily="18" charset="0"/>
                <a:cs typeface="Times New Roman" panose="02020603050405020304" pitchFamily="18" charset="0"/>
                <a:sym typeface="+mn-ea"/>
              </a:rPr>
              <a:t> </a:t>
            </a:r>
            <a:r>
              <a:rPr sz="3000" i="0" spc="-10" dirty="0">
                <a:highlight>
                  <a:srgbClr val="00FFFF"/>
                </a:highlight>
                <a:latin typeface="Times New Roman" panose="02020603050405020304" pitchFamily="18" charset="0"/>
                <a:cs typeface="Times New Roman" panose="02020603050405020304" pitchFamily="18" charset="0"/>
                <a:sym typeface="+mn-ea"/>
              </a:rPr>
              <a:t>you </a:t>
            </a:r>
            <a:r>
              <a:rPr sz="3000" i="0" dirty="0">
                <a:highlight>
                  <a:srgbClr val="00FFFF"/>
                </a:highlight>
                <a:latin typeface="Times New Roman" panose="02020603050405020304" pitchFamily="18" charset="0"/>
                <a:cs typeface="Times New Roman" panose="02020603050405020304" pitchFamily="18" charset="0"/>
                <a:sym typeface="+mn-ea"/>
              </a:rPr>
              <a:t>can:</a:t>
            </a:r>
            <a:r>
              <a:rPr sz="3000" b="0" i="0">
                <a:latin typeface="Times New Roman" panose="02020603050405020304" pitchFamily="18" charset="0"/>
                <a:cs typeface="Times New Roman" panose="02020603050405020304" pitchFamily="18" charset="0"/>
              </a:rPr>
              <a:t/>
            </a:r>
            <a:br>
              <a:rPr sz="3000" b="0" i="0">
                <a:latin typeface="Times New Roman" panose="02020603050405020304" pitchFamily="18" charset="0"/>
                <a:cs typeface="Times New Roman" panose="02020603050405020304" pitchFamily="18" charset="0"/>
              </a:rPr>
            </a:br>
            <a:r>
              <a:rPr sz="3000" b="0" i="0">
                <a:latin typeface="Times New Roman" panose="02020603050405020304" pitchFamily="18" charset="0"/>
                <a:cs typeface="Times New Roman" panose="02020603050405020304" pitchFamily="18" charset="0"/>
              </a:rPr>
              <a:t/>
            </a:r>
            <a:br>
              <a:rPr sz="3000" b="0" i="0">
                <a:latin typeface="Times New Roman" panose="02020603050405020304" pitchFamily="18" charset="0"/>
                <a:cs typeface="Times New Roman" panose="02020603050405020304" pitchFamily="18" charset="0"/>
              </a:rPr>
            </a:br>
            <a:r>
              <a:rPr sz="3000" b="0" i="0" spc="-5" dirty="0">
                <a:latin typeface="Times New Roman" panose="02020603050405020304" pitchFamily="18" charset="0"/>
                <a:cs typeface="Times New Roman" panose="02020603050405020304" pitchFamily="18" charset="0"/>
                <a:sym typeface="+mn-ea"/>
              </a:rPr>
              <a:t>Find a</a:t>
            </a:r>
            <a:r>
              <a:rPr sz="3000" b="0" i="0" spc="5" dirty="0">
                <a:latin typeface="Times New Roman" panose="02020603050405020304" pitchFamily="18" charset="0"/>
                <a:cs typeface="Times New Roman" panose="02020603050405020304" pitchFamily="18" charset="0"/>
                <a:sym typeface="+mn-ea"/>
              </a:rPr>
              <a:t> </a:t>
            </a:r>
            <a:r>
              <a:rPr sz="3000" b="0" i="0" spc="-10" dirty="0">
                <a:latin typeface="Times New Roman" panose="02020603050405020304" pitchFamily="18" charset="0"/>
                <a:cs typeface="Times New Roman" panose="02020603050405020304" pitchFamily="18" charset="0"/>
                <a:sym typeface="+mn-ea"/>
              </a:rPr>
              <a:t>web</a:t>
            </a:r>
            <a:r>
              <a:rPr sz="3000" b="0" i="0" dirty="0">
                <a:latin typeface="Times New Roman" panose="02020603050405020304" pitchFamily="18" charset="0"/>
                <a:cs typeface="Times New Roman" panose="02020603050405020304" pitchFamily="18" charset="0"/>
                <a:sym typeface="+mn-ea"/>
              </a:rPr>
              <a:t> </a:t>
            </a:r>
            <a:r>
              <a:rPr sz="3000" b="0" i="0" spc="-5" dirty="0">
                <a:latin typeface="Times New Roman" panose="02020603050405020304" pitchFamily="18" charset="0"/>
                <a:cs typeface="Times New Roman" panose="02020603050405020304" pitchFamily="18" charset="0"/>
                <a:sym typeface="+mn-ea"/>
              </a:rPr>
              <a:t>host</a:t>
            </a:r>
            <a:r>
              <a:rPr sz="3000" b="0" i="0" dirty="0">
                <a:latin typeface="Times New Roman" panose="02020603050405020304" pitchFamily="18" charset="0"/>
                <a:cs typeface="Times New Roman" panose="02020603050405020304" pitchFamily="18" charset="0"/>
                <a:sym typeface="+mn-ea"/>
              </a:rPr>
              <a:t> </a:t>
            </a:r>
            <a:r>
              <a:rPr sz="3000" b="0" i="0" spc="-5" dirty="0">
                <a:latin typeface="Times New Roman" panose="02020603050405020304" pitchFamily="18" charset="0"/>
                <a:cs typeface="Times New Roman" panose="02020603050405020304" pitchFamily="18" charset="0"/>
                <a:sym typeface="+mn-ea"/>
              </a:rPr>
              <a:t>with</a:t>
            </a:r>
            <a:r>
              <a:rPr sz="3000" b="0" i="0" dirty="0">
                <a:latin typeface="Times New Roman" panose="02020603050405020304" pitchFamily="18" charset="0"/>
                <a:cs typeface="Times New Roman" panose="02020603050405020304" pitchFamily="18" charset="0"/>
                <a:sym typeface="+mn-ea"/>
              </a:rPr>
              <a:t> </a:t>
            </a:r>
            <a:r>
              <a:rPr sz="3000" b="0" i="0" spc="-5" dirty="0">
                <a:latin typeface="Times New Roman" panose="02020603050405020304" pitchFamily="18" charset="0"/>
                <a:cs typeface="Times New Roman" panose="02020603050405020304" pitchFamily="18" charset="0"/>
                <a:sym typeface="+mn-ea"/>
              </a:rPr>
              <a:t>PHP</a:t>
            </a:r>
            <a:r>
              <a:rPr sz="3000" b="0" i="0" dirty="0">
                <a:latin typeface="Times New Roman" panose="02020603050405020304" pitchFamily="18" charset="0"/>
                <a:cs typeface="Times New Roman" panose="02020603050405020304" pitchFamily="18" charset="0"/>
                <a:sym typeface="+mn-ea"/>
              </a:rPr>
              <a:t> </a:t>
            </a:r>
            <a:r>
              <a:rPr sz="3000" b="0" i="0" spc="-5" dirty="0">
                <a:latin typeface="Times New Roman" panose="02020603050405020304" pitchFamily="18" charset="0"/>
                <a:cs typeface="Times New Roman" panose="02020603050405020304" pitchFamily="18" charset="0"/>
                <a:sym typeface="+mn-ea"/>
              </a:rPr>
              <a:t>and</a:t>
            </a:r>
            <a:r>
              <a:rPr sz="3000" b="0" i="0" spc="-10" dirty="0">
                <a:latin typeface="Times New Roman" panose="02020603050405020304" pitchFamily="18" charset="0"/>
                <a:cs typeface="Times New Roman" panose="02020603050405020304" pitchFamily="18" charset="0"/>
                <a:sym typeface="+mn-ea"/>
              </a:rPr>
              <a:t> </a:t>
            </a:r>
            <a:r>
              <a:rPr sz="3000" b="0" i="0" spc="-5" dirty="0">
                <a:latin typeface="Times New Roman" panose="02020603050405020304" pitchFamily="18" charset="0"/>
                <a:cs typeface="Times New Roman" panose="02020603050405020304" pitchFamily="18" charset="0"/>
                <a:sym typeface="+mn-ea"/>
              </a:rPr>
              <a:t>MySQL</a:t>
            </a:r>
            <a:r>
              <a:rPr sz="3000" b="0" i="0" spc="25" dirty="0">
                <a:latin typeface="Times New Roman" panose="02020603050405020304" pitchFamily="18" charset="0"/>
                <a:cs typeface="Times New Roman" panose="02020603050405020304" pitchFamily="18" charset="0"/>
                <a:sym typeface="+mn-ea"/>
              </a:rPr>
              <a:t> </a:t>
            </a:r>
            <a:r>
              <a:rPr sz="3000" b="0" i="0" spc="-5" dirty="0">
                <a:latin typeface="Times New Roman" panose="02020603050405020304" pitchFamily="18" charset="0"/>
                <a:cs typeface="Times New Roman" panose="02020603050405020304" pitchFamily="18" charset="0"/>
                <a:sym typeface="+mn-ea"/>
              </a:rPr>
              <a:t>support</a:t>
            </a:r>
            <a:r>
              <a:rPr sz="3000" b="0" i="0">
                <a:latin typeface="Times New Roman" panose="02020603050405020304" pitchFamily="18" charset="0"/>
                <a:cs typeface="Times New Roman" panose="02020603050405020304" pitchFamily="18" charset="0"/>
              </a:rPr>
              <a:t/>
            </a:r>
            <a:br>
              <a:rPr sz="3000" b="0" i="0">
                <a:latin typeface="Times New Roman" panose="02020603050405020304" pitchFamily="18" charset="0"/>
                <a:cs typeface="Times New Roman" panose="02020603050405020304" pitchFamily="18" charset="0"/>
              </a:rPr>
            </a:br>
            <a:r>
              <a:rPr sz="3000" b="0" i="0" dirty="0">
                <a:latin typeface="Times New Roman" panose="02020603050405020304" pitchFamily="18" charset="0"/>
                <a:cs typeface="Times New Roman" panose="02020603050405020304" pitchFamily="18" charset="0"/>
                <a:sym typeface="+mn-ea"/>
              </a:rPr>
              <a:t>Install</a:t>
            </a:r>
            <a:r>
              <a:rPr sz="3000" b="0" i="0" spc="-5" dirty="0">
                <a:latin typeface="Times New Roman" panose="02020603050405020304" pitchFamily="18" charset="0"/>
                <a:cs typeface="Times New Roman" panose="02020603050405020304" pitchFamily="18" charset="0"/>
                <a:sym typeface="+mn-ea"/>
              </a:rPr>
              <a:t> a </a:t>
            </a:r>
            <a:r>
              <a:rPr sz="3000" b="0" i="0" spc="-10" dirty="0">
                <a:latin typeface="Times New Roman" panose="02020603050405020304" pitchFamily="18" charset="0"/>
                <a:cs typeface="Times New Roman" panose="02020603050405020304" pitchFamily="18" charset="0"/>
                <a:sym typeface="+mn-ea"/>
              </a:rPr>
              <a:t>web</a:t>
            </a:r>
            <a:r>
              <a:rPr sz="3000" b="0" i="0" spc="5" dirty="0">
                <a:latin typeface="Times New Roman" panose="02020603050405020304" pitchFamily="18" charset="0"/>
                <a:cs typeface="Times New Roman" panose="02020603050405020304" pitchFamily="18" charset="0"/>
                <a:sym typeface="+mn-ea"/>
              </a:rPr>
              <a:t> </a:t>
            </a:r>
            <a:r>
              <a:rPr sz="3000" b="0" i="0" spc="-5" dirty="0">
                <a:latin typeface="Times New Roman" panose="02020603050405020304" pitchFamily="18" charset="0"/>
                <a:cs typeface="Times New Roman" panose="02020603050405020304" pitchFamily="18" charset="0"/>
                <a:sym typeface="+mn-ea"/>
              </a:rPr>
              <a:t>server</a:t>
            </a:r>
            <a:r>
              <a:rPr sz="3000" b="0" i="0" dirty="0">
                <a:latin typeface="Times New Roman" panose="02020603050405020304" pitchFamily="18" charset="0"/>
                <a:cs typeface="Times New Roman" panose="02020603050405020304" pitchFamily="18" charset="0"/>
                <a:sym typeface="+mn-ea"/>
              </a:rPr>
              <a:t> </a:t>
            </a:r>
            <a:r>
              <a:rPr sz="3000" b="0" i="0" spc="-5" dirty="0">
                <a:latin typeface="Times New Roman" panose="02020603050405020304" pitchFamily="18" charset="0"/>
                <a:cs typeface="Times New Roman" panose="02020603050405020304" pitchFamily="18" charset="0"/>
                <a:sym typeface="+mn-ea"/>
              </a:rPr>
              <a:t>on</a:t>
            </a:r>
            <a:r>
              <a:rPr sz="3000" b="0" i="0" spc="5" dirty="0">
                <a:latin typeface="Times New Roman" panose="02020603050405020304" pitchFamily="18" charset="0"/>
                <a:cs typeface="Times New Roman" panose="02020603050405020304" pitchFamily="18" charset="0"/>
                <a:sym typeface="+mn-ea"/>
              </a:rPr>
              <a:t> </a:t>
            </a:r>
            <a:r>
              <a:rPr sz="3000" b="0" i="0" spc="-5" dirty="0">
                <a:latin typeface="Times New Roman" panose="02020603050405020304" pitchFamily="18" charset="0"/>
                <a:cs typeface="Times New Roman" panose="02020603050405020304" pitchFamily="18" charset="0"/>
                <a:sym typeface="+mn-ea"/>
              </a:rPr>
              <a:t>your</a:t>
            </a:r>
            <a:r>
              <a:rPr sz="3000" b="0" i="0" dirty="0">
                <a:latin typeface="Times New Roman" panose="02020603050405020304" pitchFamily="18" charset="0"/>
                <a:cs typeface="Times New Roman" panose="02020603050405020304" pitchFamily="18" charset="0"/>
                <a:sym typeface="+mn-ea"/>
              </a:rPr>
              <a:t> </a:t>
            </a:r>
            <a:r>
              <a:rPr sz="3000" b="0" i="0" spc="-10" dirty="0">
                <a:latin typeface="Times New Roman" panose="02020603050405020304" pitchFamily="18" charset="0"/>
                <a:cs typeface="Times New Roman" panose="02020603050405020304" pitchFamily="18" charset="0"/>
                <a:sym typeface="+mn-ea"/>
              </a:rPr>
              <a:t>own</a:t>
            </a:r>
            <a:r>
              <a:rPr sz="3000" b="0" i="0" dirty="0">
                <a:latin typeface="Times New Roman" panose="02020603050405020304" pitchFamily="18" charset="0"/>
                <a:cs typeface="Times New Roman" panose="02020603050405020304" pitchFamily="18" charset="0"/>
                <a:sym typeface="+mn-ea"/>
              </a:rPr>
              <a:t> PC,</a:t>
            </a:r>
            <a:r>
              <a:rPr sz="3000" b="0" i="0" spc="5" dirty="0">
                <a:latin typeface="Times New Roman" panose="02020603050405020304" pitchFamily="18" charset="0"/>
                <a:cs typeface="Times New Roman" panose="02020603050405020304" pitchFamily="18" charset="0"/>
                <a:sym typeface="+mn-ea"/>
              </a:rPr>
              <a:t> </a:t>
            </a:r>
            <a:r>
              <a:rPr sz="3000" b="0" i="0" dirty="0">
                <a:latin typeface="Times New Roman" panose="02020603050405020304" pitchFamily="18" charset="0"/>
                <a:cs typeface="Times New Roman" panose="02020603050405020304" pitchFamily="18" charset="0"/>
                <a:sym typeface="+mn-ea"/>
              </a:rPr>
              <a:t>and</a:t>
            </a:r>
            <a:r>
              <a:rPr sz="3000" b="0" i="0" spc="-10" dirty="0">
                <a:latin typeface="Times New Roman" panose="02020603050405020304" pitchFamily="18" charset="0"/>
                <a:cs typeface="Times New Roman" panose="02020603050405020304" pitchFamily="18" charset="0"/>
                <a:sym typeface="+mn-ea"/>
              </a:rPr>
              <a:t> </a:t>
            </a:r>
            <a:r>
              <a:rPr sz="3000" b="0" i="0" spc="-5" dirty="0">
                <a:latin typeface="Times New Roman" panose="02020603050405020304" pitchFamily="18" charset="0"/>
                <a:cs typeface="Times New Roman" panose="02020603050405020304" pitchFamily="18" charset="0"/>
                <a:sym typeface="+mn-ea"/>
              </a:rPr>
              <a:t>then</a:t>
            </a:r>
            <a:r>
              <a:rPr sz="3000" b="0" i="0" spc="5" dirty="0">
                <a:latin typeface="Times New Roman" panose="02020603050405020304" pitchFamily="18" charset="0"/>
                <a:cs typeface="Times New Roman" panose="02020603050405020304" pitchFamily="18" charset="0"/>
                <a:sym typeface="+mn-ea"/>
              </a:rPr>
              <a:t> </a:t>
            </a:r>
            <a:r>
              <a:rPr sz="3000" b="0" i="0" dirty="0">
                <a:latin typeface="Times New Roman" panose="02020603050405020304" pitchFamily="18" charset="0"/>
                <a:cs typeface="Times New Roman" panose="02020603050405020304" pitchFamily="18" charset="0"/>
                <a:sym typeface="+mn-ea"/>
              </a:rPr>
              <a:t>install</a:t>
            </a:r>
            <a:r>
              <a:rPr sz="3000" b="0" i="0" spc="-5" dirty="0">
                <a:latin typeface="Times New Roman" panose="02020603050405020304" pitchFamily="18" charset="0"/>
                <a:cs typeface="Times New Roman" panose="02020603050405020304" pitchFamily="18" charset="0"/>
                <a:sym typeface="+mn-ea"/>
              </a:rPr>
              <a:t> PHP</a:t>
            </a:r>
            <a:r>
              <a:rPr sz="3000" b="0" i="0" spc="-10" dirty="0">
                <a:latin typeface="Times New Roman" panose="02020603050405020304" pitchFamily="18" charset="0"/>
                <a:cs typeface="Times New Roman" panose="02020603050405020304" pitchFamily="18" charset="0"/>
                <a:sym typeface="+mn-ea"/>
              </a:rPr>
              <a:t> </a:t>
            </a:r>
            <a:r>
              <a:rPr sz="3000" b="0" i="0" spc="-5" dirty="0">
                <a:latin typeface="Times New Roman" panose="02020603050405020304" pitchFamily="18" charset="0"/>
                <a:cs typeface="Times New Roman" panose="02020603050405020304" pitchFamily="18" charset="0"/>
                <a:sym typeface="+mn-ea"/>
              </a:rPr>
              <a:t>and</a:t>
            </a:r>
            <a:r>
              <a:rPr sz="3000" b="0" i="0" spc="-25" dirty="0">
                <a:latin typeface="Times New Roman" panose="02020603050405020304" pitchFamily="18" charset="0"/>
                <a:cs typeface="Times New Roman" panose="02020603050405020304" pitchFamily="18" charset="0"/>
                <a:sym typeface="+mn-ea"/>
              </a:rPr>
              <a:t> </a:t>
            </a:r>
            <a:r>
              <a:rPr sz="3000" b="0" i="0" spc="-5" dirty="0">
                <a:latin typeface="Times New Roman" panose="02020603050405020304" pitchFamily="18" charset="0"/>
                <a:cs typeface="Times New Roman" panose="02020603050405020304" pitchFamily="18" charset="0"/>
                <a:sym typeface="+mn-ea"/>
              </a:rPr>
              <a:t>MySQL</a:t>
            </a:r>
            <a:r>
              <a:rPr sz="3000" b="0" i="0">
                <a:latin typeface="Times New Roman" panose="02020603050405020304" pitchFamily="18" charset="0"/>
                <a:cs typeface="Times New Roman" panose="02020603050405020304" pitchFamily="18" charset="0"/>
              </a:rPr>
              <a:t/>
            </a:r>
            <a:br>
              <a:rPr sz="3000" b="0" i="0">
                <a:latin typeface="Times New Roman" panose="02020603050405020304" pitchFamily="18" charset="0"/>
                <a:cs typeface="Times New Roman" panose="02020603050405020304" pitchFamily="18" charset="0"/>
              </a:rPr>
            </a:br>
            <a:r>
              <a:rPr sz="3000" b="0" i="0">
                <a:latin typeface="Times New Roman" panose="02020603050405020304" pitchFamily="18" charset="0"/>
                <a:cs typeface="Times New Roman" panose="02020603050405020304" pitchFamily="18" charset="0"/>
              </a:rPr>
              <a:t/>
            </a:r>
            <a:br>
              <a:rPr sz="3000" b="0" i="0">
                <a:latin typeface="Times New Roman" panose="02020603050405020304" pitchFamily="18" charset="0"/>
                <a:cs typeface="Times New Roman" panose="02020603050405020304" pitchFamily="18" charset="0"/>
              </a:rPr>
            </a:br>
            <a:r>
              <a:rPr sz="3000" i="0" spc="-5" dirty="0">
                <a:latin typeface="Times New Roman" panose="02020603050405020304" pitchFamily="18" charset="0"/>
                <a:cs typeface="Times New Roman" panose="02020603050405020304" pitchFamily="18" charset="0"/>
                <a:sym typeface="+mn-ea"/>
              </a:rPr>
              <a:t>Use</a:t>
            </a:r>
            <a:r>
              <a:rPr sz="3000" i="0" dirty="0">
                <a:latin typeface="Times New Roman" panose="02020603050405020304" pitchFamily="18" charset="0"/>
                <a:cs typeface="Times New Roman" panose="02020603050405020304" pitchFamily="18" charset="0"/>
                <a:sym typeface="+mn-ea"/>
              </a:rPr>
              <a:t> </a:t>
            </a:r>
            <a:r>
              <a:rPr sz="3000" i="0" spc="-5" dirty="0">
                <a:latin typeface="Times New Roman" panose="02020603050405020304" pitchFamily="18" charset="0"/>
                <a:cs typeface="Times New Roman" panose="02020603050405020304" pitchFamily="18" charset="0"/>
                <a:sym typeface="+mn-ea"/>
              </a:rPr>
              <a:t>a </a:t>
            </a:r>
            <a:r>
              <a:rPr sz="3000" i="0" dirty="0">
                <a:latin typeface="Times New Roman" panose="02020603050405020304" pitchFamily="18" charset="0"/>
                <a:cs typeface="Times New Roman" panose="02020603050405020304" pitchFamily="18" charset="0"/>
                <a:sym typeface="+mn-ea"/>
              </a:rPr>
              <a:t>Web</a:t>
            </a:r>
            <a:r>
              <a:rPr sz="3000" i="0" spc="-5" dirty="0">
                <a:latin typeface="Times New Roman" panose="02020603050405020304" pitchFamily="18" charset="0"/>
                <a:cs typeface="Times New Roman" panose="02020603050405020304" pitchFamily="18" charset="0"/>
                <a:sym typeface="+mn-ea"/>
              </a:rPr>
              <a:t> Host</a:t>
            </a:r>
            <a:r>
              <a:rPr sz="3000" i="0" spc="-15" dirty="0">
                <a:latin typeface="Times New Roman" panose="02020603050405020304" pitchFamily="18" charset="0"/>
                <a:cs typeface="Times New Roman" panose="02020603050405020304" pitchFamily="18" charset="0"/>
                <a:sym typeface="+mn-ea"/>
              </a:rPr>
              <a:t> </a:t>
            </a:r>
            <a:r>
              <a:rPr sz="3000" i="0" dirty="0">
                <a:latin typeface="Times New Roman" panose="02020603050405020304" pitchFamily="18" charset="0"/>
                <a:cs typeface="Times New Roman" panose="02020603050405020304" pitchFamily="18" charset="0"/>
                <a:sym typeface="+mn-ea"/>
              </a:rPr>
              <a:t>with</a:t>
            </a:r>
            <a:r>
              <a:rPr sz="3000" i="0" spc="-20" dirty="0">
                <a:latin typeface="Times New Roman" panose="02020603050405020304" pitchFamily="18" charset="0"/>
                <a:cs typeface="Times New Roman" panose="02020603050405020304" pitchFamily="18" charset="0"/>
                <a:sym typeface="+mn-ea"/>
              </a:rPr>
              <a:t> </a:t>
            </a:r>
            <a:r>
              <a:rPr sz="3000" i="0" spc="-5" dirty="0">
                <a:latin typeface="Times New Roman" panose="02020603050405020304" pitchFamily="18" charset="0"/>
                <a:cs typeface="Times New Roman" panose="02020603050405020304" pitchFamily="18" charset="0"/>
                <a:sym typeface="+mn-ea"/>
              </a:rPr>
              <a:t>PHP</a:t>
            </a:r>
            <a:r>
              <a:rPr sz="3000" i="0" dirty="0">
                <a:latin typeface="Times New Roman" panose="02020603050405020304" pitchFamily="18" charset="0"/>
                <a:cs typeface="Times New Roman" panose="02020603050405020304" pitchFamily="18" charset="0"/>
                <a:sym typeface="+mn-ea"/>
              </a:rPr>
              <a:t> </a:t>
            </a:r>
            <a:r>
              <a:rPr sz="3000" i="0" spc="-5" dirty="0">
                <a:latin typeface="Times New Roman" panose="02020603050405020304" pitchFamily="18" charset="0"/>
                <a:cs typeface="Times New Roman" panose="02020603050405020304" pitchFamily="18" charset="0"/>
                <a:sym typeface="+mn-ea"/>
              </a:rPr>
              <a:t>Support</a:t>
            </a:r>
            <a:r>
              <a:rPr sz="3000" b="0" i="0">
                <a:latin typeface="Times New Roman" panose="02020603050405020304" pitchFamily="18" charset="0"/>
                <a:cs typeface="Times New Roman" panose="02020603050405020304" pitchFamily="18" charset="0"/>
              </a:rPr>
              <a:t/>
            </a:r>
            <a:br>
              <a:rPr sz="3000" b="0" i="0">
                <a:latin typeface="Times New Roman" panose="02020603050405020304" pitchFamily="18" charset="0"/>
                <a:cs typeface="Times New Roman" panose="02020603050405020304" pitchFamily="18" charset="0"/>
              </a:rPr>
            </a:br>
            <a:r>
              <a:rPr sz="2500" b="0" i="0" dirty="0">
                <a:latin typeface="Times New Roman" panose="02020603050405020304" pitchFamily="18" charset="0"/>
                <a:cs typeface="Times New Roman" panose="02020603050405020304" pitchFamily="18" charset="0"/>
                <a:sym typeface="+mn-ea"/>
              </a:rPr>
              <a:t>If </a:t>
            </a:r>
            <a:r>
              <a:rPr sz="2500" b="0" i="0" spc="-5" dirty="0">
                <a:latin typeface="Times New Roman" panose="02020603050405020304" pitchFamily="18" charset="0"/>
                <a:cs typeface="Times New Roman" panose="02020603050405020304" pitchFamily="18" charset="0"/>
                <a:sym typeface="+mn-ea"/>
              </a:rPr>
              <a:t>your</a:t>
            </a:r>
            <a:r>
              <a:rPr sz="2500" b="0" i="0" spc="5"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server</a:t>
            </a:r>
            <a:r>
              <a:rPr sz="2500" b="0" i="0" spc="5"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has</a:t>
            </a:r>
            <a:r>
              <a:rPr sz="2500" b="0" i="0" spc="5"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activated support</a:t>
            </a:r>
            <a:r>
              <a:rPr sz="2500" b="0" i="0" spc="-15" dirty="0">
                <a:latin typeface="Times New Roman" panose="02020603050405020304" pitchFamily="18" charset="0"/>
                <a:cs typeface="Times New Roman" panose="02020603050405020304" pitchFamily="18" charset="0"/>
                <a:sym typeface="+mn-ea"/>
              </a:rPr>
              <a:t> </a:t>
            </a:r>
            <a:r>
              <a:rPr sz="2500" b="0" i="0" dirty="0">
                <a:latin typeface="Times New Roman" panose="02020603050405020304" pitchFamily="18" charset="0"/>
                <a:cs typeface="Times New Roman" panose="02020603050405020304" pitchFamily="18" charset="0"/>
                <a:sym typeface="+mn-ea"/>
              </a:rPr>
              <a:t>for</a:t>
            </a:r>
            <a:r>
              <a:rPr sz="2500" b="0" i="0" spc="5" dirty="0">
                <a:latin typeface="Times New Roman" panose="02020603050405020304" pitchFamily="18" charset="0"/>
                <a:cs typeface="Times New Roman" panose="02020603050405020304" pitchFamily="18" charset="0"/>
                <a:sym typeface="+mn-ea"/>
              </a:rPr>
              <a:t> </a:t>
            </a:r>
            <a:r>
              <a:rPr sz="2500" b="0" i="0" dirty="0">
                <a:latin typeface="Times New Roman" panose="02020603050405020304" pitchFamily="18" charset="0"/>
                <a:cs typeface="Times New Roman" panose="02020603050405020304" pitchFamily="18" charset="0"/>
                <a:sym typeface="+mn-ea"/>
              </a:rPr>
              <a:t>PHP</a:t>
            </a:r>
            <a:r>
              <a:rPr sz="2500" b="0" i="0" spc="5"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you</a:t>
            </a:r>
            <a:r>
              <a:rPr sz="2500" b="0" i="0" spc="5"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do</a:t>
            </a:r>
            <a:r>
              <a:rPr sz="2500" b="0" i="0" spc="5"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not</a:t>
            </a:r>
            <a:r>
              <a:rPr sz="2500" b="0" i="0" spc="-1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need</a:t>
            </a:r>
            <a:r>
              <a:rPr sz="2500" b="0" i="0" spc="5" dirty="0">
                <a:latin typeface="Times New Roman" panose="02020603050405020304" pitchFamily="18" charset="0"/>
                <a:cs typeface="Times New Roman" panose="02020603050405020304" pitchFamily="18" charset="0"/>
                <a:sym typeface="+mn-ea"/>
              </a:rPr>
              <a:t> </a:t>
            </a:r>
            <a:r>
              <a:rPr sz="2500" b="0" i="0" dirty="0">
                <a:latin typeface="Times New Roman" panose="02020603050405020304" pitchFamily="18" charset="0"/>
                <a:cs typeface="Times New Roman" panose="02020603050405020304" pitchFamily="18" charset="0"/>
                <a:sym typeface="+mn-ea"/>
              </a:rPr>
              <a:t>to</a:t>
            </a:r>
            <a:r>
              <a:rPr sz="2500" b="0" i="0" spc="-5" dirty="0">
                <a:latin typeface="Times New Roman" panose="02020603050405020304" pitchFamily="18" charset="0"/>
                <a:cs typeface="Times New Roman" panose="02020603050405020304" pitchFamily="18" charset="0"/>
                <a:sym typeface="+mn-ea"/>
              </a:rPr>
              <a:t> </a:t>
            </a:r>
            <a:r>
              <a:rPr sz="2500" b="0" i="0" dirty="0">
                <a:latin typeface="Times New Roman" panose="02020603050405020304" pitchFamily="18" charset="0"/>
                <a:cs typeface="Times New Roman" panose="02020603050405020304" pitchFamily="18" charset="0"/>
                <a:sym typeface="+mn-ea"/>
              </a:rPr>
              <a:t>do</a:t>
            </a:r>
            <a:r>
              <a:rPr sz="2500" b="0" i="0" spc="-6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anything.</a:t>
            </a:r>
            <a:r>
              <a:rPr sz="2500" b="0" i="0">
                <a:latin typeface="Times New Roman" panose="02020603050405020304" pitchFamily="18" charset="0"/>
                <a:cs typeface="Times New Roman" panose="02020603050405020304" pitchFamily="18" charset="0"/>
              </a:rPr>
              <a:t/>
            </a:r>
            <a:br>
              <a:rPr sz="2500" b="0" i="0">
                <a:latin typeface="Times New Roman" panose="02020603050405020304" pitchFamily="18" charset="0"/>
                <a:cs typeface="Times New Roman" panose="02020603050405020304" pitchFamily="18" charset="0"/>
              </a:rPr>
            </a:br>
            <a:r>
              <a:rPr sz="2500" b="0" i="0" dirty="0">
                <a:latin typeface="Times New Roman" panose="02020603050405020304" pitchFamily="18" charset="0"/>
                <a:cs typeface="Times New Roman" panose="02020603050405020304" pitchFamily="18" charset="0"/>
                <a:sym typeface="+mn-ea"/>
              </a:rPr>
              <a:t>Just</a:t>
            </a:r>
            <a:r>
              <a:rPr sz="2500" b="0" i="0" spc="5"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create</a:t>
            </a:r>
            <a:r>
              <a:rPr sz="2500" b="0" i="0" spc="15" dirty="0">
                <a:latin typeface="Times New Roman" panose="02020603050405020304" pitchFamily="18" charset="0"/>
                <a:cs typeface="Times New Roman" panose="02020603050405020304" pitchFamily="18" charset="0"/>
                <a:sym typeface="+mn-ea"/>
              </a:rPr>
              <a:t> </a:t>
            </a:r>
            <a:r>
              <a:rPr sz="2500" b="0" i="0" spc="-20" dirty="0">
                <a:latin typeface="Times New Roman" panose="02020603050405020304" pitchFamily="18" charset="0"/>
                <a:cs typeface="Times New Roman" panose="02020603050405020304" pitchFamily="18" charset="0"/>
                <a:sym typeface="+mn-ea"/>
              </a:rPr>
              <a:t>some</a:t>
            </a:r>
            <a:r>
              <a:rPr sz="2500" b="0" i="0" spc="-35"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.php</a:t>
            </a:r>
            <a:r>
              <a:rPr sz="2500" b="0" i="0" spc="-15" dirty="0">
                <a:latin typeface="Times New Roman" panose="02020603050405020304" pitchFamily="18" charset="0"/>
                <a:cs typeface="Times New Roman" panose="02020603050405020304" pitchFamily="18" charset="0"/>
                <a:sym typeface="+mn-ea"/>
              </a:rPr>
              <a:t> </a:t>
            </a:r>
            <a:r>
              <a:rPr sz="2500" b="0" i="0" dirty="0">
                <a:latin typeface="Times New Roman" panose="02020603050405020304" pitchFamily="18" charset="0"/>
                <a:cs typeface="Times New Roman" panose="02020603050405020304" pitchFamily="18" charset="0"/>
                <a:sym typeface="+mn-ea"/>
              </a:rPr>
              <a:t>files,</a:t>
            </a:r>
            <a:r>
              <a:rPr sz="2500" b="0" i="0" spc="-5" dirty="0">
                <a:latin typeface="Times New Roman" panose="02020603050405020304" pitchFamily="18" charset="0"/>
                <a:cs typeface="Times New Roman" panose="02020603050405020304" pitchFamily="18" charset="0"/>
                <a:sym typeface="+mn-ea"/>
              </a:rPr>
              <a:t> place</a:t>
            </a:r>
            <a:r>
              <a:rPr sz="2500" b="0" i="0" spc="5"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them</a:t>
            </a:r>
            <a:r>
              <a:rPr sz="2500" b="0" i="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in</a:t>
            </a:r>
            <a:r>
              <a:rPr sz="2500" b="0" i="0" spc="20" dirty="0">
                <a:latin typeface="Times New Roman" panose="02020603050405020304" pitchFamily="18" charset="0"/>
                <a:cs typeface="Times New Roman" panose="02020603050405020304" pitchFamily="18" charset="0"/>
                <a:sym typeface="+mn-ea"/>
              </a:rPr>
              <a:t> </a:t>
            </a:r>
            <a:r>
              <a:rPr sz="2500" b="0" i="0" spc="-15" dirty="0">
                <a:latin typeface="Times New Roman" panose="02020603050405020304" pitchFamily="18" charset="0"/>
                <a:cs typeface="Times New Roman" panose="02020603050405020304" pitchFamily="18" charset="0"/>
                <a:sym typeface="+mn-ea"/>
              </a:rPr>
              <a:t>your</a:t>
            </a:r>
            <a:r>
              <a:rPr sz="2500" b="0" i="0" spc="-20" dirty="0">
                <a:latin typeface="Times New Roman" panose="02020603050405020304" pitchFamily="18" charset="0"/>
                <a:cs typeface="Times New Roman" panose="02020603050405020304" pitchFamily="18" charset="0"/>
                <a:sym typeface="+mn-ea"/>
              </a:rPr>
              <a:t> </a:t>
            </a:r>
            <a:r>
              <a:rPr sz="2500" b="0" i="0" spc="-10" dirty="0">
                <a:latin typeface="Times New Roman" panose="02020603050405020304" pitchFamily="18" charset="0"/>
                <a:cs typeface="Times New Roman" panose="02020603050405020304" pitchFamily="18" charset="0"/>
                <a:sym typeface="+mn-ea"/>
              </a:rPr>
              <a:t>web</a:t>
            </a:r>
            <a:r>
              <a:rPr sz="2500" b="0" i="0" spc="5"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directory,</a:t>
            </a:r>
            <a:r>
              <a:rPr sz="2500" b="0" i="0" spc="1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and the</a:t>
            </a:r>
            <a:r>
              <a:rPr sz="2500" b="0" i="0" spc="5"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server</a:t>
            </a:r>
            <a:r>
              <a:rPr sz="2500" b="0" i="0" spc="5"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will </a:t>
            </a:r>
            <a:r>
              <a:rPr sz="2500" b="0" i="0" spc="-32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automatically</a:t>
            </a:r>
            <a:r>
              <a:rPr sz="2500" b="0" i="0" spc="-20" dirty="0">
                <a:latin typeface="Times New Roman" panose="02020603050405020304" pitchFamily="18" charset="0"/>
                <a:cs typeface="Times New Roman" panose="02020603050405020304" pitchFamily="18" charset="0"/>
                <a:sym typeface="+mn-ea"/>
              </a:rPr>
              <a:t> </a:t>
            </a:r>
            <a:r>
              <a:rPr sz="2500" b="0" i="0" dirty="0">
                <a:latin typeface="Times New Roman" panose="02020603050405020304" pitchFamily="18" charset="0"/>
                <a:cs typeface="Times New Roman" panose="02020603050405020304" pitchFamily="18" charset="0"/>
                <a:sym typeface="+mn-ea"/>
              </a:rPr>
              <a:t>parse </a:t>
            </a:r>
            <a:r>
              <a:rPr sz="2500" b="0" i="0" spc="-5" dirty="0">
                <a:latin typeface="Times New Roman" panose="02020603050405020304" pitchFamily="18" charset="0"/>
                <a:cs typeface="Times New Roman" panose="02020603050405020304" pitchFamily="18" charset="0"/>
                <a:sym typeface="+mn-ea"/>
              </a:rPr>
              <a:t>them </a:t>
            </a:r>
            <a:r>
              <a:rPr sz="2500" b="0" i="0" dirty="0">
                <a:latin typeface="Times New Roman" panose="02020603050405020304" pitchFamily="18" charset="0"/>
                <a:cs typeface="Times New Roman" panose="02020603050405020304" pitchFamily="18" charset="0"/>
                <a:sym typeface="+mn-ea"/>
              </a:rPr>
              <a:t>for</a:t>
            </a:r>
            <a:r>
              <a:rPr sz="2500" b="0" i="0" spc="-7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you.</a:t>
            </a:r>
            <a:r>
              <a:rPr sz="2500" b="0" i="0">
                <a:latin typeface="Times New Roman" panose="02020603050405020304" pitchFamily="18" charset="0"/>
                <a:cs typeface="Times New Roman" panose="02020603050405020304" pitchFamily="18" charset="0"/>
              </a:rPr>
              <a:t/>
            </a:r>
            <a:br>
              <a:rPr sz="2500" b="0" i="0">
                <a:latin typeface="Times New Roman" panose="02020603050405020304" pitchFamily="18" charset="0"/>
                <a:cs typeface="Times New Roman" panose="02020603050405020304" pitchFamily="18" charset="0"/>
              </a:rPr>
            </a:br>
            <a:r>
              <a:rPr sz="2500" b="0" i="0" spc="-5" dirty="0">
                <a:latin typeface="Times New Roman" panose="02020603050405020304" pitchFamily="18" charset="0"/>
                <a:cs typeface="Times New Roman" panose="02020603050405020304" pitchFamily="18" charset="0"/>
                <a:sym typeface="+mn-ea"/>
              </a:rPr>
              <a:t>You</a:t>
            </a:r>
            <a:r>
              <a:rPr sz="2500" b="0" i="0" dirty="0">
                <a:latin typeface="Times New Roman" panose="02020603050405020304" pitchFamily="18" charset="0"/>
                <a:cs typeface="Times New Roman" panose="02020603050405020304" pitchFamily="18" charset="0"/>
                <a:sym typeface="+mn-ea"/>
              </a:rPr>
              <a:t> do</a:t>
            </a:r>
            <a:r>
              <a:rPr sz="2500" b="0" i="0" spc="-5" dirty="0">
                <a:latin typeface="Times New Roman" panose="02020603050405020304" pitchFamily="18" charset="0"/>
                <a:cs typeface="Times New Roman" panose="02020603050405020304" pitchFamily="18" charset="0"/>
                <a:sym typeface="+mn-ea"/>
              </a:rPr>
              <a:t> not need</a:t>
            </a:r>
            <a:r>
              <a:rPr sz="2500" b="0" i="0" spc="5"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to</a:t>
            </a:r>
            <a:r>
              <a:rPr sz="2500" b="0" i="0" spc="5"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compile</a:t>
            </a:r>
            <a:r>
              <a:rPr sz="2500" b="0" i="0" spc="-1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anything</a:t>
            </a:r>
            <a:r>
              <a:rPr sz="2500" b="0" i="0" dirty="0">
                <a:latin typeface="Times New Roman" panose="02020603050405020304" pitchFamily="18" charset="0"/>
                <a:cs typeface="Times New Roman" panose="02020603050405020304" pitchFamily="18" charset="0"/>
                <a:sym typeface="+mn-ea"/>
              </a:rPr>
              <a:t> or</a:t>
            </a:r>
            <a:r>
              <a:rPr sz="2500" b="0" i="0" spc="5"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install</a:t>
            </a:r>
            <a:r>
              <a:rPr sz="2500" b="0" i="0" spc="5"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any</a:t>
            </a:r>
            <a:r>
              <a:rPr sz="2500" b="0" i="0" spc="-1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extra</a:t>
            </a:r>
            <a:r>
              <a:rPr sz="2500" b="0" i="0" spc="-60" dirty="0">
                <a:latin typeface="Times New Roman" panose="02020603050405020304" pitchFamily="18" charset="0"/>
                <a:cs typeface="Times New Roman" panose="02020603050405020304" pitchFamily="18" charset="0"/>
                <a:sym typeface="+mn-ea"/>
              </a:rPr>
              <a:t> </a:t>
            </a:r>
            <a:r>
              <a:rPr sz="2500" b="0" i="0" dirty="0">
                <a:latin typeface="Times New Roman" panose="02020603050405020304" pitchFamily="18" charset="0"/>
                <a:cs typeface="Times New Roman" panose="02020603050405020304" pitchFamily="18" charset="0"/>
                <a:sym typeface="+mn-ea"/>
              </a:rPr>
              <a:t>tools.</a:t>
            </a:r>
            <a:r>
              <a:rPr sz="2500" b="0" i="0">
                <a:latin typeface="Times New Roman" panose="02020603050405020304" pitchFamily="18" charset="0"/>
                <a:cs typeface="Times New Roman" panose="02020603050405020304" pitchFamily="18" charset="0"/>
              </a:rPr>
              <a:t/>
            </a:r>
            <a:br>
              <a:rPr sz="2500" b="0" i="0">
                <a:latin typeface="Times New Roman" panose="02020603050405020304" pitchFamily="18" charset="0"/>
                <a:cs typeface="Times New Roman" panose="02020603050405020304" pitchFamily="18" charset="0"/>
              </a:rPr>
            </a:br>
            <a:r>
              <a:rPr sz="2500" b="0" i="0" spc="-5" dirty="0">
                <a:latin typeface="Times New Roman" panose="02020603050405020304" pitchFamily="18" charset="0"/>
                <a:cs typeface="Times New Roman" panose="02020603050405020304" pitchFamily="18" charset="0"/>
                <a:sym typeface="+mn-ea"/>
              </a:rPr>
              <a:t>Because PHP</a:t>
            </a:r>
            <a:r>
              <a:rPr sz="2500" b="0" i="0" spc="-15"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is</a:t>
            </a:r>
            <a:r>
              <a:rPr sz="2500" b="0" i="0" spc="-10" dirty="0">
                <a:latin typeface="Times New Roman" panose="02020603050405020304" pitchFamily="18" charset="0"/>
                <a:cs typeface="Times New Roman" panose="02020603050405020304" pitchFamily="18" charset="0"/>
                <a:sym typeface="+mn-ea"/>
              </a:rPr>
              <a:t> </a:t>
            </a:r>
            <a:r>
              <a:rPr sz="2500" b="0" i="0" dirty="0">
                <a:latin typeface="Times New Roman" panose="02020603050405020304" pitchFamily="18" charset="0"/>
                <a:cs typeface="Times New Roman" panose="02020603050405020304" pitchFamily="18" charset="0"/>
                <a:sym typeface="+mn-ea"/>
              </a:rPr>
              <a:t>free,</a:t>
            </a:r>
            <a:r>
              <a:rPr sz="2500" b="0" i="0" spc="-20" dirty="0">
                <a:latin typeface="Times New Roman" panose="02020603050405020304" pitchFamily="18" charset="0"/>
                <a:cs typeface="Times New Roman" panose="02020603050405020304" pitchFamily="18" charset="0"/>
                <a:sym typeface="+mn-ea"/>
              </a:rPr>
              <a:t> </a:t>
            </a:r>
            <a:r>
              <a:rPr sz="2500" b="0" i="0" dirty="0">
                <a:latin typeface="Times New Roman" panose="02020603050405020304" pitchFamily="18" charset="0"/>
                <a:cs typeface="Times New Roman" panose="02020603050405020304" pitchFamily="18" charset="0"/>
                <a:sym typeface="+mn-ea"/>
              </a:rPr>
              <a:t>most </a:t>
            </a:r>
            <a:r>
              <a:rPr sz="2500" b="0" i="0" spc="-10" dirty="0">
                <a:latin typeface="Times New Roman" panose="02020603050405020304" pitchFamily="18" charset="0"/>
                <a:cs typeface="Times New Roman" panose="02020603050405020304" pitchFamily="18" charset="0"/>
                <a:sym typeface="+mn-ea"/>
              </a:rPr>
              <a:t>web </a:t>
            </a:r>
            <a:r>
              <a:rPr sz="2500" b="0" i="0" dirty="0">
                <a:latin typeface="Times New Roman" panose="02020603050405020304" pitchFamily="18" charset="0"/>
                <a:cs typeface="Times New Roman" panose="02020603050405020304" pitchFamily="18" charset="0"/>
                <a:sym typeface="+mn-ea"/>
              </a:rPr>
              <a:t>hosts</a:t>
            </a:r>
            <a:r>
              <a:rPr sz="2500" b="0" i="0" spc="-1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offer PHP</a:t>
            </a:r>
            <a:r>
              <a:rPr sz="2500" b="0" i="0" spc="-10" dirty="0">
                <a:latin typeface="Times New Roman" panose="02020603050405020304" pitchFamily="18" charset="0"/>
                <a:cs typeface="Times New Roman" panose="02020603050405020304" pitchFamily="18" charset="0"/>
                <a:sym typeface="+mn-ea"/>
              </a:rPr>
              <a:t> </a:t>
            </a:r>
            <a:r>
              <a:rPr sz="2500" b="0" i="0" dirty="0">
                <a:latin typeface="Times New Roman" panose="02020603050405020304" pitchFamily="18" charset="0"/>
                <a:cs typeface="Times New Roman" panose="02020603050405020304" pitchFamily="18" charset="0"/>
                <a:sym typeface="+mn-ea"/>
              </a:rPr>
              <a:t>support.</a:t>
            </a:r>
            <a:r>
              <a:rPr sz="2500" b="0" i="0">
                <a:latin typeface="Times New Roman" panose="02020603050405020304" pitchFamily="18" charset="0"/>
                <a:cs typeface="Times New Roman" panose="02020603050405020304" pitchFamily="18" charset="0"/>
              </a:rPr>
              <a:t/>
            </a:r>
            <a:br>
              <a:rPr sz="2500" b="0" i="0">
                <a:latin typeface="Times New Roman" panose="02020603050405020304" pitchFamily="18" charset="0"/>
                <a:cs typeface="Times New Roman" panose="02020603050405020304" pitchFamily="18" charset="0"/>
              </a:rPr>
            </a:br>
            <a:r>
              <a:rPr sz="2500" b="0" i="0" dirty="0">
                <a:latin typeface="Times New Roman" panose="02020603050405020304" pitchFamily="18" charset="0"/>
                <a:cs typeface="Times New Roman" panose="02020603050405020304" pitchFamily="18" charset="0"/>
                <a:sym typeface="+mn-ea"/>
              </a:rPr>
              <a:t>Set</a:t>
            </a:r>
            <a:r>
              <a:rPr sz="2500" b="0" i="0" spc="-1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Up</a:t>
            </a:r>
            <a:r>
              <a:rPr sz="2500" b="0" i="0" spc="-15"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PHP </a:t>
            </a:r>
            <a:r>
              <a:rPr sz="2500" b="0" i="0" spc="-10" dirty="0">
                <a:latin typeface="Times New Roman" panose="02020603050405020304" pitchFamily="18" charset="0"/>
                <a:cs typeface="Times New Roman" panose="02020603050405020304" pitchFamily="18" charset="0"/>
                <a:sym typeface="+mn-ea"/>
              </a:rPr>
              <a:t>on</a:t>
            </a:r>
            <a:r>
              <a:rPr sz="2500" b="0" i="0" spc="-5" dirty="0">
                <a:latin typeface="Times New Roman" panose="02020603050405020304" pitchFamily="18" charset="0"/>
                <a:cs typeface="Times New Roman" panose="02020603050405020304" pitchFamily="18" charset="0"/>
                <a:sym typeface="+mn-ea"/>
              </a:rPr>
              <a:t> Your</a:t>
            </a:r>
            <a:r>
              <a:rPr sz="2500" b="0" i="0" spc="5" dirty="0">
                <a:latin typeface="Times New Roman" panose="02020603050405020304" pitchFamily="18" charset="0"/>
                <a:cs typeface="Times New Roman" panose="02020603050405020304" pitchFamily="18" charset="0"/>
                <a:sym typeface="+mn-ea"/>
              </a:rPr>
              <a:t> </a:t>
            </a:r>
            <a:r>
              <a:rPr sz="2500" b="0" i="0" spc="-10" dirty="0">
                <a:latin typeface="Times New Roman" panose="02020603050405020304" pitchFamily="18" charset="0"/>
                <a:cs typeface="Times New Roman" panose="02020603050405020304" pitchFamily="18" charset="0"/>
                <a:sym typeface="+mn-ea"/>
              </a:rPr>
              <a:t>Own </a:t>
            </a:r>
            <a:r>
              <a:rPr sz="2500" b="0" i="0" spc="-5" dirty="0">
                <a:latin typeface="Times New Roman" panose="02020603050405020304" pitchFamily="18" charset="0"/>
                <a:cs typeface="Times New Roman" panose="02020603050405020304" pitchFamily="18" charset="0"/>
                <a:sym typeface="+mn-ea"/>
              </a:rPr>
              <a:t>PC</a:t>
            </a:r>
            <a:endParaRPr lang="en-US" sz="2500" b="0" i="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F2E8BA59-A01F-6125-8483-D86810C03030}"/>
              </a:ext>
            </a:extLst>
          </p:cNvPr>
          <p:cNvSpPr>
            <a:spLocks noGrp="1"/>
          </p:cNvSpPr>
          <p:nvPr>
            <p:ph type="sldNum" idx="4"/>
          </p:nvPr>
        </p:nvSpPr>
        <p:spPr/>
        <p:txBody>
          <a:bodyPr/>
          <a:lstStyle/>
          <a:p>
            <a:pPr algn="r">
              <a:buNone/>
            </a:pPr>
            <a:fld id="{9A0DB2DC-4C9A-4742-B13C-FB6460FD3503}" type="slidenum">
              <a:rPr lang="en-GB" altLang="en-US" smtClean="0"/>
              <a:pPr algn="r">
                <a:buNone/>
              </a:pPr>
              <a:t>18</a:t>
            </a:fld>
            <a:endParaRPr lang="en-GB"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752475" y="433705"/>
            <a:ext cx="8735060" cy="6844030"/>
          </a:xfrm>
          <a:prstGeom prst="rect">
            <a:avLst/>
          </a:prstGeom>
          <a:noFill/>
        </p:spPr>
        <p:txBody>
          <a:bodyPr wrap="square" rtlCol="0" anchor="t">
            <a:noAutofit/>
          </a:bodyPr>
          <a:lstStyle/>
          <a:p>
            <a:pPr marL="12700">
              <a:lnSpc>
                <a:spcPct val="100000"/>
              </a:lnSpc>
              <a:spcBef>
                <a:spcPts val="100"/>
              </a:spcBef>
            </a:pPr>
            <a:r>
              <a:rPr sz="4000" b="1" spc="-5" dirty="0">
                <a:latin typeface="Times New Roman" panose="02020603050405020304" pitchFamily="18" charset="0"/>
                <a:cs typeface="Times New Roman" panose="02020603050405020304" pitchFamily="18" charset="0"/>
                <a:sym typeface="+mn-ea"/>
              </a:rPr>
              <a:t>However,</a:t>
            </a:r>
            <a:r>
              <a:rPr sz="4000" b="1" spc="5" dirty="0">
                <a:latin typeface="Times New Roman" panose="02020603050405020304" pitchFamily="18" charset="0"/>
                <a:cs typeface="Times New Roman" panose="02020603050405020304" pitchFamily="18" charset="0"/>
                <a:sym typeface="+mn-ea"/>
              </a:rPr>
              <a:t> </a:t>
            </a:r>
            <a:r>
              <a:rPr sz="4000" b="1" dirty="0">
                <a:latin typeface="Times New Roman" panose="02020603050405020304" pitchFamily="18" charset="0"/>
                <a:cs typeface="Times New Roman" panose="02020603050405020304" pitchFamily="18" charset="0"/>
                <a:sym typeface="+mn-ea"/>
              </a:rPr>
              <a:t>if</a:t>
            </a:r>
            <a:r>
              <a:rPr sz="4000" b="1" spc="5" dirty="0">
                <a:latin typeface="Times New Roman" panose="02020603050405020304" pitchFamily="18" charset="0"/>
                <a:cs typeface="Times New Roman" panose="02020603050405020304" pitchFamily="18" charset="0"/>
                <a:sym typeface="+mn-ea"/>
              </a:rPr>
              <a:t> </a:t>
            </a:r>
            <a:r>
              <a:rPr sz="4000" b="1" spc="-10" dirty="0">
                <a:latin typeface="Times New Roman" panose="02020603050405020304" pitchFamily="18" charset="0"/>
                <a:cs typeface="Times New Roman" panose="02020603050405020304" pitchFamily="18" charset="0"/>
                <a:sym typeface="+mn-ea"/>
              </a:rPr>
              <a:t>your</a:t>
            </a:r>
            <a:r>
              <a:rPr sz="4000" b="1" dirty="0">
                <a:latin typeface="Times New Roman" panose="02020603050405020304" pitchFamily="18" charset="0"/>
                <a:cs typeface="Times New Roman" panose="02020603050405020304" pitchFamily="18" charset="0"/>
                <a:sym typeface="+mn-ea"/>
              </a:rPr>
              <a:t> </a:t>
            </a:r>
            <a:r>
              <a:rPr sz="4000" b="1" spc="-5" dirty="0">
                <a:latin typeface="Times New Roman" panose="02020603050405020304" pitchFamily="18" charset="0"/>
                <a:cs typeface="Times New Roman" panose="02020603050405020304" pitchFamily="18" charset="0"/>
                <a:sym typeface="+mn-ea"/>
              </a:rPr>
              <a:t>server</a:t>
            </a:r>
            <a:r>
              <a:rPr sz="4000" b="1" dirty="0">
                <a:latin typeface="Times New Roman" panose="02020603050405020304" pitchFamily="18" charset="0"/>
                <a:cs typeface="Times New Roman" panose="02020603050405020304" pitchFamily="18" charset="0"/>
                <a:sym typeface="+mn-ea"/>
              </a:rPr>
              <a:t> does not</a:t>
            </a:r>
            <a:r>
              <a:rPr sz="4000" b="1" spc="-15" dirty="0">
                <a:latin typeface="Times New Roman" panose="02020603050405020304" pitchFamily="18" charset="0"/>
                <a:cs typeface="Times New Roman" panose="02020603050405020304" pitchFamily="18" charset="0"/>
                <a:sym typeface="+mn-ea"/>
              </a:rPr>
              <a:t> </a:t>
            </a:r>
            <a:r>
              <a:rPr sz="4000" b="1" spc="-5" dirty="0">
                <a:latin typeface="Times New Roman" panose="02020603050405020304" pitchFamily="18" charset="0"/>
                <a:cs typeface="Times New Roman" panose="02020603050405020304" pitchFamily="18" charset="0"/>
                <a:sym typeface="+mn-ea"/>
              </a:rPr>
              <a:t>support</a:t>
            </a:r>
            <a:r>
              <a:rPr sz="4000" b="1" dirty="0">
                <a:latin typeface="Times New Roman" panose="02020603050405020304" pitchFamily="18" charset="0"/>
                <a:cs typeface="Times New Roman" panose="02020603050405020304" pitchFamily="18" charset="0"/>
                <a:sym typeface="+mn-ea"/>
              </a:rPr>
              <a:t> PHP,</a:t>
            </a:r>
            <a:r>
              <a:rPr sz="4000" b="1" spc="15" dirty="0">
                <a:latin typeface="Times New Roman" panose="02020603050405020304" pitchFamily="18" charset="0"/>
                <a:cs typeface="Times New Roman" panose="02020603050405020304" pitchFamily="18" charset="0"/>
                <a:sym typeface="+mn-ea"/>
              </a:rPr>
              <a:t> </a:t>
            </a:r>
            <a:r>
              <a:rPr sz="4000" b="1" spc="-15" dirty="0">
                <a:latin typeface="Times New Roman" panose="02020603050405020304" pitchFamily="18" charset="0"/>
                <a:cs typeface="Times New Roman" panose="02020603050405020304" pitchFamily="18" charset="0"/>
                <a:sym typeface="+mn-ea"/>
              </a:rPr>
              <a:t>you</a:t>
            </a:r>
            <a:r>
              <a:rPr sz="4000" b="1" dirty="0">
                <a:latin typeface="Times New Roman" panose="02020603050405020304" pitchFamily="18" charset="0"/>
                <a:cs typeface="Times New Roman" panose="02020603050405020304" pitchFamily="18" charset="0"/>
                <a:sym typeface="+mn-ea"/>
              </a:rPr>
              <a:t> must:</a:t>
            </a:r>
            <a:endParaRPr sz="4000">
              <a:latin typeface="Times New Roman" panose="02020603050405020304" pitchFamily="18" charset="0"/>
              <a:cs typeface="Times New Roman" panose="02020603050405020304" pitchFamily="18" charset="0"/>
            </a:endParaRPr>
          </a:p>
          <a:p>
            <a:pPr>
              <a:lnSpc>
                <a:spcPct val="100000"/>
              </a:lnSpc>
              <a:spcBef>
                <a:spcPts val="45"/>
              </a:spcBef>
            </a:pPr>
            <a:endParaRPr sz="4000">
              <a:latin typeface="Times New Roman" panose="02020603050405020304" pitchFamily="18" charset="0"/>
              <a:cs typeface="Times New Roman" panose="02020603050405020304" pitchFamily="18" charset="0"/>
            </a:endParaRPr>
          </a:p>
          <a:p>
            <a:pPr marL="469265" indent="-228600">
              <a:lnSpc>
                <a:spcPct val="100000"/>
              </a:lnSpc>
              <a:buSzPct val="83000"/>
              <a:buChar char="•"/>
              <a:tabLst>
                <a:tab pos="469265" algn="l"/>
                <a:tab pos="469900" algn="l"/>
              </a:tabLst>
            </a:pPr>
            <a:r>
              <a:rPr sz="4000" spc="-5" dirty="0">
                <a:latin typeface="Times New Roman" panose="02020603050405020304" pitchFamily="18" charset="0"/>
                <a:cs typeface="Times New Roman" panose="02020603050405020304" pitchFamily="18" charset="0"/>
                <a:sym typeface="+mn-ea"/>
              </a:rPr>
              <a:t>install</a:t>
            </a:r>
            <a:r>
              <a:rPr sz="4000" spc="-15" dirty="0">
                <a:latin typeface="Times New Roman" panose="02020603050405020304" pitchFamily="18" charset="0"/>
                <a:cs typeface="Times New Roman" panose="02020603050405020304" pitchFamily="18" charset="0"/>
                <a:sym typeface="+mn-ea"/>
              </a:rPr>
              <a:t> </a:t>
            </a:r>
            <a:r>
              <a:rPr sz="4000" spc="-5" dirty="0">
                <a:latin typeface="Times New Roman" panose="02020603050405020304" pitchFamily="18" charset="0"/>
                <a:cs typeface="Times New Roman" panose="02020603050405020304" pitchFamily="18" charset="0"/>
                <a:sym typeface="+mn-ea"/>
              </a:rPr>
              <a:t>a </a:t>
            </a:r>
            <a:r>
              <a:rPr sz="4000" spc="-10" dirty="0">
                <a:latin typeface="Times New Roman" panose="02020603050405020304" pitchFamily="18" charset="0"/>
                <a:cs typeface="Times New Roman" panose="02020603050405020304" pitchFamily="18" charset="0"/>
                <a:sym typeface="+mn-ea"/>
              </a:rPr>
              <a:t>web </a:t>
            </a:r>
            <a:r>
              <a:rPr sz="4000" spc="-5" dirty="0">
                <a:latin typeface="Times New Roman" panose="02020603050405020304" pitchFamily="18" charset="0"/>
                <a:cs typeface="Times New Roman" panose="02020603050405020304" pitchFamily="18" charset="0"/>
                <a:sym typeface="+mn-ea"/>
              </a:rPr>
              <a:t>server</a:t>
            </a:r>
          </a:p>
          <a:p>
            <a:pPr marL="469265" indent="-228600">
              <a:lnSpc>
                <a:spcPct val="100000"/>
              </a:lnSpc>
              <a:buSzPct val="83000"/>
              <a:buChar char="•"/>
              <a:tabLst>
                <a:tab pos="469265" algn="l"/>
                <a:tab pos="469900" algn="l"/>
              </a:tabLst>
            </a:pPr>
            <a:endParaRPr sz="4000">
              <a:latin typeface="Times New Roman" panose="02020603050405020304" pitchFamily="18" charset="0"/>
              <a:cs typeface="Times New Roman" panose="02020603050405020304" pitchFamily="18" charset="0"/>
            </a:endParaRPr>
          </a:p>
          <a:p>
            <a:pPr marL="469265" indent="-228600">
              <a:lnSpc>
                <a:spcPts val="1410"/>
              </a:lnSpc>
              <a:spcBef>
                <a:spcPts val="285"/>
              </a:spcBef>
              <a:buSzPct val="83000"/>
              <a:buChar char="•"/>
              <a:tabLst>
                <a:tab pos="469265" algn="l"/>
                <a:tab pos="469900" algn="l"/>
              </a:tabLst>
            </a:pPr>
            <a:r>
              <a:rPr sz="4000" spc="-5" dirty="0">
                <a:latin typeface="Times New Roman" panose="02020603050405020304" pitchFamily="18" charset="0"/>
                <a:cs typeface="Times New Roman" panose="02020603050405020304" pitchFamily="18" charset="0"/>
                <a:sym typeface="+mn-ea"/>
              </a:rPr>
              <a:t>install</a:t>
            </a:r>
            <a:r>
              <a:rPr sz="4000" spc="-15" dirty="0">
                <a:latin typeface="Times New Roman" panose="02020603050405020304" pitchFamily="18" charset="0"/>
                <a:cs typeface="Times New Roman" panose="02020603050405020304" pitchFamily="18" charset="0"/>
                <a:sym typeface="+mn-ea"/>
              </a:rPr>
              <a:t> </a:t>
            </a:r>
            <a:r>
              <a:rPr sz="4000" spc="-5" dirty="0">
                <a:latin typeface="Times New Roman" panose="02020603050405020304" pitchFamily="18" charset="0"/>
                <a:cs typeface="Times New Roman" panose="02020603050405020304" pitchFamily="18" charset="0"/>
                <a:sym typeface="+mn-ea"/>
              </a:rPr>
              <a:t>PHP</a:t>
            </a:r>
          </a:p>
          <a:p>
            <a:pPr marL="240665">
              <a:lnSpc>
                <a:spcPts val="1410"/>
              </a:lnSpc>
              <a:spcBef>
                <a:spcPts val="285"/>
              </a:spcBef>
              <a:buSzPct val="83000"/>
              <a:tabLst>
                <a:tab pos="469265" algn="l"/>
                <a:tab pos="469900" algn="l"/>
              </a:tabLst>
            </a:pPr>
            <a:endParaRPr sz="4000" spc="-5" dirty="0">
              <a:latin typeface="Times New Roman" panose="02020603050405020304" pitchFamily="18" charset="0"/>
              <a:cs typeface="Times New Roman" panose="02020603050405020304" pitchFamily="18" charset="0"/>
              <a:sym typeface="+mn-ea"/>
            </a:endParaRPr>
          </a:p>
          <a:p>
            <a:pPr marL="469265" indent="-228600">
              <a:lnSpc>
                <a:spcPts val="1410"/>
              </a:lnSpc>
              <a:spcBef>
                <a:spcPts val="285"/>
              </a:spcBef>
              <a:buSzPct val="83000"/>
              <a:buChar char="•"/>
              <a:tabLst>
                <a:tab pos="469265" algn="l"/>
                <a:tab pos="469900" algn="l"/>
              </a:tabLst>
            </a:pPr>
            <a:endParaRPr sz="4000" spc="-5" dirty="0">
              <a:latin typeface="Times New Roman" panose="02020603050405020304" pitchFamily="18" charset="0"/>
              <a:cs typeface="Times New Roman" panose="02020603050405020304" pitchFamily="18" charset="0"/>
              <a:sym typeface="+mn-ea"/>
            </a:endParaRPr>
          </a:p>
          <a:p>
            <a:pPr marL="240665">
              <a:lnSpc>
                <a:spcPts val="1410"/>
              </a:lnSpc>
              <a:spcBef>
                <a:spcPts val="285"/>
              </a:spcBef>
              <a:buSzPct val="83000"/>
              <a:tabLst>
                <a:tab pos="469265" algn="l"/>
                <a:tab pos="469900" algn="l"/>
              </a:tabLst>
            </a:pPr>
            <a:endParaRPr sz="4000">
              <a:latin typeface="Times New Roman" panose="02020603050405020304" pitchFamily="18" charset="0"/>
              <a:cs typeface="Times New Roman" panose="02020603050405020304" pitchFamily="18" charset="0"/>
            </a:endParaRPr>
          </a:p>
          <a:p>
            <a:pPr marL="469265" indent="-228600">
              <a:lnSpc>
                <a:spcPts val="1410"/>
              </a:lnSpc>
              <a:buSzPct val="83000"/>
              <a:buChar char="•"/>
              <a:tabLst>
                <a:tab pos="469265" algn="l"/>
                <a:tab pos="469900" algn="l"/>
              </a:tabLst>
            </a:pPr>
            <a:r>
              <a:rPr sz="4000" spc="-5" dirty="0">
                <a:latin typeface="Times New Roman" panose="02020603050405020304" pitchFamily="18" charset="0"/>
                <a:cs typeface="Times New Roman" panose="02020603050405020304" pitchFamily="18" charset="0"/>
                <a:sym typeface="+mn-ea"/>
              </a:rPr>
              <a:t>install</a:t>
            </a:r>
            <a:r>
              <a:rPr sz="4000" spc="-10" dirty="0">
                <a:latin typeface="Times New Roman" panose="02020603050405020304" pitchFamily="18" charset="0"/>
                <a:cs typeface="Times New Roman" panose="02020603050405020304" pitchFamily="18" charset="0"/>
                <a:sym typeface="+mn-ea"/>
              </a:rPr>
              <a:t> </a:t>
            </a:r>
            <a:r>
              <a:rPr sz="4000" spc="-5" dirty="0">
                <a:latin typeface="Times New Roman" panose="02020603050405020304" pitchFamily="18" charset="0"/>
                <a:cs typeface="Times New Roman" panose="02020603050405020304" pitchFamily="18" charset="0"/>
                <a:sym typeface="+mn-ea"/>
              </a:rPr>
              <a:t>a</a:t>
            </a:r>
            <a:r>
              <a:rPr sz="4000" spc="-10" dirty="0">
                <a:latin typeface="Times New Roman" panose="02020603050405020304" pitchFamily="18" charset="0"/>
                <a:cs typeface="Times New Roman" panose="02020603050405020304" pitchFamily="18" charset="0"/>
                <a:sym typeface="+mn-ea"/>
              </a:rPr>
              <a:t> </a:t>
            </a:r>
            <a:r>
              <a:rPr sz="4000" spc="-5" dirty="0">
                <a:latin typeface="Times New Roman" panose="02020603050405020304" pitchFamily="18" charset="0"/>
                <a:cs typeface="Times New Roman" panose="02020603050405020304" pitchFamily="18" charset="0"/>
                <a:sym typeface="+mn-ea"/>
              </a:rPr>
              <a:t>database, such</a:t>
            </a:r>
            <a:r>
              <a:rPr sz="4000" dirty="0">
                <a:latin typeface="Times New Roman" panose="02020603050405020304" pitchFamily="18" charset="0"/>
                <a:cs typeface="Times New Roman" panose="02020603050405020304" pitchFamily="18" charset="0"/>
                <a:sym typeface="+mn-ea"/>
              </a:rPr>
              <a:t> as </a:t>
            </a:r>
            <a:r>
              <a:rPr sz="4000" spc="-5" dirty="0">
                <a:latin typeface="Times New Roman" panose="02020603050405020304" pitchFamily="18" charset="0"/>
                <a:cs typeface="Times New Roman" panose="02020603050405020304" pitchFamily="18" charset="0"/>
                <a:sym typeface="+mn-ea"/>
              </a:rPr>
              <a:t>MySQL</a:t>
            </a:r>
            <a:endParaRPr lang="en-US" sz="4000" spc="-5" dirty="0">
              <a:latin typeface="Times New Roman" panose="02020603050405020304" pitchFamily="18" charset="0"/>
              <a:cs typeface="Times New Roman" panose="02020603050405020304" pitchFamily="18" charset="0"/>
              <a:sym typeface="+mn-ea"/>
            </a:endParaRPr>
          </a:p>
        </p:txBody>
      </p:sp>
      <p:sp>
        <p:nvSpPr>
          <p:cNvPr id="4" name="Slide Number Placeholder 3">
            <a:extLst>
              <a:ext uri="{FF2B5EF4-FFF2-40B4-BE49-F238E27FC236}">
                <a16:creationId xmlns:a16="http://schemas.microsoft.com/office/drawing/2014/main" xmlns="" id="{A08D9112-9E0D-F9CE-8C52-1FA600EBCA9F}"/>
              </a:ext>
            </a:extLst>
          </p:cNvPr>
          <p:cNvSpPr>
            <a:spLocks noGrp="1"/>
          </p:cNvSpPr>
          <p:nvPr>
            <p:ph type="sldNum" idx="4"/>
          </p:nvPr>
        </p:nvSpPr>
        <p:spPr/>
        <p:txBody>
          <a:bodyPr/>
          <a:lstStyle/>
          <a:p>
            <a:pPr algn="r">
              <a:buNone/>
            </a:pPr>
            <a:fld id="{9A0DB2DC-4C9A-4742-B13C-FB6460FD3503}" type="slidenum">
              <a:rPr lang="en-GB" altLang="en-US" smtClean="0"/>
              <a:pPr algn="r">
                <a:buNone/>
              </a:pPr>
              <a:t>19</a:t>
            </a:fld>
            <a:endParaRPr lang="en-GB"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i="0" spc="-5" dirty="0">
                <a:latin typeface="Times New Roman" panose="02020603050405020304" pitchFamily="18" charset="0"/>
                <a:cs typeface="Times New Roman" panose="02020603050405020304" pitchFamily="18" charset="0"/>
                <a:sym typeface="+mn-ea"/>
              </a:rPr>
              <a:t>Data</a:t>
            </a:r>
            <a:r>
              <a:rPr i="0" spc="-40" dirty="0">
                <a:latin typeface="Times New Roman" panose="02020603050405020304" pitchFamily="18" charset="0"/>
                <a:cs typeface="Times New Roman" panose="02020603050405020304" pitchFamily="18" charset="0"/>
                <a:sym typeface="+mn-ea"/>
              </a:rPr>
              <a:t> </a:t>
            </a:r>
            <a:r>
              <a:rPr i="0" spc="-5" dirty="0">
                <a:latin typeface="Times New Roman" panose="02020603050405020304" pitchFamily="18" charset="0"/>
                <a:cs typeface="Times New Roman" panose="02020603050405020304" pitchFamily="18" charset="0"/>
                <a:sym typeface="+mn-ea"/>
              </a:rPr>
              <a:t>Types</a:t>
            </a:r>
            <a:r>
              <a:rPr b="0" i="0">
                <a:latin typeface="Times New Roman" panose="02020603050405020304" pitchFamily="18" charset="0"/>
                <a:cs typeface="Times New Roman" panose="02020603050405020304" pitchFamily="18" charset="0"/>
              </a:rPr>
              <a:t/>
            </a:r>
            <a:br>
              <a:rPr b="0" i="0">
                <a:latin typeface="Times New Roman" panose="02020603050405020304" pitchFamily="18" charset="0"/>
                <a:cs typeface="Times New Roman" panose="02020603050405020304" pitchFamily="18" charset="0"/>
              </a:rPr>
            </a:br>
            <a:r>
              <a:rPr b="0" i="0">
                <a:latin typeface="Times New Roman" panose="02020603050405020304" pitchFamily="18" charset="0"/>
                <a:cs typeface="Times New Roman" panose="02020603050405020304" pitchFamily="18" charset="0"/>
              </a:rPr>
              <a:t/>
            </a:r>
            <a:br>
              <a:rPr b="0" i="0">
                <a:latin typeface="Times New Roman" panose="02020603050405020304" pitchFamily="18" charset="0"/>
                <a:cs typeface="Times New Roman" panose="02020603050405020304" pitchFamily="18" charset="0"/>
              </a:rPr>
            </a:br>
            <a:r>
              <a:rPr sz="3000" b="0" i="0" spc="-5" dirty="0">
                <a:latin typeface="Times New Roman" panose="02020603050405020304" pitchFamily="18" charset="0"/>
                <a:cs typeface="Times New Roman" panose="02020603050405020304" pitchFamily="18" charset="0"/>
                <a:sym typeface="+mn-ea"/>
              </a:rPr>
              <a:t>Variables</a:t>
            </a:r>
            <a:r>
              <a:rPr sz="3000" b="0" i="0" spc="5" dirty="0">
                <a:latin typeface="Times New Roman" panose="02020603050405020304" pitchFamily="18" charset="0"/>
                <a:cs typeface="Times New Roman" panose="02020603050405020304" pitchFamily="18" charset="0"/>
                <a:sym typeface="+mn-ea"/>
              </a:rPr>
              <a:t> </a:t>
            </a:r>
            <a:r>
              <a:rPr sz="3000" b="0" i="0" spc="-10" dirty="0">
                <a:latin typeface="Times New Roman" panose="02020603050405020304" pitchFamily="18" charset="0"/>
                <a:cs typeface="Times New Roman" panose="02020603050405020304" pitchFamily="18" charset="0"/>
                <a:sym typeface="+mn-ea"/>
              </a:rPr>
              <a:t>can</a:t>
            </a:r>
            <a:r>
              <a:rPr sz="3000" b="0" i="0" spc="10" dirty="0">
                <a:latin typeface="Times New Roman" panose="02020603050405020304" pitchFamily="18" charset="0"/>
                <a:cs typeface="Times New Roman" panose="02020603050405020304" pitchFamily="18" charset="0"/>
                <a:sym typeface="+mn-ea"/>
              </a:rPr>
              <a:t> </a:t>
            </a:r>
            <a:r>
              <a:rPr sz="3000" b="0" i="0" spc="-5" dirty="0">
                <a:latin typeface="Times New Roman" panose="02020603050405020304" pitchFamily="18" charset="0"/>
                <a:cs typeface="Times New Roman" panose="02020603050405020304" pitchFamily="18" charset="0"/>
                <a:sym typeface="+mn-ea"/>
              </a:rPr>
              <a:t>store data</a:t>
            </a:r>
            <a:r>
              <a:rPr sz="3000" b="0" i="0" spc="10" dirty="0">
                <a:latin typeface="Times New Roman" panose="02020603050405020304" pitchFamily="18" charset="0"/>
                <a:cs typeface="Times New Roman" panose="02020603050405020304" pitchFamily="18" charset="0"/>
                <a:sym typeface="+mn-ea"/>
              </a:rPr>
              <a:t> </a:t>
            </a:r>
            <a:r>
              <a:rPr sz="3000" b="0" i="0" spc="-5" dirty="0">
                <a:latin typeface="Times New Roman" panose="02020603050405020304" pitchFamily="18" charset="0"/>
                <a:cs typeface="Times New Roman" panose="02020603050405020304" pitchFamily="18" charset="0"/>
                <a:sym typeface="+mn-ea"/>
              </a:rPr>
              <a:t>of</a:t>
            </a:r>
            <a:r>
              <a:rPr sz="3000" b="0" i="0" spc="10" dirty="0">
                <a:latin typeface="Times New Roman" panose="02020603050405020304" pitchFamily="18" charset="0"/>
                <a:cs typeface="Times New Roman" panose="02020603050405020304" pitchFamily="18" charset="0"/>
                <a:sym typeface="+mn-ea"/>
              </a:rPr>
              <a:t> </a:t>
            </a:r>
            <a:r>
              <a:rPr sz="3000" b="0" i="0" spc="-5" dirty="0">
                <a:latin typeface="Times New Roman" panose="02020603050405020304" pitchFamily="18" charset="0"/>
                <a:cs typeface="Times New Roman" panose="02020603050405020304" pitchFamily="18" charset="0"/>
                <a:sym typeface="+mn-ea"/>
              </a:rPr>
              <a:t>different</a:t>
            </a:r>
            <a:r>
              <a:rPr sz="3000" b="0" i="0" spc="30" dirty="0">
                <a:latin typeface="Times New Roman" panose="02020603050405020304" pitchFamily="18" charset="0"/>
                <a:cs typeface="Times New Roman" panose="02020603050405020304" pitchFamily="18" charset="0"/>
                <a:sym typeface="+mn-ea"/>
              </a:rPr>
              <a:t> </a:t>
            </a:r>
            <a:r>
              <a:rPr sz="3000" b="0" i="0" spc="-5" dirty="0">
                <a:latin typeface="Times New Roman" panose="02020603050405020304" pitchFamily="18" charset="0"/>
                <a:cs typeface="Times New Roman" panose="02020603050405020304" pitchFamily="18" charset="0"/>
                <a:sym typeface="+mn-ea"/>
              </a:rPr>
              <a:t>types,</a:t>
            </a:r>
            <a:r>
              <a:rPr sz="3000" b="0" i="0" dirty="0">
                <a:latin typeface="Times New Roman" panose="02020603050405020304" pitchFamily="18" charset="0"/>
                <a:cs typeface="Times New Roman" panose="02020603050405020304" pitchFamily="18" charset="0"/>
                <a:sym typeface="+mn-ea"/>
              </a:rPr>
              <a:t> </a:t>
            </a:r>
            <a:r>
              <a:rPr sz="3000" b="0" i="0" spc="-5" dirty="0">
                <a:latin typeface="Times New Roman" panose="02020603050405020304" pitchFamily="18" charset="0"/>
                <a:cs typeface="Times New Roman" panose="02020603050405020304" pitchFamily="18" charset="0"/>
                <a:sym typeface="+mn-ea"/>
              </a:rPr>
              <a:t>and</a:t>
            </a:r>
            <a:r>
              <a:rPr sz="3000" b="0" i="0" spc="5" dirty="0">
                <a:latin typeface="Times New Roman" panose="02020603050405020304" pitchFamily="18" charset="0"/>
                <a:cs typeface="Times New Roman" panose="02020603050405020304" pitchFamily="18" charset="0"/>
                <a:sym typeface="+mn-ea"/>
              </a:rPr>
              <a:t> </a:t>
            </a:r>
            <a:r>
              <a:rPr sz="3000" b="0" i="0" spc="-5" dirty="0">
                <a:latin typeface="Times New Roman" panose="02020603050405020304" pitchFamily="18" charset="0"/>
                <a:cs typeface="Times New Roman" panose="02020603050405020304" pitchFamily="18" charset="0"/>
                <a:sym typeface="+mn-ea"/>
              </a:rPr>
              <a:t>different</a:t>
            </a:r>
            <a:r>
              <a:rPr sz="3000" b="0" i="0" dirty="0">
                <a:latin typeface="Times New Roman" panose="02020603050405020304" pitchFamily="18" charset="0"/>
                <a:cs typeface="Times New Roman" panose="02020603050405020304" pitchFamily="18" charset="0"/>
                <a:sym typeface="+mn-ea"/>
              </a:rPr>
              <a:t> </a:t>
            </a:r>
            <a:r>
              <a:rPr sz="3000" b="0" i="0" spc="-5" dirty="0">
                <a:latin typeface="Times New Roman" panose="02020603050405020304" pitchFamily="18" charset="0"/>
                <a:cs typeface="Times New Roman" panose="02020603050405020304" pitchFamily="18" charset="0"/>
                <a:sym typeface="+mn-ea"/>
              </a:rPr>
              <a:t>data</a:t>
            </a:r>
            <a:r>
              <a:rPr sz="3000" b="0" i="0" spc="10" dirty="0">
                <a:latin typeface="Times New Roman" panose="02020603050405020304" pitchFamily="18" charset="0"/>
                <a:cs typeface="Times New Roman" panose="02020603050405020304" pitchFamily="18" charset="0"/>
                <a:sym typeface="+mn-ea"/>
              </a:rPr>
              <a:t> </a:t>
            </a:r>
            <a:r>
              <a:rPr sz="3000" b="0" i="0" spc="-5" dirty="0">
                <a:latin typeface="Times New Roman" panose="02020603050405020304" pitchFamily="18" charset="0"/>
                <a:cs typeface="Times New Roman" panose="02020603050405020304" pitchFamily="18" charset="0"/>
                <a:sym typeface="+mn-ea"/>
              </a:rPr>
              <a:t>types</a:t>
            </a:r>
            <a:r>
              <a:rPr sz="3000" b="0" i="0" spc="5" dirty="0">
                <a:latin typeface="Times New Roman" panose="02020603050405020304" pitchFamily="18" charset="0"/>
                <a:cs typeface="Times New Roman" panose="02020603050405020304" pitchFamily="18" charset="0"/>
                <a:sym typeface="+mn-ea"/>
              </a:rPr>
              <a:t> </a:t>
            </a:r>
            <a:r>
              <a:rPr sz="3000" b="0" i="0" spc="-5" dirty="0">
                <a:latin typeface="Times New Roman" panose="02020603050405020304" pitchFamily="18" charset="0"/>
                <a:cs typeface="Times New Roman" panose="02020603050405020304" pitchFamily="18" charset="0"/>
                <a:sym typeface="+mn-ea"/>
              </a:rPr>
              <a:t>can</a:t>
            </a:r>
            <a:r>
              <a:rPr sz="3000" b="0" i="0" spc="10" dirty="0">
                <a:latin typeface="Times New Roman" panose="02020603050405020304" pitchFamily="18" charset="0"/>
                <a:cs typeface="Times New Roman" panose="02020603050405020304" pitchFamily="18" charset="0"/>
                <a:sym typeface="+mn-ea"/>
              </a:rPr>
              <a:t> </a:t>
            </a:r>
            <a:r>
              <a:rPr sz="3000" b="0" i="0" spc="-5" dirty="0">
                <a:latin typeface="Times New Roman" panose="02020603050405020304" pitchFamily="18" charset="0"/>
                <a:cs typeface="Times New Roman" panose="02020603050405020304" pitchFamily="18" charset="0"/>
                <a:sym typeface="+mn-ea"/>
              </a:rPr>
              <a:t>do </a:t>
            </a:r>
            <a:r>
              <a:rPr sz="3000" b="0" i="0" spc="-320" dirty="0">
                <a:latin typeface="Times New Roman" panose="02020603050405020304" pitchFamily="18" charset="0"/>
                <a:cs typeface="Times New Roman" panose="02020603050405020304" pitchFamily="18" charset="0"/>
                <a:sym typeface="+mn-ea"/>
              </a:rPr>
              <a:t> </a:t>
            </a:r>
            <a:r>
              <a:rPr sz="3000" b="0" i="0" spc="-5" dirty="0">
                <a:latin typeface="Times New Roman" panose="02020603050405020304" pitchFamily="18" charset="0"/>
                <a:cs typeface="Times New Roman" panose="02020603050405020304" pitchFamily="18" charset="0"/>
                <a:sym typeface="+mn-ea"/>
              </a:rPr>
              <a:t>different</a:t>
            </a:r>
            <a:r>
              <a:rPr sz="3000" b="0" i="0" spc="-25" dirty="0">
                <a:latin typeface="Times New Roman" panose="02020603050405020304" pitchFamily="18" charset="0"/>
                <a:cs typeface="Times New Roman" panose="02020603050405020304" pitchFamily="18" charset="0"/>
                <a:sym typeface="+mn-ea"/>
              </a:rPr>
              <a:t> </a:t>
            </a:r>
            <a:r>
              <a:rPr sz="3000" b="0" i="0" spc="-5" dirty="0">
                <a:latin typeface="Times New Roman" panose="02020603050405020304" pitchFamily="18" charset="0"/>
                <a:cs typeface="Times New Roman" panose="02020603050405020304" pitchFamily="18" charset="0"/>
                <a:sym typeface="+mn-ea"/>
              </a:rPr>
              <a:t>things.</a:t>
            </a:r>
            <a:r>
              <a:rPr sz="3000" b="0" i="0">
                <a:latin typeface="Times New Roman" panose="02020603050405020304" pitchFamily="18" charset="0"/>
                <a:cs typeface="Times New Roman" panose="02020603050405020304" pitchFamily="18" charset="0"/>
              </a:rPr>
              <a:t/>
            </a:r>
            <a:br>
              <a:rPr sz="3000" b="0" i="0">
                <a:latin typeface="Times New Roman" panose="02020603050405020304" pitchFamily="18" charset="0"/>
                <a:cs typeface="Times New Roman" panose="02020603050405020304" pitchFamily="18" charset="0"/>
              </a:rPr>
            </a:br>
            <a:r>
              <a:rPr sz="3000" b="0" i="0" spc="-5" dirty="0">
                <a:latin typeface="Times New Roman" panose="02020603050405020304" pitchFamily="18" charset="0"/>
                <a:cs typeface="Times New Roman" panose="02020603050405020304" pitchFamily="18" charset="0"/>
                <a:sym typeface="+mn-ea"/>
              </a:rPr>
              <a:t>PHP supports</a:t>
            </a:r>
            <a:r>
              <a:rPr sz="3000" b="0" i="0" dirty="0">
                <a:latin typeface="Times New Roman" panose="02020603050405020304" pitchFamily="18" charset="0"/>
                <a:cs typeface="Times New Roman" panose="02020603050405020304" pitchFamily="18" charset="0"/>
                <a:sym typeface="+mn-ea"/>
              </a:rPr>
              <a:t> </a:t>
            </a:r>
            <a:r>
              <a:rPr sz="3000" b="0" i="0" spc="-5" dirty="0">
                <a:latin typeface="Times New Roman" panose="02020603050405020304" pitchFamily="18" charset="0"/>
                <a:cs typeface="Times New Roman" panose="02020603050405020304" pitchFamily="18" charset="0"/>
                <a:sym typeface="+mn-ea"/>
              </a:rPr>
              <a:t>the</a:t>
            </a:r>
            <a:r>
              <a:rPr sz="3000" b="0" i="0" spc="-10" dirty="0">
                <a:latin typeface="Times New Roman" panose="02020603050405020304" pitchFamily="18" charset="0"/>
                <a:cs typeface="Times New Roman" panose="02020603050405020304" pitchFamily="18" charset="0"/>
                <a:sym typeface="+mn-ea"/>
              </a:rPr>
              <a:t> </a:t>
            </a:r>
            <a:r>
              <a:rPr sz="3000" b="0" i="0" spc="-5" dirty="0">
                <a:latin typeface="Times New Roman" panose="02020603050405020304" pitchFamily="18" charset="0"/>
                <a:cs typeface="Times New Roman" panose="02020603050405020304" pitchFamily="18" charset="0"/>
                <a:sym typeface="+mn-ea"/>
              </a:rPr>
              <a:t>following</a:t>
            </a:r>
            <a:r>
              <a:rPr sz="3000" b="0" i="0" spc="-10" dirty="0">
                <a:latin typeface="Times New Roman" panose="02020603050405020304" pitchFamily="18" charset="0"/>
                <a:cs typeface="Times New Roman" panose="02020603050405020304" pitchFamily="18" charset="0"/>
                <a:sym typeface="+mn-ea"/>
              </a:rPr>
              <a:t> </a:t>
            </a:r>
            <a:r>
              <a:rPr sz="3000" b="0" i="0" dirty="0">
                <a:latin typeface="Times New Roman" panose="02020603050405020304" pitchFamily="18" charset="0"/>
                <a:cs typeface="Times New Roman" panose="02020603050405020304" pitchFamily="18" charset="0"/>
                <a:sym typeface="+mn-ea"/>
              </a:rPr>
              <a:t>data</a:t>
            </a:r>
            <a:r>
              <a:rPr sz="3000" b="0" i="0" spc="5" dirty="0">
                <a:latin typeface="Times New Roman" panose="02020603050405020304" pitchFamily="18" charset="0"/>
                <a:cs typeface="Times New Roman" panose="02020603050405020304" pitchFamily="18" charset="0"/>
                <a:sym typeface="+mn-ea"/>
              </a:rPr>
              <a:t> </a:t>
            </a:r>
            <a:r>
              <a:rPr sz="3000" b="0" i="0" spc="-5" dirty="0">
                <a:latin typeface="Times New Roman" panose="02020603050405020304" pitchFamily="18" charset="0"/>
                <a:cs typeface="Times New Roman" panose="02020603050405020304" pitchFamily="18" charset="0"/>
                <a:sym typeface="+mn-ea"/>
              </a:rPr>
              <a:t>types:</a:t>
            </a:r>
            <a:r>
              <a:rPr sz="3000" b="0" i="0">
                <a:latin typeface="Times New Roman" panose="02020603050405020304" pitchFamily="18" charset="0"/>
                <a:cs typeface="Times New Roman" panose="02020603050405020304" pitchFamily="18" charset="0"/>
              </a:rPr>
              <a:t/>
            </a:r>
            <a:br>
              <a:rPr sz="3000" b="0" i="0">
                <a:latin typeface="Times New Roman" panose="02020603050405020304" pitchFamily="18" charset="0"/>
                <a:cs typeface="Times New Roman" panose="02020603050405020304" pitchFamily="18" charset="0"/>
              </a:rPr>
            </a:br>
            <a:r>
              <a:rPr sz="3000" b="0" i="0" spc="-5" dirty="0">
                <a:highlight>
                  <a:srgbClr val="FFFF00"/>
                </a:highlight>
                <a:latin typeface="Times New Roman" panose="02020603050405020304" pitchFamily="18" charset="0"/>
                <a:cs typeface="Times New Roman" panose="02020603050405020304" pitchFamily="18" charset="0"/>
                <a:sym typeface="+mn-ea"/>
              </a:rPr>
              <a:t>String</a:t>
            </a:r>
            <a:r>
              <a:rPr sz="3000" b="0" i="0">
                <a:highlight>
                  <a:srgbClr val="FFFF00"/>
                </a:highlight>
                <a:latin typeface="Times New Roman" panose="02020603050405020304" pitchFamily="18" charset="0"/>
                <a:cs typeface="Times New Roman" panose="02020603050405020304" pitchFamily="18" charset="0"/>
              </a:rPr>
              <a:t/>
            </a:r>
            <a:br>
              <a:rPr sz="3000" b="0" i="0">
                <a:highlight>
                  <a:srgbClr val="FFFF00"/>
                </a:highlight>
                <a:latin typeface="Times New Roman" panose="02020603050405020304" pitchFamily="18" charset="0"/>
                <a:cs typeface="Times New Roman" panose="02020603050405020304" pitchFamily="18" charset="0"/>
              </a:rPr>
            </a:br>
            <a:r>
              <a:rPr sz="3000" b="0" i="0" spc="-5" dirty="0">
                <a:highlight>
                  <a:srgbClr val="FFFF00"/>
                </a:highlight>
                <a:latin typeface="Times New Roman" panose="02020603050405020304" pitchFamily="18" charset="0"/>
                <a:cs typeface="Times New Roman" panose="02020603050405020304" pitchFamily="18" charset="0"/>
                <a:sym typeface="+mn-ea"/>
              </a:rPr>
              <a:t>Integer</a:t>
            </a:r>
            <a:r>
              <a:rPr sz="3000" b="0" i="0">
                <a:highlight>
                  <a:srgbClr val="FFFF00"/>
                </a:highlight>
                <a:latin typeface="Times New Roman" panose="02020603050405020304" pitchFamily="18" charset="0"/>
                <a:cs typeface="Times New Roman" panose="02020603050405020304" pitchFamily="18" charset="0"/>
              </a:rPr>
              <a:t/>
            </a:r>
            <a:br>
              <a:rPr sz="3000" b="0" i="0">
                <a:highlight>
                  <a:srgbClr val="FFFF00"/>
                </a:highlight>
                <a:latin typeface="Times New Roman" panose="02020603050405020304" pitchFamily="18" charset="0"/>
                <a:cs typeface="Times New Roman" panose="02020603050405020304" pitchFamily="18" charset="0"/>
              </a:rPr>
            </a:br>
            <a:r>
              <a:rPr sz="3000" b="0" i="0" spc="-5" dirty="0">
                <a:highlight>
                  <a:srgbClr val="FFFF00"/>
                </a:highlight>
                <a:latin typeface="Times New Roman" panose="02020603050405020304" pitchFamily="18" charset="0"/>
                <a:cs typeface="Times New Roman" panose="02020603050405020304" pitchFamily="18" charset="0"/>
                <a:sym typeface="+mn-ea"/>
              </a:rPr>
              <a:t>Float</a:t>
            </a:r>
            <a:r>
              <a:rPr sz="3000" b="0" i="0" dirty="0">
                <a:highlight>
                  <a:srgbClr val="FFFF00"/>
                </a:highlight>
                <a:latin typeface="Times New Roman" panose="02020603050405020304" pitchFamily="18" charset="0"/>
                <a:cs typeface="Times New Roman" panose="02020603050405020304" pitchFamily="18" charset="0"/>
                <a:sym typeface="+mn-ea"/>
              </a:rPr>
              <a:t> </a:t>
            </a:r>
            <a:r>
              <a:rPr sz="3000" b="0" i="0" spc="-5" dirty="0">
                <a:highlight>
                  <a:srgbClr val="FFFF00"/>
                </a:highlight>
                <a:latin typeface="Times New Roman" panose="02020603050405020304" pitchFamily="18" charset="0"/>
                <a:cs typeface="Times New Roman" panose="02020603050405020304" pitchFamily="18" charset="0"/>
                <a:sym typeface="+mn-ea"/>
              </a:rPr>
              <a:t>(floating </a:t>
            </a:r>
            <a:r>
              <a:rPr sz="3000" b="0" i="0" dirty="0">
                <a:highlight>
                  <a:srgbClr val="FFFF00"/>
                </a:highlight>
                <a:latin typeface="Times New Roman" panose="02020603050405020304" pitchFamily="18" charset="0"/>
                <a:cs typeface="Times New Roman" panose="02020603050405020304" pitchFamily="18" charset="0"/>
                <a:sym typeface="+mn-ea"/>
              </a:rPr>
              <a:t>point</a:t>
            </a:r>
            <a:r>
              <a:rPr sz="3000" b="0" i="0" spc="-5" dirty="0">
                <a:highlight>
                  <a:srgbClr val="FFFF00"/>
                </a:highlight>
                <a:latin typeface="Times New Roman" panose="02020603050405020304" pitchFamily="18" charset="0"/>
                <a:cs typeface="Times New Roman" panose="02020603050405020304" pitchFamily="18" charset="0"/>
                <a:sym typeface="+mn-ea"/>
              </a:rPr>
              <a:t> numbers</a:t>
            </a:r>
            <a:r>
              <a:rPr sz="3000" b="0" i="0" spc="20" dirty="0">
                <a:highlight>
                  <a:srgbClr val="FFFF00"/>
                </a:highlight>
                <a:latin typeface="Times New Roman" panose="02020603050405020304" pitchFamily="18" charset="0"/>
                <a:cs typeface="Times New Roman" panose="02020603050405020304" pitchFamily="18" charset="0"/>
                <a:sym typeface="+mn-ea"/>
              </a:rPr>
              <a:t> </a:t>
            </a:r>
            <a:r>
              <a:rPr sz="3000" b="0" i="0" dirty="0">
                <a:highlight>
                  <a:srgbClr val="FFFF00"/>
                </a:highlight>
                <a:latin typeface="Times New Roman" panose="02020603050405020304" pitchFamily="18" charset="0"/>
                <a:cs typeface="Times New Roman" panose="02020603050405020304" pitchFamily="18" charset="0"/>
                <a:sym typeface="+mn-ea"/>
              </a:rPr>
              <a:t>-</a:t>
            </a:r>
            <a:r>
              <a:rPr sz="3000" b="0" i="0" spc="-10" dirty="0">
                <a:highlight>
                  <a:srgbClr val="FFFF00"/>
                </a:highlight>
                <a:latin typeface="Times New Roman" panose="02020603050405020304" pitchFamily="18" charset="0"/>
                <a:cs typeface="Times New Roman" panose="02020603050405020304" pitchFamily="18" charset="0"/>
                <a:sym typeface="+mn-ea"/>
              </a:rPr>
              <a:t> </a:t>
            </a:r>
            <a:r>
              <a:rPr sz="3000" b="0" i="0" spc="-5" dirty="0">
                <a:highlight>
                  <a:srgbClr val="FFFF00"/>
                </a:highlight>
                <a:latin typeface="Times New Roman" panose="02020603050405020304" pitchFamily="18" charset="0"/>
                <a:cs typeface="Times New Roman" panose="02020603050405020304" pitchFamily="18" charset="0"/>
                <a:sym typeface="+mn-ea"/>
              </a:rPr>
              <a:t>also</a:t>
            </a:r>
            <a:r>
              <a:rPr sz="3000" b="0" i="0" spc="5" dirty="0">
                <a:highlight>
                  <a:srgbClr val="FFFF00"/>
                </a:highlight>
                <a:latin typeface="Times New Roman" panose="02020603050405020304" pitchFamily="18" charset="0"/>
                <a:cs typeface="Times New Roman" panose="02020603050405020304" pitchFamily="18" charset="0"/>
                <a:sym typeface="+mn-ea"/>
              </a:rPr>
              <a:t> </a:t>
            </a:r>
            <a:r>
              <a:rPr sz="3000" b="0" i="0" spc="-5" dirty="0">
                <a:highlight>
                  <a:srgbClr val="FFFF00"/>
                </a:highlight>
                <a:latin typeface="Times New Roman" panose="02020603050405020304" pitchFamily="18" charset="0"/>
                <a:cs typeface="Times New Roman" panose="02020603050405020304" pitchFamily="18" charset="0"/>
                <a:sym typeface="+mn-ea"/>
              </a:rPr>
              <a:t>called</a:t>
            </a:r>
            <a:r>
              <a:rPr sz="3000" b="0" i="0" spc="40" dirty="0">
                <a:highlight>
                  <a:srgbClr val="FFFF00"/>
                </a:highlight>
                <a:latin typeface="Times New Roman" panose="02020603050405020304" pitchFamily="18" charset="0"/>
                <a:cs typeface="Times New Roman" panose="02020603050405020304" pitchFamily="18" charset="0"/>
                <a:sym typeface="+mn-ea"/>
              </a:rPr>
              <a:t> </a:t>
            </a:r>
            <a:r>
              <a:rPr sz="3000" b="0" i="0" spc="-5" dirty="0">
                <a:highlight>
                  <a:srgbClr val="FFFF00"/>
                </a:highlight>
                <a:latin typeface="Times New Roman" panose="02020603050405020304" pitchFamily="18" charset="0"/>
                <a:cs typeface="Times New Roman" panose="02020603050405020304" pitchFamily="18" charset="0"/>
                <a:sym typeface="+mn-ea"/>
              </a:rPr>
              <a:t>double)</a:t>
            </a:r>
            <a:r>
              <a:rPr sz="3000" b="0" i="0">
                <a:highlight>
                  <a:srgbClr val="FFFF00"/>
                </a:highlight>
                <a:latin typeface="Times New Roman" panose="02020603050405020304" pitchFamily="18" charset="0"/>
                <a:cs typeface="Times New Roman" panose="02020603050405020304" pitchFamily="18" charset="0"/>
              </a:rPr>
              <a:t/>
            </a:r>
            <a:br>
              <a:rPr sz="3000" b="0" i="0">
                <a:highlight>
                  <a:srgbClr val="FFFF00"/>
                </a:highlight>
                <a:latin typeface="Times New Roman" panose="02020603050405020304" pitchFamily="18" charset="0"/>
                <a:cs typeface="Times New Roman" panose="02020603050405020304" pitchFamily="18" charset="0"/>
              </a:rPr>
            </a:br>
            <a:r>
              <a:rPr sz="3000" b="0" i="0" spc="-5" dirty="0">
                <a:highlight>
                  <a:srgbClr val="FFFF00"/>
                </a:highlight>
                <a:latin typeface="Times New Roman" panose="02020603050405020304" pitchFamily="18" charset="0"/>
                <a:cs typeface="Times New Roman" panose="02020603050405020304" pitchFamily="18" charset="0"/>
                <a:sym typeface="+mn-ea"/>
              </a:rPr>
              <a:t>Boolean</a:t>
            </a:r>
            <a:r>
              <a:rPr sz="3000" b="0" i="0">
                <a:highlight>
                  <a:srgbClr val="FFFF00"/>
                </a:highlight>
                <a:latin typeface="Times New Roman" panose="02020603050405020304" pitchFamily="18" charset="0"/>
                <a:cs typeface="Times New Roman" panose="02020603050405020304" pitchFamily="18" charset="0"/>
              </a:rPr>
              <a:t/>
            </a:r>
            <a:br>
              <a:rPr sz="3000" b="0" i="0">
                <a:highlight>
                  <a:srgbClr val="FFFF00"/>
                </a:highlight>
                <a:latin typeface="Times New Roman" panose="02020603050405020304" pitchFamily="18" charset="0"/>
                <a:cs typeface="Times New Roman" panose="02020603050405020304" pitchFamily="18" charset="0"/>
              </a:rPr>
            </a:br>
            <a:r>
              <a:rPr sz="3000" b="0" i="0" spc="-5" dirty="0">
                <a:highlight>
                  <a:srgbClr val="FFFF00"/>
                </a:highlight>
                <a:latin typeface="Times New Roman" panose="02020603050405020304" pitchFamily="18" charset="0"/>
                <a:cs typeface="Times New Roman" panose="02020603050405020304" pitchFamily="18" charset="0"/>
                <a:sym typeface="+mn-ea"/>
              </a:rPr>
              <a:t>Array</a:t>
            </a:r>
            <a:r>
              <a:rPr sz="3000" b="0" i="0">
                <a:highlight>
                  <a:srgbClr val="FFFF00"/>
                </a:highlight>
                <a:latin typeface="Times New Roman" panose="02020603050405020304" pitchFamily="18" charset="0"/>
                <a:cs typeface="Times New Roman" panose="02020603050405020304" pitchFamily="18" charset="0"/>
              </a:rPr>
              <a:t/>
            </a:r>
            <a:br>
              <a:rPr sz="3000" b="0" i="0">
                <a:highlight>
                  <a:srgbClr val="FFFF00"/>
                </a:highlight>
                <a:latin typeface="Times New Roman" panose="02020603050405020304" pitchFamily="18" charset="0"/>
                <a:cs typeface="Times New Roman" panose="02020603050405020304" pitchFamily="18" charset="0"/>
              </a:rPr>
            </a:br>
            <a:r>
              <a:rPr sz="3000" b="0" i="0" dirty="0">
                <a:highlight>
                  <a:srgbClr val="FFFF00"/>
                </a:highlight>
                <a:latin typeface="Times New Roman" panose="02020603050405020304" pitchFamily="18" charset="0"/>
                <a:cs typeface="Times New Roman" panose="02020603050405020304" pitchFamily="18" charset="0"/>
                <a:sym typeface="+mn-ea"/>
              </a:rPr>
              <a:t>Object</a:t>
            </a:r>
            <a:r>
              <a:rPr sz="3000" b="0" i="0">
                <a:highlight>
                  <a:srgbClr val="FFFF00"/>
                </a:highlight>
                <a:latin typeface="Times New Roman" panose="02020603050405020304" pitchFamily="18" charset="0"/>
                <a:cs typeface="Times New Roman" panose="02020603050405020304" pitchFamily="18" charset="0"/>
              </a:rPr>
              <a:t/>
            </a:r>
            <a:br>
              <a:rPr sz="3000" b="0" i="0">
                <a:highlight>
                  <a:srgbClr val="FFFF00"/>
                </a:highlight>
                <a:latin typeface="Times New Roman" panose="02020603050405020304" pitchFamily="18" charset="0"/>
                <a:cs typeface="Times New Roman" panose="02020603050405020304" pitchFamily="18" charset="0"/>
              </a:rPr>
            </a:br>
            <a:r>
              <a:rPr sz="3000" b="0" i="0" spc="-5" dirty="0">
                <a:highlight>
                  <a:srgbClr val="FFFF00"/>
                </a:highlight>
                <a:latin typeface="Times New Roman" panose="02020603050405020304" pitchFamily="18" charset="0"/>
                <a:cs typeface="Times New Roman" panose="02020603050405020304" pitchFamily="18" charset="0"/>
                <a:sym typeface="+mn-ea"/>
              </a:rPr>
              <a:t>NULL</a:t>
            </a:r>
            <a:r>
              <a:rPr sz="3000" b="0" i="0">
                <a:highlight>
                  <a:srgbClr val="FFFF00"/>
                </a:highlight>
                <a:latin typeface="Times New Roman" panose="02020603050405020304" pitchFamily="18" charset="0"/>
                <a:cs typeface="Times New Roman" panose="02020603050405020304" pitchFamily="18" charset="0"/>
              </a:rPr>
              <a:t/>
            </a:r>
            <a:br>
              <a:rPr sz="3000" b="0" i="0">
                <a:highlight>
                  <a:srgbClr val="FFFF00"/>
                </a:highlight>
                <a:latin typeface="Times New Roman" panose="02020603050405020304" pitchFamily="18" charset="0"/>
                <a:cs typeface="Times New Roman" panose="02020603050405020304" pitchFamily="18" charset="0"/>
              </a:rPr>
            </a:br>
            <a:r>
              <a:rPr sz="3000" b="0" i="0" dirty="0">
                <a:highlight>
                  <a:srgbClr val="FFFF00"/>
                </a:highlight>
                <a:latin typeface="Times New Roman" panose="02020603050405020304" pitchFamily="18" charset="0"/>
                <a:cs typeface="Times New Roman" panose="02020603050405020304" pitchFamily="18" charset="0"/>
                <a:sym typeface="+mn-ea"/>
              </a:rPr>
              <a:t>Resource</a:t>
            </a:r>
            <a:endParaRPr lang="en-US" sz="3000" b="0" i="0" dirty="0">
              <a:highlight>
                <a:srgbClr val="FFFF00"/>
              </a:highlight>
              <a:latin typeface="Times New Roman" panose="02020603050405020304" pitchFamily="18" charset="0"/>
              <a:cs typeface="Times New Roman" panose="02020603050405020304" pitchFamily="18" charset="0"/>
              <a:sym typeface="+mn-ea"/>
            </a:endParaRPr>
          </a:p>
        </p:txBody>
      </p:sp>
      <p:sp>
        <p:nvSpPr>
          <p:cNvPr id="4" name="Slide Number Placeholder 3">
            <a:extLst>
              <a:ext uri="{FF2B5EF4-FFF2-40B4-BE49-F238E27FC236}">
                <a16:creationId xmlns:a16="http://schemas.microsoft.com/office/drawing/2014/main" xmlns="" id="{5376C055-E17C-AC9A-D908-26FECC2D013D}"/>
              </a:ext>
            </a:extLst>
          </p:cNvPr>
          <p:cNvSpPr>
            <a:spLocks noGrp="1"/>
          </p:cNvSpPr>
          <p:nvPr>
            <p:ph type="sldNum" idx="4"/>
          </p:nvPr>
        </p:nvSpPr>
        <p:spPr/>
        <p:txBody>
          <a:bodyPr/>
          <a:lstStyle/>
          <a:p>
            <a:pPr algn="r">
              <a:buNone/>
            </a:pPr>
            <a:fld id="{9A0DB2DC-4C9A-4742-B13C-FB6460FD3503}" type="slidenum">
              <a:rPr lang="en-GB" altLang="en-US" smtClean="0"/>
              <a:pPr algn="r">
                <a:buNone/>
              </a:pPr>
              <a:t>20</a:t>
            </a:fld>
            <a:endParaRPr lang="en-GB"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i="0" spc="-5" dirty="0">
                <a:latin typeface="Times New Roman" panose="02020603050405020304" pitchFamily="18" charset="0"/>
                <a:cs typeface="Times New Roman" panose="02020603050405020304" pitchFamily="18" charset="0"/>
                <a:sym typeface="+mn-ea"/>
              </a:rPr>
              <a:t>PHP</a:t>
            </a:r>
            <a:r>
              <a:rPr i="0" spc="-40" dirty="0">
                <a:latin typeface="Times New Roman" panose="02020603050405020304" pitchFamily="18" charset="0"/>
                <a:cs typeface="Times New Roman" panose="02020603050405020304" pitchFamily="18" charset="0"/>
                <a:sym typeface="+mn-ea"/>
              </a:rPr>
              <a:t> </a:t>
            </a:r>
            <a:r>
              <a:rPr i="0" dirty="0">
                <a:latin typeface="Times New Roman" panose="02020603050405020304" pitchFamily="18" charset="0"/>
                <a:cs typeface="Times New Roman" panose="02020603050405020304" pitchFamily="18" charset="0"/>
                <a:sym typeface="+mn-ea"/>
              </a:rPr>
              <a:t>String</a:t>
            </a:r>
            <a:r>
              <a:rPr sz="2300" b="0" i="0">
                <a:latin typeface="Times New Roman" panose="02020603050405020304" pitchFamily="18" charset="0"/>
                <a:cs typeface="Times New Roman" panose="02020603050405020304" pitchFamily="18" charset="0"/>
              </a:rPr>
              <a:t/>
            </a:r>
            <a:br>
              <a:rPr sz="2300" b="0" i="0">
                <a:latin typeface="Times New Roman" panose="02020603050405020304" pitchFamily="18" charset="0"/>
                <a:cs typeface="Times New Roman" panose="02020603050405020304" pitchFamily="18" charset="0"/>
              </a:rPr>
            </a:br>
            <a:r>
              <a:rPr sz="2300" b="0" i="0">
                <a:latin typeface="Times New Roman" panose="02020603050405020304" pitchFamily="18" charset="0"/>
                <a:cs typeface="Times New Roman" panose="02020603050405020304" pitchFamily="18" charset="0"/>
              </a:rPr>
              <a:t/>
            </a:r>
            <a:br>
              <a:rPr sz="2300" b="0" i="0">
                <a:latin typeface="Times New Roman" panose="02020603050405020304" pitchFamily="18" charset="0"/>
                <a:cs typeface="Times New Roman" panose="02020603050405020304" pitchFamily="18" charset="0"/>
              </a:rPr>
            </a:br>
            <a:r>
              <a:rPr sz="2300" b="0" i="0" dirty="0">
                <a:latin typeface="Times New Roman" panose="02020603050405020304" pitchFamily="18" charset="0"/>
                <a:cs typeface="Times New Roman" panose="02020603050405020304" pitchFamily="18" charset="0"/>
                <a:sym typeface="+mn-ea"/>
              </a:rPr>
              <a:t>A</a:t>
            </a:r>
            <a:r>
              <a:rPr sz="2300" b="0" i="0" spc="5" dirty="0">
                <a:latin typeface="Times New Roman" panose="02020603050405020304" pitchFamily="18" charset="0"/>
                <a:cs typeface="Times New Roman" panose="02020603050405020304" pitchFamily="18" charset="0"/>
                <a:sym typeface="+mn-ea"/>
              </a:rPr>
              <a:t> </a:t>
            </a:r>
            <a:r>
              <a:rPr sz="2300" b="0" i="0" spc="-5" dirty="0">
                <a:latin typeface="Times New Roman" panose="02020603050405020304" pitchFamily="18" charset="0"/>
                <a:cs typeface="Times New Roman" panose="02020603050405020304" pitchFamily="18" charset="0"/>
                <a:sym typeface="+mn-ea"/>
              </a:rPr>
              <a:t>string is</a:t>
            </a:r>
            <a:r>
              <a:rPr sz="2300" b="0" i="0" spc="5" dirty="0">
                <a:latin typeface="Times New Roman" panose="02020603050405020304" pitchFamily="18" charset="0"/>
                <a:cs typeface="Times New Roman" panose="02020603050405020304" pitchFamily="18" charset="0"/>
                <a:sym typeface="+mn-ea"/>
              </a:rPr>
              <a:t> </a:t>
            </a:r>
            <a:r>
              <a:rPr sz="2300" b="0" i="0" spc="-5" dirty="0">
                <a:latin typeface="Times New Roman" panose="02020603050405020304" pitchFamily="18" charset="0"/>
                <a:cs typeface="Times New Roman" panose="02020603050405020304" pitchFamily="18" charset="0"/>
                <a:sym typeface="+mn-ea"/>
              </a:rPr>
              <a:t>a</a:t>
            </a:r>
            <a:r>
              <a:rPr sz="2300" b="0" i="0" spc="10" dirty="0">
                <a:latin typeface="Times New Roman" panose="02020603050405020304" pitchFamily="18" charset="0"/>
                <a:cs typeface="Times New Roman" panose="02020603050405020304" pitchFamily="18" charset="0"/>
                <a:sym typeface="+mn-ea"/>
              </a:rPr>
              <a:t> </a:t>
            </a:r>
            <a:r>
              <a:rPr sz="2300" b="0" i="0" spc="-5" dirty="0">
                <a:latin typeface="Times New Roman" panose="02020603050405020304" pitchFamily="18" charset="0"/>
                <a:cs typeface="Times New Roman" panose="02020603050405020304" pitchFamily="18" charset="0"/>
                <a:sym typeface="+mn-ea"/>
              </a:rPr>
              <a:t>sequence of</a:t>
            </a:r>
            <a:r>
              <a:rPr sz="2300" b="0" i="0" spc="15" dirty="0">
                <a:latin typeface="Times New Roman" panose="02020603050405020304" pitchFamily="18" charset="0"/>
                <a:cs typeface="Times New Roman" panose="02020603050405020304" pitchFamily="18" charset="0"/>
                <a:sym typeface="+mn-ea"/>
              </a:rPr>
              <a:t> </a:t>
            </a:r>
            <a:r>
              <a:rPr sz="2300" b="0" i="0" spc="-5" dirty="0">
                <a:latin typeface="Times New Roman" panose="02020603050405020304" pitchFamily="18" charset="0"/>
                <a:cs typeface="Times New Roman" panose="02020603050405020304" pitchFamily="18" charset="0"/>
                <a:sym typeface="+mn-ea"/>
              </a:rPr>
              <a:t>characters,</a:t>
            </a:r>
            <a:r>
              <a:rPr sz="2300" b="0" i="0" spc="5" dirty="0">
                <a:latin typeface="Times New Roman" panose="02020603050405020304" pitchFamily="18" charset="0"/>
                <a:cs typeface="Times New Roman" panose="02020603050405020304" pitchFamily="18" charset="0"/>
                <a:sym typeface="+mn-ea"/>
              </a:rPr>
              <a:t> </a:t>
            </a:r>
            <a:r>
              <a:rPr sz="2300" b="0" i="0" spc="-5" dirty="0">
                <a:latin typeface="Times New Roman" panose="02020603050405020304" pitchFamily="18" charset="0"/>
                <a:cs typeface="Times New Roman" panose="02020603050405020304" pitchFamily="18" charset="0"/>
                <a:sym typeface="+mn-ea"/>
              </a:rPr>
              <a:t>like</a:t>
            </a:r>
            <a:r>
              <a:rPr sz="2300" b="0" i="0" spc="15" dirty="0">
                <a:latin typeface="Times New Roman" panose="02020603050405020304" pitchFamily="18" charset="0"/>
                <a:cs typeface="Times New Roman" panose="02020603050405020304" pitchFamily="18" charset="0"/>
                <a:sym typeface="+mn-ea"/>
              </a:rPr>
              <a:t> </a:t>
            </a:r>
            <a:r>
              <a:rPr sz="2300" b="0" i="0" spc="-5" dirty="0">
                <a:latin typeface="Times New Roman" panose="02020603050405020304" pitchFamily="18" charset="0"/>
                <a:cs typeface="Times New Roman" panose="02020603050405020304" pitchFamily="18" charset="0"/>
                <a:sym typeface="+mn-ea"/>
              </a:rPr>
              <a:t>"Hello</a:t>
            </a:r>
            <a:r>
              <a:rPr sz="2300" b="0" i="0" spc="-60" dirty="0">
                <a:latin typeface="Times New Roman" panose="02020603050405020304" pitchFamily="18" charset="0"/>
                <a:cs typeface="Times New Roman" panose="02020603050405020304" pitchFamily="18" charset="0"/>
                <a:sym typeface="+mn-ea"/>
              </a:rPr>
              <a:t> </a:t>
            </a:r>
            <a:r>
              <a:rPr sz="2300" b="0" i="0" spc="-5" dirty="0">
                <a:latin typeface="Times New Roman" panose="02020603050405020304" pitchFamily="18" charset="0"/>
                <a:cs typeface="Times New Roman" panose="02020603050405020304" pitchFamily="18" charset="0"/>
                <a:sym typeface="+mn-ea"/>
              </a:rPr>
              <a:t>world!".</a:t>
            </a:r>
            <a:r>
              <a:rPr sz="2300" b="0" i="0">
                <a:latin typeface="Times New Roman" panose="02020603050405020304" pitchFamily="18" charset="0"/>
                <a:cs typeface="Times New Roman" panose="02020603050405020304" pitchFamily="18" charset="0"/>
              </a:rPr>
              <a:t/>
            </a:r>
            <a:br>
              <a:rPr sz="2300" b="0" i="0">
                <a:latin typeface="Times New Roman" panose="02020603050405020304" pitchFamily="18" charset="0"/>
                <a:cs typeface="Times New Roman" panose="02020603050405020304" pitchFamily="18" charset="0"/>
              </a:rPr>
            </a:br>
            <a:r>
              <a:rPr sz="2300" b="0" i="0" dirty="0">
                <a:latin typeface="Times New Roman" panose="02020603050405020304" pitchFamily="18" charset="0"/>
                <a:cs typeface="Times New Roman" panose="02020603050405020304" pitchFamily="18" charset="0"/>
                <a:sym typeface="+mn-ea"/>
              </a:rPr>
              <a:t>A</a:t>
            </a:r>
            <a:r>
              <a:rPr sz="2300" b="0" i="0" spc="5" dirty="0">
                <a:latin typeface="Times New Roman" panose="02020603050405020304" pitchFamily="18" charset="0"/>
                <a:cs typeface="Times New Roman" panose="02020603050405020304" pitchFamily="18" charset="0"/>
                <a:sym typeface="+mn-ea"/>
              </a:rPr>
              <a:t> </a:t>
            </a:r>
            <a:r>
              <a:rPr sz="2300" b="0" i="0" spc="-5" dirty="0">
                <a:latin typeface="Times New Roman" panose="02020603050405020304" pitchFamily="18" charset="0"/>
                <a:cs typeface="Times New Roman" panose="02020603050405020304" pitchFamily="18" charset="0"/>
                <a:sym typeface="+mn-ea"/>
              </a:rPr>
              <a:t>string</a:t>
            </a:r>
            <a:r>
              <a:rPr sz="2300" b="0" i="0" dirty="0">
                <a:latin typeface="Times New Roman" panose="02020603050405020304" pitchFamily="18" charset="0"/>
                <a:cs typeface="Times New Roman" panose="02020603050405020304" pitchFamily="18" charset="0"/>
                <a:sym typeface="+mn-ea"/>
              </a:rPr>
              <a:t> can</a:t>
            </a:r>
            <a:r>
              <a:rPr sz="2300" b="0" i="0" spc="-5" dirty="0">
                <a:latin typeface="Times New Roman" panose="02020603050405020304" pitchFamily="18" charset="0"/>
                <a:cs typeface="Times New Roman" panose="02020603050405020304" pitchFamily="18" charset="0"/>
                <a:sym typeface="+mn-ea"/>
              </a:rPr>
              <a:t> be</a:t>
            </a:r>
            <a:r>
              <a:rPr sz="2300" b="0" i="0" dirty="0">
                <a:latin typeface="Times New Roman" panose="02020603050405020304" pitchFamily="18" charset="0"/>
                <a:cs typeface="Times New Roman" panose="02020603050405020304" pitchFamily="18" charset="0"/>
                <a:sym typeface="+mn-ea"/>
              </a:rPr>
              <a:t> </a:t>
            </a:r>
            <a:r>
              <a:rPr sz="2300" b="0" i="0" spc="-5" dirty="0">
                <a:latin typeface="Times New Roman" panose="02020603050405020304" pitchFamily="18" charset="0"/>
                <a:cs typeface="Times New Roman" panose="02020603050405020304" pitchFamily="18" charset="0"/>
                <a:sym typeface="+mn-ea"/>
              </a:rPr>
              <a:t>any text</a:t>
            </a:r>
            <a:r>
              <a:rPr sz="2300" b="0" i="0" spc="5" dirty="0">
                <a:latin typeface="Times New Roman" panose="02020603050405020304" pitchFamily="18" charset="0"/>
                <a:cs typeface="Times New Roman" panose="02020603050405020304" pitchFamily="18" charset="0"/>
                <a:sym typeface="+mn-ea"/>
              </a:rPr>
              <a:t> </a:t>
            </a:r>
            <a:r>
              <a:rPr sz="2300" b="0" i="0" spc="-5" dirty="0">
                <a:latin typeface="Times New Roman" panose="02020603050405020304" pitchFamily="18" charset="0"/>
                <a:cs typeface="Times New Roman" panose="02020603050405020304" pitchFamily="18" charset="0"/>
                <a:sym typeface="+mn-ea"/>
              </a:rPr>
              <a:t>inside</a:t>
            </a:r>
            <a:r>
              <a:rPr sz="2300" b="0" i="0" spc="10" dirty="0">
                <a:latin typeface="Times New Roman" panose="02020603050405020304" pitchFamily="18" charset="0"/>
                <a:cs typeface="Times New Roman" panose="02020603050405020304" pitchFamily="18" charset="0"/>
                <a:sym typeface="+mn-ea"/>
              </a:rPr>
              <a:t> </a:t>
            </a:r>
            <a:r>
              <a:rPr sz="2300" b="0" i="0" spc="-5" dirty="0">
                <a:latin typeface="Times New Roman" panose="02020603050405020304" pitchFamily="18" charset="0"/>
                <a:cs typeface="Times New Roman" panose="02020603050405020304" pitchFamily="18" charset="0"/>
                <a:sym typeface="+mn-ea"/>
              </a:rPr>
              <a:t>quotes. You</a:t>
            </a:r>
            <a:r>
              <a:rPr sz="2300" b="0" i="0" spc="40" dirty="0">
                <a:latin typeface="Times New Roman" panose="02020603050405020304" pitchFamily="18" charset="0"/>
                <a:cs typeface="Times New Roman" panose="02020603050405020304" pitchFamily="18" charset="0"/>
                <a:sym typeface="+mn-ea"/>
              </a:rPr>
              <a:t> </a:t>
            </a:r>
            <a:r>
              <a:rPr sz="2300" b="0" i="0" spc="-20" dirty="0">
                <a:latin typeface="Times New Roman" panose="02020603050405020304" pitchFamily="18" charset="0"/>
                <a:cs typeface="Times New Roman" panose="02020603050405020304" pitchFamily="18" charset="0"/>
                <a:sym typeface="+mn-ea"/>
              </a:rPr>
              <a:t>can</a:t>
            </a:r>
            <a:r>
              <a:rPr sz="2300" b="0" i="0" spc="-10" dirty="0">
                <a:latin typeface="Times New Roman" panose="02020603050405020304" pitchFamily="18" charset="0"/>
                <a:cs typeface="Times New Roman" panose="02020603050405020304" pitchFamily="18" charset="0"/>
                <a:sym typeface="+mn-ea"/>
              </a:rPr>
              <a:t> use</a:t>
            </a:r>
            <a:r>
              <a:rPr sz="2300" b="0" i="0" spc="5" dirty="0">
                <a:latin typeface="Times New Roman" panose="02020603050405020304" pitchFamily="18" charset="0"/>
                <a:cs typeface="Times New Roman" panose="02020603050405020304" pitchFamily="18" charset="0"/>
                <a:sym typeface="+mn-ea"/>
              </a:rPr>
              <a:t> </a:t>
            </a:r>
            <a:r>
              <a:rPr sz="2300" b="0" i="0" spc="-5" dirty="0">
                <a:latin typeface="Times New Roman" panose="02020603050405020304" pitchFamily="18" charset="0"/>
                <a:cs typeface="Times New Roman" panose="02020603050405020304" pitchFamily="18" charset="0"/>
                <a:sym typeface="+mn-ea"/>
              </a:rPr>
              <a:t>single</a:t>
            </a:r>
            <a:r>
              <a:rPr sz="2300" b="0" i="0" spc="10" dirty="0">
                <a:latin typeface="Times New Roman" panose="02020603050405020304" pitchFamily="18" charset="0"/>
                <a:cs typeface="Times New Roman" panose="02020603050405020304" pitchFamily="18" charset="0"/>
                <a:sym typeface="+mn-ea"/>
              </a:rPr>
              <a:t> </a:t>
            </a:r>
            <a:r>
              <a:rPr sz="2300" b="0" i="0" spc="-5" dirty="0">
                <a:latin typeface="Times New Roman" panose="02020603050405020304" pitchFamily="18" charset="0"/>
                <a:cs typeface="Times New Roman" panose="02020603050405020304" pitchFamily="18" charset="0"/>
                <a:sym typeface="+mn-ea"/>
              </a:rPr>
              <a:t>or double</a:t>
            </a:r>
            <a:r>
              <a:rPr sz="2300" b="0" i="0" spc="-50" dirty="0">
                <a:latin typeface="Times New Roman" panose="02020603050405020304" pitchFamily="18" charset="0"/>
                <a:cs typeface="Times New Roman" panose="02020603050405020304" pitchFamily="18" charset="0"/>
                <a:sym typeface="+mn-ea"/>
              </a:rPr>
              <a:t> </a:t>
            </a:r>
            <a:r>
              <a:rPr sz="2300" b="0" i="0" spc="-5" dirty="0">
                <a:latin typeface="Times New Roman" panose="02020603050405020304" pitchFamily="18" charset="0"/>
                <a:cs typeface="Times New Roman" panose="02020603050405020304" pitchFamily="18" charset="0"/>
                <a:sym typeface="+mn-ea"/>
              </a:rPr>
              <a:t>quotes:</a:t>
            </a:r>
            <a:r>
              <a:rPr sz="2300" b="0" i="0">
                <a:latin typeface="Times New Roman" panose="02020603050405020304" pitchFamily="18" charset="0"/>
                <a:cs typeface="Times New Roman" panose="02020603050405020304" pitchFamily="18" charset="0"/>
              </a:rPr>
              <a:t/>
            </a:r>
            <a:br>
              <a:rPr sz="2300" b="0" i="0">
                <a:latin typeface="Times New Roman" panose="02020603050405020304" pitchFamily="18" charset="0"/>
                <a:cs typeface="Times New Roman" panose="02020603050405020304" pitchFamily="18" charset="0"/>
              </a:rPr>
            </a:br>
            <a:r>
              <a:rPr sz="2300" b="0" i="0" spc="-5" dirty="0">
                <a:latin typeface="Times New Roman" panose="02020603050405020304" pitchFamily="18" charset="0"/>
                <a:cs typeface="Times New Roman" panose="02020603050405020304" pitchFamily="18" charset="0"/>
                <a:sym typeface="+mn-ea"/>
              </a:rPr>
              <a:t>Example</a:t>
            </a:r>
            <a:r>
              <a:rPr sz="2300" b="0" i="0">
                <a:latin typeface="Times New Roman" panose="02020603050405020304" pitchFamily="18" charset="0"/>
                <a:cs typeface="Times New Roman" panose="02020603050405020304" pitchFamily="18" charset="0"/>
              </a:rPr>
              <a:t/>
            </a:r>
            <a:br>
              <a:rPr sz="2300" b="0" i="0">
                <a:latin typeface="Times New Roman" panose="02020603050405020304" pitchFamily="18" charset="0"/>
                <a:cs typeface="Times New Roman" panose="02020603050405020304" pitchFamily="18" charset="0"/>
              </a:rPr>
            </a:br>
            <a:r>
              <a:rPr sz="2300" b="0" i="0" dirty="0">
                <a:solidFill>
                  <a:srgbClr val="0000CD"/>
                </a:solidFill>
                <a:latin typeface="Times New Roman" panose="02020603050405020304" pitchFamily="18" charset="0"/>
                <a:cs typeface="Times New Roman" panose="02020603050405020304" pitchFamily="18" charset="0"/>
                <a:sym typeface="+mn-ea"/>
              </a:rPr>
              <a:t>&lt;</a:t>
            </a:r>
            <a:r>
              <a:rPr sz="2300" b="0" i="0" dirty="0">
                <a:solidFill>
                  <a:srgbClr val="A32A2A"/>
                </a:solidFill>
                <a:latin typeface="Times New Roman" panose="02020603050405020304" pitchFamily="18" charset="0"/>
                <a:cs typeface="Times New Roman" panose="02020603050405020304" pitchFamily="18" charset="0"/>
                <a:sym typeface="+mn-ea"/>
              </a:rPr>
              <a:t>html</a:t>
            </a:r>
            <a:r>
              <a:rPr sz="2300" b="0" i="0" dirty="0">
                <a:solidFill>
                  <a:srgbClr val="0000CD"/>
                </a:solidFill>
                <a:latin typeface="Times New Roman" panose="02020603050405020304" pitchFamily="18" charset="0"/>
                <a:cs typeface="Times New Roman" panose="02020603050405020304" pitchFamily="18" charset="0"/>
                <a:sym typeface="+mn-ea"/>
              </a:rPr>
              <a:t>&gt;</a:t>
            </a:r>
            <a:r>
              <a:rPr sz="2300" b="0" i="0">
                <a:latin typeface="Times New Roman" panose="02020603050405020304" pitchFamily="18" charset="0"/>
                <a:cs typeface="Times New Roman" panose="02020603050405020304" pitchFamily="18" charset="0"/>
              </a:rPr>
              <a:t/>
            </a:r>
            <a:br>
              <a:rPr sz="2300" b="0" i="0">
                <a:latin typeface="Times New Roman" panose="02020603050405020304" pitchFamily="18" charset="0"/>
                <a:cs typeface="Times New Roman" panose="02020603050405020304" pitchFamily="18" charset="0"/>
              </a:rPr>
            </a:br>
            <a:r>
              <a:rPr sz="2300" b="0" i="0" spc="-5" dirty="0">
                <a:solidFill>
                  <a:srgbClr val="0000CD"/>
                </a:solidFill>
                <a:latin typeface="Times New Roman" panose="02020603050405020304" pitchFamily="18" charset="0"/>
                <a:cs typeface="Times New Roman" panose="02020603050405020304" pitchFamily="18" charset="0"/>
                <a:sym typeface="+mn-ea"/>
              </a:rPr>
              <a:t>&lt;</a:t>
            </a:r>
            <a:r>
              <a:rPr sz="2300" b="0" i="0" spc="-5" dirty="0">
                <a:solidFill>
                  <a:srgbClr val="A32A2A"/>
                </a:solidFill>
                <a:latin typeface="Times New Roman" panose="02020603050405020304" pitchFamily="18" charset="0"/>
                <a:cs typeface="Times New Roman" panose="02020603050405020304" pitchFamily="18" charset="0"/>
                <a:sym typeface="+mn-ea"/>
              </a:rPr>
              <a:t>body</a:t>
            </a:r>
            <a:r>
              <a:rPr sz="2300" b="0" i="0" spc="-5" dirty="0">
                <a:solidFill>
                  <a:srgbClr val="0000CD"/>
                </a:solidFill>
                <a:latin typeface="Times New Roman" panose="02020603050405020304" pitchFamily="18" charset="0"/>
                <a:cs typeface="Times New Roman" panose="02020603050405020304" pitchFamily="18" charset="0"/>
                <a:sym typeface="+mn-ea"/>
              </a:rPr>
              <a:t>&gt;</a:t>
            </a:r>
            <a:r>
              <a:rPr sz="2300" b="0" i="0">
                <a:latin typeface="Times New Roman" panose="02020603050405020304" pitchFamily="18" charset="0"/>
                <a:cs typeface="Times New Roman" panose="02020603050405020304" pitchFamily="18" charset="0"/>
              </a:rPr>
              <a:t/>
            </a:r>
            <a:br>
              <a:rPr sz="2300" b="0" i="0">
                <a:latin typeface="Times New Roman" panose="02020603050405020304" pitchFamily="18" charset="0"/>
                <a:cs typeface="Times New Roman" panose="02020603050405020304" pitchFamily="18" charset="0"/>
              </a:rPr>
            </a:br>
            <a:r>
              <a:rPr sz="2300" b="0" i="0" spc="-5" dirty="0">
                <a:solidFill>
                  <a:srgbClr val="FF0000"/>
                </a:solidFill>
                <a:latin typeface="Times New Roman" panose="02020603050405020304" pitchFamily="18" charset="0"/>
                <a:cs typeface="Times New Roman" panose="02020603050405020304" pitchFamily="18" charset="0"/>
                <a:sym typeface="+mn-ea"/>
              </a:rPr>
              <a:t>&lt;?php</a:t>
            </a:r>
            <a:r>
              <a:rPr sz="2300" b="0" i="0">
                <a:latin typeface="Times New Roman" panose="02020603050405020304" pitchFamily="18" charset="0"/>
                <a:cs typeface="Times New Roman" panose="02020603050405020304" pitchFamily="18" charset="0"/>
              </a:rPr>
              <a:t/>
            </a:r>
            <a:br>
              <a:rPr sz="2300" b="0" i="0">
                <a:latin typeface="Times New Roman" panose="02020603050405020304" pitchFamily="18" charset="0"/>
                <a:cs typeface="Times New Roman" panose="02020603050405020304" pitchFamily="18" charset="0"/>
              </a:rPr>
            </a:br>
            <a:r>
              <a:rPr sz="2300" b="0" i="0" spc="-5" dirty="0">
                <a:latin typeface="Times New Roman" panose="02020603050405020304" pitchFamily="18" charset="0"/>
                <a:cs typeface="Times New Roman" panose="02020603050405020304" pitchFamily="18" charset="0"/>
                <a:sym typeface="+mn-ea"/>
              </a:rPr>
              <a:t>$x</a:t>
            </a:r>
            <a:r>
              <a:rPr sz="2300" b="0" i="0" spc="-25" dirty="0">
                <a:latin typeface="Times New Roman" panose="02020603050405020304" pitchFamily="18" charset="0"/>
                <a:cs typeface="Times New Roman" panose="02020603050405020304" pitchFamily="18" charset="0"/>
                <a:sym typeface="+mn-ea"/>
              </a:rPr>
              <a:t> </a:t>
            </a:r>
            <a:r>
              <a:rPr sz="2300" b="0" i="0" dirty="0">
                <a:latin typeface="Times New Roman" panose="02020603050405020304" pitchFamily="18" charset="0"/>
                <a:cs typeface="Times New Roman" panose="02020603050405020304" pitchFamily="18" charset="0"/>
                <a:sym typeface="+mn-ea"/>
              </a:rPr>
              <a:t>=</a:t>
            </a:r>
            <a:r>
              <a:rPr sz="2300" b="0" i="0" spc="-10" dirty="0">
                <a:latin typeface="Times New Roman" panose="02020603050405020304" pitchFamily="18" charset="0"/>
                <a:cs typeface="Times New Roman" panose="02020603050405020304" pitchFamily="18" charset="0"/>
                <a:sym typeface="+mn-ea"/>
              </a:rPr>
              <a:t> </a:t>
            </a:r>
            <a:r>
              <a:rPr sz="2300" b="0" i="0" spc="-5" dirty="0">
                <a:solidFill>
                  <a:srgbClr val="A32A2A"/>
                </a:solidFill>
                <a:latin typeface="Times New Roman" panose="02020603050405020304" pitchFamily="18" charset="0"/>
                <a:cs typeface="Times New Roman" panose="02020603050405020304" pitchFamily="18" charset="0"/>
                <a:sym typeface="+mn-ea"/>
              </a:rPr>
              <a:t>"Hello</a:t>
            </a:r>
            <a:r>
              <a:rPr sz="2300" b="0" i="0" spc="-10" dirty="0">
                <a:solidFill>
                  <a:srgbClr val="A32A2A"/>
                </a:solidFill>
                <a:latin typeface="Times New Roman" panose="02020603050405020304" pitchFamily="18" charset="0"/>
                <a:cs typeface="Times New Roman" panose="02020603050405020304" pitchFamily="18" charset="0"/>
                <a:sym typeface="+mn-ea"/>
              </a:rPr>
              <a:t> </a:t>
            </a:r>
            <a:r>
              <a:rPr sz="2300" b="0" i="0" spc="-5" dirty="0">
                <a:solidFill>
                  <a:srgbClr val="A32A2A"/>
                </a:solidFill>
                <a:latin typeface="Times New Roman" panose="02020603050405020304" pitchFamily="18" charset="0"/>
                <a:cs typeface="Times New Roman" panose="02020603050405020304" pitchFamily="18" charset="0"/>
                <a:sym typeface="+mn-ea"/>
              </a:rPr>
              <a:t>world!"</a:t>
            </a:r>
            <a:r>
              <a:rPr sz="2300" b="0" i="0" spc="-5" dirty="0">
                <a:latin typeface="Times New Roman" panose="02020603050405020304" pitchFamily="18" charset="0"/>
                <a:cs typeface="Times New Roman" panose="02020603050405020304" pitchFamily="18" charset="0"/>
                <a:sym typeface="+mn-ea"/>
              </a:rPr>
              <a:t>;</a:t>
            </a:r>
            <a:r>
              <a:rPr sz="2300" b="0" i="0">
                <a:latin typeface="Times New Roman" panose="02020603050405020304" pitchFamily="18" charset="0"/>
                <a:cs typeface="Times New Roman" panose="02020603050405020304" pitchFamily="18" charset="0"/>
              </a:rPr>
              <a:t/>
            </a:r>
            <a:br>
              <a:rPr sz="2300" b="0" i="0">
                <a:latin typeface="Times New Roman" panose="02020603050405020304" pitchFamily="18" charset="0"/>
                <a:cs typeface="Times New Roman" panose="02020603050405020304" pitchFamily="18" charset="0"/>
              </a:rPr>
            </a:br>
            <a:r>
              <a:rPr sz="2300" b="0" i="0" spc="-5" dirty="0">
                <a:latin typeface="Times New Roman" panose="02020603050405020304" pitchFamily="18" charset="0"/>
                <a:cs typeface="Times New Roman" panose="02020603050405020304" pitchFamily="18" charset="0"/>
                <a:sym typeface="+mn-ea"/>
              </a:rPr>
              <a:t>$y</a:t>
            </a:r>
            <a:r>
              <a:rPr sz="2300" b="0" i="0" spc="-35" dirty="0">
                <a:latin typeface="Times New Roman" panose="02020603050405020304" pitchFamily="18" charset="0"/>
                <a:cs typeface="Times New Roman" panose="02020603050405020304" pitchFamily="18" charset="0"/>
                <a:sym typeface="+mn-ea"/>
              </a:rPr>
              <a:t> </a:t>
            </a:r>
            <a:r>
              <a:rPr sz="2300" b="0" i="0" dirty="0">
                <a:latin typeface="Times New Roman" panose="02020603050405020304" pitchFamily="18" charset="0"/>
                <a:cs typeface="Times New Roman" panose="02020603050405020304" pitchFamily="18" charset="0"/>
                <a:sym typeface="+mn-ea"/>
              </a:rPr>
              <a:t>=</a:t>
            </a:r>
            <a:r>
              <a:rPr sz="2300" b="0" i="0" spc="-15" dirty="0">
                <a:latin typeface="Times New Roman" panose="02020603050405020304" pitchFamily="18" charset="0"/>
                <a:cs typeface="Times New Roman" panose="02020603050405020304" pitchFamily="18" charset="0"/>
                <a:sym typeface="+mn-ea"/>
              </a:rPr>
              <a:t> </a:t>
            </a:r>
            <a:r>
              <a:rPr sz="2300" b="0" i="0" spc="-5" dirty="0">
                <a:solidFill>
                  <a:srgbClr val="A32A2A"/>
                </a:solidFill>
                <a:latin typeface="Times New Roman" panose="02020603050405020304" pitchFamily="18" charset="0"/>
                <a:cs typeface="Times New Roman" panose="02020603050405020304" pitchFamily="18" charset="0"/>
                <a:sym typeface="+mn-ea"/>
              </a:rPr>
              <a:t>'Hello</a:t>
            </a:r>
            <a:r>
              <a:rPr sz="2300" b="0" i="0" dirty="0">
                <a:solidFill>
                  <a:srgbClr val="A32A2A"/>
                </a:solidFill>
                <a:latin typeface="Times New Roman" panose="02020603050405020304" pitchFamily="18" charset="0"/>
                <a:cs typeface="Times New Roman" panose="02020603050405020304" pitchFamily="18" charset="0"/>
                <a:sym typeface="+mn-ea"/>
              </a:rPr>
              <a:t> </a:t>
            </a:r>
            <a:r>
              <a:rPr sz="2300" b="0" i="0" spc="-5" dirty="0">
                <a:solidFill>
                  <a:srgbClr val="A32A2A"/>
                </a:solidFill>
                <a:latin typeface="Times New Roman" panose="02020603050405020304" pitchFamily="18" charset="0"/>
                <a:cs typeface="Times New Roman" panose="02020603050405020304" pitchFamily="18" charset="0"/>
                <a:sym typeface="+mn-ea"/>
              </a:rPr>
              <a:t>world!'</a:t>
            </a:r>
            <a:r>
              <a:rPr sz="2300" b="0" i="0" spc="-5" dirty="0">
                <a:latin typeface="Times New Roman" panose="02020603050405020304" pitchFamily="18" charset="0"/>
                <a:cs typeface="Times New Roman" panose="02020603050405020304" pitchFamily="18" charset="0"/>
                <a:sym typeface="+mn-ea"/>
              </a:rPr>
              <a:t>; </a:t>
            </a:r>
            <a:r>
              <a:rPr sz="2300" b="0" i="0" spc="-320" dirty="0">
                <a:latin typeface="Times New Roman" panose="02020603050405020304" pitchFamily="18" charset="0"/>
                <a:cs typeface="Times New Roman" panose="02020603050405020304" pitchFamily="18" charset="0"/>
                <a:sym typeface="+mn-ea"/>
              </a:rPr>
              <a:t> </a:t>
            </a:r>
            <a:r>
              <a:rPr sz="2300" b="0" i="0" spc="-5" dirty="0">
                <a:solidFill>
                  <a:srgbClr val="0000CD"/>
                </a:solidFill>
                <a:latin typeface="Times New Roman" panose="02020603050405020304" pitchFamily="18" charset="0"/>
                <a:cs typeface="Times New Roman" panose="02020603050405020304" pitchFamily="18" charset="0"/>
                <a:sym typeface="+mn-ea"/>
              </a:rPr>
              <a:t>echo</a:t>
            </a:r>
            <a:r>
              <a:rPr sz="2300" b="0" i="0" dirty="0">
                <a:solidFill>
                  <a:srgbClr val="0000CD"/>
                </a:solidFill>
                <a:latin typeface="Times New Roman" panose="02020603050405020304" pitchFamily="18" charset="0"/>
                <a:cs typeface="Times New Roman" panose="02020603050405020304" pitchFamily="18" charset="0"/>
                <a:sym typeface="+mn-ea"/>
              </a:rPr>
              <a:t> </a:t>
            </a:r>
            <a:r>
              <a:rPr sz="2300" b="0" i="0" spc="-5" dirty="0">
                <a:latin typeface="Times New Roman" panose="02020603050405020304" pitchFamily="18" charset="0"/>
                <a:cs typeface="Times New Roman" panose="02020603050405020304" pitchFamily="18" charset="0"/>
                <a:sym typeface="+mn-ea"/>
              </a:rPr>
              <a:t>$x;</a:t>
            </a:r>
            <a:r>
              <a:rPr sz="2300" b="0" i="0">
                <a:latin typeface="Times New Roman" panose="02020603050405020304" pitchFamily="18" charset="0"/>
                <a:cs typeface="Times New Roman" panose="02020603050405020304" pitchFamily="18" charset="0"/>
              </a:rPr>
              <a:t/>
            </a:r>
            <a:br>
              <a:rPr sz="2300" b="0" i="0">
                <a:latin typeface="Times New Roman" panose="02020603050405020304" pitchFamily="18" charset="0"/>
                <a:cs typeface="Times New Roman" panose="02020603050405020304" pitchFamily="18" charset="0"/>
              </a:rPr>
            </a:br>
            <a:r>
              <a:rPr sz="2300" b="0" i="0" spc="-5" dirty="0">
                <a:solidFill>
                  <a:srgbClr val="0000CD"/>
                </a:solidFill>
                <a:latin typeface="Times New Roman" panose="02020603050405020304" pitchFamily="18" charset="0"/>
                <a:cs typeface="Times New Roman" panose="02020603050405020304" pitchFamily="18" charset="0"/>
                <a:sym typeface="+mn-ea"/>
              </a:rPr>
              <a:t>echo</a:t>
            </a:r>
            <a:r>
              <a:rPr sz="2300" b="0" i="0" spc="-55" dirty="0">
                <a:solidFill>
                  <a:srgbClr val="0000CD"/>
                </a:solidFill>
                <a:latin typeface="Times New Roman" panose="02020603050405020304" pitchFamily="18" charset="0"/>
                <a:cs typeface="Times New Roman" panose="02020603050405020304" pitchFamily="18" charset="0"/>
                <a:sym typeface="+mn-ea"/>
              </a:rPr>
              <a:t> </a:t>
            </a:r>
            <a:r>
              <a:rPr sz="2300" b="0" i="0" spc="-5" dirty="0">
                <a:solidFill>
                  <a:srgbClr val="A32A2A"/>
                </a:solidFill>
                <a:latin typeface="Times New Roman" panose="02020603050405020304" pitchFamily="18" charset="0"/>
                <a:cs typeface="Times New Roman" panose="02020603050405020304" pitchFamily="18" charset="0"/>
                <a:sym typeface="+mn-ea"/>
              </a:rPr>
              <a:t>"&lt;br&gt;"</a:t>
            </a:r>
            <a:r>
              <a:rPr sz="2300" b="0" i="0" spc="-5" dirty="0">
                <a:latin typeface="Times New Roman" panose="02020603050405020304" pitchFamily="18" charset="0"/>
                <a:cs typeface="Times New Roman" panose="02020603050405020304" pitchFamily="18" charset="0"/>
                <a:sym typeface="+mn-ea"/>
              </a:rPr>
              <a:t>; </a:t>
            </a:r>
            <a:r>
              <a:rPr sz="2300" b="0" i="0" spc="-320" dirty="0">
                <a:latin typeface="Times New Roman" panose="02020603050405020304" pitchFamily="18" charset="0"/>
                <a:cs typeface="Times New Roman" panose="02020603050405020304" pitchFamily="18" charset="0"/>
                <a:sym typeface="+mn-ea"/>
              </a:rPr>
              <a:t> </a:t>
            </a:r>
            <a:r>
              <a:rPr sz="2300" b="0" i="0" spc="-5" dirty="0">
                <a:solidFill>
                  <a:srgbClr val="0000CD"/>
                </a:solidFill>
                <a:latin typeface="Times New Roman" panose="02020603050405020304" pitchFamily="18" charset="0"/>
                <a:cs typeface="Times New Roman" panose="02020603050405020304" pitchFamily="18" charset="0"/>
                <a:sym typeface="+mn-ea"/>
              </a:rPr>
              <a:t>echo</a:t>
            </a:r>
            <a:r>
              <a:rPr sz="2300" b="0" i="0" spc="-10" dirty="0">
                <a:solidFill>
                  <a:srgbClr val="0000CD"/>
                </a:solidFill>
                <a:latin typeface="Times New Roman" panose="02020603050405020304" pitchFamily="18" charset="0"/>
                <a:cs typeface="Times New Roman" panose="02020603050405020304" pitchFamily="18" charset="0"/>
                <a:sym typeface="+mn-ea"/>
              </a:rPr>
              <a:t> </a:t>
            </a:r>
            <a:r>
              <a:rPr sz="2300" b="0" i="0" spc="-5" dirty="0">
                <a:latin typeface="Times New Roman" panose="02020603050405020304" pitchFamily="18" charset="0"/>
                <a:cs typeface="Times New Roman" panose="02020603050405020304" pitchFamily="18" charset="0"/>
                <a:sym typeface="+mn-ea"/>
              </a:rPr>
              <a:t>$y;</a:t>
            </a:r>
            <a:r>
              <a:rPr sz="2300" b="0" i="0">
                <a:latin typeface="Times New Roman" panose="02020603050405020304" pitchFamily="18" charset="0"/>
                <a:cs typeface="Times New Roman" panose="02020603050405020304" pitchFamily="18" charset="0"/>
              </a:rPr>
              <a:t/>
            </a:r>
            <a:br>
              <a:rPr sz="2300" b="0" i="0">
                <a:latin typeface="Times New Roman" panose="02020603050405020304" pitchFamily="18" charset="0"/>
                <a:cs typeface="Times New Roman" panose="02020603050405020304" pitchFamily="18" charset="0"/>
              </a:rPr>
            </a:br>
            <a:r>
              <a:rPr sz="2300" b="0" i="0" spc="-5" dirty="0">
                <a:solidFill>
                  <a:srgbClr val="FF0000"/>
                </a:solidFill>
                <a:latin typeface="Times New Roman" panose="02020603050405020304" pitchFamily="18" charset="0"/>
                <a:cs typeface="Times New Roman" panose="02020603050405020304" pitchFamily="18" charset="0"/>
                <a:sym typeface="+mn-ea"/>
              </a:rPr>
              <a:t>?&gt;</a:t>
            </a:r>
            <a:r>
              <a:rPr sz="2300" b="0" i="0">
                <a:latin typeface="Times New Roman" panose="02020603050405020304" pitchFamily="18" charset="0"/>
                <a:cs typeface="Times New Roman" panose="02020603050405020304" pitchFamily="18" charset="0"/>
              </a:rPr>
              <a:t/>
            </a:r>
            <a:br>
              <a:rPr sz="2300" b="0" i="0">
                <a:latin typeface="Times New Roman" panose="02020603050405020304" pitchFamily="18" charset="0"/>
                <a:cs typeface="Times New Roman" panose="02020603050405020304" pitchFamily="18" charset="0"/>
              </a:rPr>
            </a:br>
            <a:r>
              <a:rPr sz="2300" b="0" i="0" spc="-5" dirty="0">
                <a:solidFill>
                  <a:srgbClr val="0000CD"/>
                </a:solidFill>
                <a:latin typeface="Times New Roman" panose="02020603050405020304" pitchFamily="18" charset="0"/>
                <a:cs typeface="Times New Roman" panose="02020603050405020304" pitchFamily="18" charset="0"/>
                <a:sym typeface="+mn-ea"/>
              </a:rPr>
              <a:t>&lt;</a:t>
            </a:r>
            <a:r>
              <a:rPr sz="2300" b="0" i="0" spc="-5" dirty="0">
                <a:solidFill>
                  <a:srgbClr val="A32A2A"/>
                </a:solidFill>
                <a:latin typeface="Times New Roman" panose="02020603050405020304" pitchFamily="18" charset="0"/>
                <a:cs typeface="Times New Roman" panose="02020603050405020304" pitchFamily="18" charset="0"/>
                <a:sym typeface="+mn-ea"/>
              </a:rPr>
              <a:t>/body</a:t>
            </a:r>
            <a:r>
              <a:rPr sz="2300" b="0" i="0" spc="-5" dirty="0">
                <a:solidFill>
                  <a:srgbClr val="0000CD"/>
                </a:solidFill>
                <a:latin typeface="Times New Roman" panose="02020603050405020304" pitchFamily="18" charset="0"/>
                <a:cs typeface="Times New Roman" panose="02020603050405020304" pitchFamily="18" charset="0"/>
                <a:sym typeface="+mn-ea"/>
              </a:rPr>
              <a:t>&gt;</a:t>
            </a:r>
            <a:r>
              <a:rPr sz="2300" b="0" i="0">
                <a:latin typeface="Times New Roman" panose="02020603050405020304" pitchFamily="18" charset="0"/>
                <a:cs typeface="Times New Roman" panose="02020603050405020304" pitchFamily="18" charset="0"/>
              </a:rPr>
              <a:t/>
            </a:r>
            <a:br>
              <a:rPr sz="2300" b="0" i="0">
                <a:latin typeface="Times New Roman" panose="02020603050405020304" pitchFamily="18" charset="0"/>
                <a:cs typeface="Times New Roman" panose="02020603050405020304" pitchFamily="18" charset="0"/>
              </a:rPr>
            </a:br>
            <a:r>
              <a:rPr sz="2300" b="0" i="0" dirty="0">
                <a:solidFill>
                  <a:srgbClr val="0000CD"/>
                </a:solidFill>
                <a:latin typeface="Times New Roman" panose="02020603050405020304" pitchFamily="18" charset="0"/>
                <a:cs typeface="Times New Roman" panose="02020603050405020304" pitchFamily="18" charset="0"/>
                <a:sym typeface="+mn-ea"/>
              </a:rPr>
              <a:t>&lt;</a:t>
            </a:r>
            <a:r>
              <a:rPr sz="2300" b="0" i="0" dirty="0">
                <a:solidFill>
                  <a:srgbClr val="A32A2A"/>
                </a:solidFill>
                <a:latin typeface="Times New Roman" panose="02020603050405020304" pitchFamily="18" charset="0"/>
                <a:cs typeface="Times New Roman" panose="02020603050405020304" pitchFamily="18" charset="0"/>
                <a:sym typeface="+mn-ea"/>
              </a:rPr>
              <a:t>/html</a:t>
            </a:r>
            <a:r>
              <a:rPr sz="2300" b="0" i="0" dirty="0">
                <a:solidFill>
                  <a:srgbClr val="0000CD"/>
                </a:solidFill>
                <a:latin typeface="Times New Roman" panose="02020603050405020304" pitchFamily="18" charset="0"/>
                <a:cs typeface="Times New Roman" panose="02020603050405020304" pitchFamily="18" charset="0"/>
                <a:sym typeface="+mn-ea"/>
              </a:rPr>
              <a:t>&gt;</a:t>
            </a:r>
            <a:r>
              <a:rPr sz="2300" b="0" i="0">
                <a:latin typeface="Times New Roman" panose="02020603050405020304" pitchFamily="18" charset="0"/>
                <a:cs typeface="Times New Roman" panose="02020603050405020304" pitchFamily="18" charset="0"/>
              </a:rPr>
              <a:t/>
            </a:r>
            <a:br>
              <a:rPr sz="2300" b="0" i="0">
                <a:latin typeface="Times New Roman" panose="02020603050405020304" pitchFamily="18" charset="0"/>
                <a:cs typeface="Times New Roman" panose="02020603050405020304" pitchFamily="18" charset="0"/>
              </a:rPr>
            </a:br>
            <a:r>
              <a:rPr sz="2300" b="0" i="0" dirty="0">
                <a:latin typeface="Times New Roman" panose="02020603050405020304" pitchFamily="18" charset="0"/>
                <a:cs typeface="Times New Roman" panose="02020603050405020304" pitchFamily="18" charset="0"/>
                <a:sym typeface="+mn-ea"/>
              </a:rPr>
              <a:t>OUTPUT:</a:t>
            </a:r>
            <a:r>
              <a:rPr sz="2300" b="0" i="0">
                <a:latin typeface="Times New Roman" panose="02020603050405020304" pitchFamily="18" charset="0"/>
                <a:cs typeface="Times New Roman" panose="02020603050405020304" pitchFamily="18" charset="0"/>
              </a:rPr>
              <a:t/>
            </a:r>
            <a:br>
              <a:rPr sz="2300" b="0" i="0">
                <a:latin typeface="Times New Roman" panose="02020603050405020304" pitchFamily="18" charset="0"/>
                <a:cs typeface="Times New Roman" panose="02020603050405020304" pitchFamily="18" charset="0"/>
              </a:rPr>
            </a:br>
            <a:r>
              <a:rPr sz="2300" b="0" i="0" spc="-5" dirty="0">
                <a:latin typeface="Times New Roman" panose="02020603050405020304" pitchFamily="18" charset="0"/>
                <a:cs typeface="Times New Roman" panose="02020603050405020304" pitchFamily="18" charset="0"/>
                <a:sym typeface="+mn-ea"/>
              </a:rPr>
              <a:t>Hello</a:t>
            </a:r>
            <a:r>
              <a:rPr sz="2300" b="0" i="0" spc="-70" dirty="0">
                <a:latin typeface="Times New Roman" panose="02020603050405020304" pitchFamily="18" charset="0"/>
                <a:cs typeface="Times New Roman" panose="02020603050405020304" pitchFamily="18" charset="0"/>
                <a:sym typeface="+mn-ea"/>
              </a:rPr>
              <a:t> </a:t>
            </a:r>
            <a:r>
              <a:rPr sz="2300" b="0" i="0" spc="-5" dirty="0">
                <a:latin typeface="Times New Roman" panose="02020603050405020304" pitchFamily="18" charset="0"/>
                <a:cs typeface="Times New Roman" panose="02020603050405020304" pitchFamily="18" charset="0"/>
                <a:sym typeface="+mn-ea"/>
              </a:rPr>
              <a:t>world! </a:t>
            </a:r>
            <a:r>
              <a:rPr sz="2300" b="0" i="0" spc="-315" dirty="0">
                <a:latin typeface="Times New Roman" panose="02020603050405020304" pitchFamily="18" charset="0"/>
                <a:cs typeface="Times New Roman" panose="02020603050405020304" pitchFamily="18" charset="0"/>
                <a:sym typeface="+mn-ea"/>
              </a:rPr>
              <a:t> </a:t>
            </a:r>
            <a:r>
              <a:rPr sz="2300" b="0" i="0" spc="-5" dirty="0">
                <a:latin typeface="Times New Roman" panose="02020603050405020304" pitchFamily="18" charset="0"/>
                <a:cs typeface="Times New Roman" panose="02020603050405020304" pitchFamily="18" charset="0"/>
                <a:sym typeface="+mn-ea"/>
              </a:rPr>
              <a:t>Hello</a:t>
            </a:r>
            <a:r>
              <a:rPr sz="2300" b="0" i="0" spc="-70" dirty="0">
                <a:latin typeface="Times New Roman" panose="02020603050405020304" pitchFamily="18" charset="0"/>
                <a:cs typeface="Times New Roman" panose="02020603050405020304" pitchFamily="18" charset="0"/>
                <a:sym typeface="+mn-ea"/>
              </a:rPr>
              <a:t> </a:t>
            </a:r>
            <a:r>
              <a:rPr sz="2300" b="0" i="0" spc="-5" dirty="0">
                <a:latin typeface="Times New Roman" panose="02020603050405020304" pitchFamily="18" charset="0"/>
                <a:cs typeface="Times New Roman" panose="02020603050405020304" pitchFamily="18" charset="0"/>
                <a:sym typeface="+mn-ea"/>
              </a:rPr>
              <a:t>world!</a:t>
            </a:r>
            <a:endParaRPr lang="en-US" sz="2300" b="0" i="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DFB6C672-F3CB-DF32-C5AA-6365C78B695B}"/>
              </a:ext>
            </a:extLst>
          </p:cNvPr>
          <p:cNvSpPr>
            <a:spLocks noGrp="1"/>
          </p:cNvSpPr>
          <p:nvPr>
            <p:ph type="sldNum" idx="4"/>
          </p:nvPr>
        </p:nvSpPr>
        <p:spPr/>
        <p:txBody>
          <a:bodyPr/>
          <a:lstStyle/>
          <a:p>
            <a:pPr algn="r">
              <a:buNone/>
            </a:pPr>
            <a:fld id="{9A0DB2DC-4C9A-4742-B13C-FB6460FD3503}" type="slidenum">
              <a:rPr lang="en-GB" altLang="en-US" smtClean="0"/>
              <a:pPr algn="r">
                <a:buNone/>
              </a:pPr>
              <a:t>21</a:t>
            </a:fld>
            <a:endParaRPr lang="en-GB"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4220" y="273685"/>
            <a:ext cx="8664575" cy="829945"/>
          </a:xfrm>
        </p:spPr>
        <p:txBody>
          <a:bodyPr/>
          <a:lstStyle/>
          <a:p>
            <a:r>
              <a:rPr sz="2000" dirty="0">
                <a:latin typeface="Times New Roman" panose="02020603050405020304" pitchFamily="18" charset="0"/>
                <a:cs typeface="Times New Roman" panose="02020603050405020304" pitchFamily="18" charset="0"/>
                <a:sym typeface="+mn-ea"/>
              </a:rPr>
              <a:t/>
            </a:r>
            <a:br>
              <a:rPr sz="2000" dirty="0">
                <a:latin typeface="Times New Roman" panose="02020603050405020304" pitchFamily="18" charset="0"/>
                <a:cs typeface="Times New Roman" panose="02020603050405020304" pitchFamily="18" charset="0"/>
                <a:sym typeface="+mn-ea"/>
              </a:rPr>
            </a:br>
            <a:r>
              <a:rPr dirty="0">
                <a:latin typeface="Times New Roman" panose="02020603050405020304" pitchFamily="18" charset="0"/>
                <a:cs typeface="Times New Roman" panose="02020603050405020304" pitchFamily="18" charset="0"/>
                <a:sym typeface="+mn-ea"/>
              </a:rPr>
              <a:t>String</a:t>
            </a:r>
            <a:r>
              <a:rPr spc="-75" dirty="0">
                <a:latin typeface="Times New Roman" panose="02020603050405020304" pitchFamily="18" charset="0"/>
                <a:cs typeface="Times New Roman" panose="02020603050405020304" pitchFamily="18" charset="0"/>
                <a:sym typeface="+mn-ea"/>
              </a:rPr>
              <a:t> </a:t>
            </a:r>
            <a:r>
              <a:rPr dirty="0">
                <a:latin typeface="Times New Roman" panose="02020603050405020304" pitchFamily="18" charset="0"/>
                <a:cs typeface="Times New Roman" panose="02020603050405020304" pitchFamily="18" charset="0"/>
                <a:sym typeface="+mn-ea"/>
              </a:rPr>
              <a:t>Functions</a:t>
            </a:r>
            <a:r>
              <a:rPr sz="2000" dirty="0">
                <a:latin typeface="Times New Roman" panose="02020603050405020304" pitchFamily="18" charset="0"/>
                <a:cs typeface="Times New Roman" panose="02020603050405020304" pitchFamily="18" charset="0"/>
                <a:sym typeface="+mn-ea"/>
              </a:rPr>
              <a:t/>
            </a:r>
            <a:br>
              <a:rPr sz="2000" dirty="0">
                <a:latin typeface="Times New Roman" panose="02020603050405020304" pitchFamily="18" charset="0"/>
                <a:cs typeface="Times New Roman" panose="02020603050405020304" pitchFamily="18" charset="0"/>
                <a:sym typeface="+mn-ea"/>
              </a:rPr>
            </a:br>
            <a:r>
              <a:rPr sz="2500" dirty="0">
                <a:latin typeface="Times New Roman" panose="02020603050405020304" pitchFamily="18" charset="0"/>
                <a:cs typeface="Times New Roman" panose="02020603050405020304" pitchFamily="18" charset="0"/>
                <a:sym typeface="+mn-ea"/>
              </a:rPr>
              <a:t>Get</a:t>
            </a:r>
            <a:r>
              <a:rPr sz="2500" spc="-20"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The</a:t>
            </a:r>
            <a:r>
              <a:rPr sz="2500" spc="-10"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Length</a:t>
            </a:r>
            <a:r>
              <a:rPr sz="2500" spc="-15"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of</a:t>
            </a:r>
            <a:r>
              <a:rPr sz="2500"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a</a:t>
            </a:r>
            <a:r>
              <a:rPr sz="2500" spc="-25"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String</a:t>
            </a:r>
            <a:r>
              <a:rPr sz="2500">
                <a:latin typeface="Times New Roman" panose="02020603050405020304" pitchFamily="18" charset="0"/>
                <a:cs typeface="Times New Roman" panose="02020603050405020304" pitchFamily="18" charset="0"/>
              </a:rPr>
              <a:t/>
            </a:r>
            <a:br>
              <a:rPr sz="2500">
                <a:latin typeface="Times New Roman" panose="02020603050405020304" pitchFamily="18" charset="0"/>
                <a:cs typeface="Times New Roman" panose="02020603050405020304" pitchFamily="18" charset="0"/>
              </a:rPr>
            </a:br>
            <a:r>
              <a:rPr sz="2500" spc="-5" dirty="0">
                <a:latin typeface="Times New Roman" panose="02020603050405020304" pitchFamily="18" charset="0"/>
                <a:cs typeface="Times New Roman" panose="02020603050405020304" pitchFamily="18" charset="0"/>
                <a:sym typeface="+mn-ea"/>
              </a:rPr>
              <a:t>The</a:t>
            </a:r>
            <a:r>
              <a:rPr sz="2500" spc="15"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PHP</a:t>
            </a:r>
            <a:r>
              <a:rPr lang="en-US" sz="2500" spc="-5" dirty="0">
                <a:latin typeface="Times New Roman" panose="02020603050405020304" pitchFamily="18" charset="0"/>
                <a:cs typeface="Times New Roman" panose="02020603050405020304" pitchFamily="18" charset="0"/>
                <a:sym typeface="+mn-ea"/>
              </a:rPr>
              <a:t> </a:t>
            </a:r>
            <a:r>
              <a:rPr lang="en-US" sz="2500" spc="-5" dirty="0">
                <a:solidFill>
                  <a:srgbClr val="C00000"/>
                </a:solidFill>
                <a:latin typeface="Times New Roman" panose="02020603050405020304" pitchFamily="18" charset="0"/>
                <a:cs typeface="Times New Roman" panose="02020603050405020304" pitchFamily="18" charset="0"/>
                <a:sym typeface="+mn-ea"/>
              </a:rPr>
              <a:t>streln() </a:t>
            </a:r>
            <a:r>
              <a:rPr sz="2500" spc="-5" dirty="0">
                <a:latin typeface="Times New Roman" panose="02020603050405020304" pitchFamily="18" charset="0"/>
                <a:cs typeface="Times New Roman" panose="02020603050405020304" pitchFamily="18" charset="0"/>
                <a:sym typeface="+mn-ea"/>
              </a:rPr>
              <a:t>function</a:t>
            </a:r>
            <a:r>
              <a:rPr sz="2500"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returns</a:t>
            </a:r>
            <a:r>
              <a:rPr sz="2500" spc="5"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the</a:t>
            </a:r>
            <a:r>
              <a:rPr sz="2500"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length</a:t>
            </a:r>
            <a:r>
              <a:rPr sz="2500" spc="5"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of</a:t>
            </a:r>
            <a:r>
              <a:rPr sz="2500"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a</a:t>
            </a:r>
            <a:r>
              <a:rPr sz="2500" spc="-40"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string.</a:t>
            </a:r>
            <a:r>
              <a:rPr sz="2500">
                <a:latin typeface="Times New Roman" panose="02020603050405020304" pitchFamily="18" charset="0"/>
                <a:cs typeface="Times New Roman" panose="02020603050405020304" pitchFamily="18" charset="0"/>
              </a:rPr>
              <a:t/>
            </a:r>
            <a:br>
              <a:rPr sz="2500">
                <a:latin typeface="Times New Roman" panose="02020603050405020304" pitchFamily="18" charset="0"/>
                <a:cs typeface="Times New Roman" panose="02020603050405020304" pitchFamily="18" charset="0"/>
              </a:rPr>
            </a:br>
            <a:r>
              <a:rPr sz="2500" spc="-5" dirty="0">
                <a:latin typeface="Times New Roman" panose="02020603050405020304" pitchFamily="18" charset="0"/>
                <a:cs typeface="Times New Roman" panose="02020603050405020304" pitchFamily="18" charset="0"/>
                <a:sym typeface="+mn-ea"/>
              </a:rPr>
              <a:t>The</a:t>
            </a:r>
            <a:r>
              <a:rPr sz="2500"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example</a:t>
            </a:r>
            <a:r>
              <a:rPr sz="2500"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below</a:t>
            </a:r>
            <a:r>
              <a:rPr sz="2500" spc="-10" dirty="0">
                <a:latin typeface="Times New Roman" panose="02020603050405020304" pitchFamily="18" charset="0"/>
                <a:cs typeface="Times New Roman" panose="02020603050405020304" pitchFamily="18" charset="0"/>
                <a:sym typeface="+mn-ea"/>
              </a:rPr>
              <a:t> </a:t>
            </a:r>
            <a:r>
              <a:rPr sz="2500" dirty="0">
                <a:latin typeface="Times New Roman" panose="02020603050405020304" pitchFamily="18" charset="0"/>
                <a:cs typeface="Times New Roman" panose="02020603050405020304" pitchFamily="18" charset="0"/>
                <a:sym typeface="+mn-ea"/>
              </a:rPr>
              <a:t>returns </a:t>
            </a:r>
            <a:r>
              <a:rPr sz="2500" spc="-5" dirty="0">
                <a:latin typeface="Times New Roman" panose="02020603050405020304" pitchFamily="18" charset="0"/>
                <a:cs typeface="Times New Roman" panose="02020603050405020304" pitchFamily="18" charset="0"/>
                <a:sym typeface="+mn-ea"/>
              </a:rPr>
              <a:t>the</a:t>
            </a:r>
            <a:r>
              <a:rPr sz="2500" spc="5"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length of</a:t>
            </a:r>
            <a:r>
              <a:rPr sz="2500" spc="5" dirty="0">
                <a:latin typeface="Times New Roman" panose="02020603050405020304" pitchFamily="18" charset="0"/>
                <a:cs typeface="Times New Roman" panose="02020603050405020304" pitchFamily="18" charset="0"/>
                <a:sym typeface="+mn-ea"/>
              </a:rPr>
              <a:t> </a:t>
            </a:r>
            <a:r>
              <a:rPr sz="2500" dirty="0">
                <a:latin typeface="Times New Roman" panose="02020603050405020304" pitchFamily="18" charset="0"/>
                <a:cs typeface="Times New Roman" panose="02020603050405020304" pitchFamily="18" charset="0"/>
                <a:sym typeface="+mn-ea"/>
              </a:rPr>
              <a:t>the</a:t>
            </a:r>
            <a:r>
              <a:rPr sz="2500" spc="-10"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string </a:t>
            </a:r>
            <a:r>
              <a:rPr sz="2500" dirty="0">
                <a:latin typeface="Times New Roman" panose="02020603050405020304" pitchFamily="18" charset="0"/>
                <a:cs typeface="Times New Roman" panose="02020603050405020304" pitchFamily="18" charset="0"/>
                <a:sym typeface="+mn-ea"/>
              </a:rPr>
              <a:t>"Hello</a:t>
            </a:r>
            <a:r>
              <a:rPr sz="2500" spc="-30"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world!"</a:t>
            </a:r>
            <a:br>
              <a:rPr sz="2500" spc="-5" dirty="0">
                <a:latin typeface="Times New Roman" panose="02020603050405020304" pitchFamily="18" charset="0"/>
                <a:cs typeface="Times New Roman" panose="02020603050405020304" pitchFamily="18" charset="0"/>
                <a:sym typeface="+mn-ea"/>
              </a:rPr>
            </a:br>
            <a:r>
              <a:rPr sz="2500" spc="-5" dirty="0">
                <a:latin typeface="Times New Roman" panose="02020603050405020304" pitchFamily="18" charset="0"/>
                <a:cs typeface="Times New Roman" panose="02020603050405020304" pitchFamily="18" charset="0"/>
                <a:sym typeface="+mn-ea"/>
              </a:rPr>
              <a:t/>
            </a:r>
            <a:br>
              <a:rPr sz="2500" spc="-5" dirty="0">
                <a:latin typeface="Times New Roman" panose="02020603050405020304" pitchFamily="18" charset="0"/>
                <a:cs typeface="Times New Roman" panose="02020603050405020304" pitchFamily="18" charset="0"/>
                <a:sym typeface="+mn-ea"/>
              </a:rPr>
            </a:br>
            <a:r>
              <a:rPr sz="2500" dirty="0">
                <a:solidFill>
                  <a:srgbClr val="0000CD"/>
                </a:solidFill>
                <a:latin typeface="Arial MT"/>
                <a:cs typeface="Arial MT"/>
                <a:sym typeface="+mn-ea"/>
              </a:rPr>
              <a:t>&lt;</a:t>
            </a:r>
            <a:r>
              <a:rPr sz="2500" dirty="0">
                <a:solidFill>
                  <a:srgbClr val="A32A2A"/>
                </a:solidFill>
                <a:latin typeface="Arial MT"/>
                <a:cs typeface="Arial MT"/>
                <a:sym typeface="+mn-ea"/>
              </a:rPr>
              <a:t>html</a:t>
            </a:r>
            <a:r>
              <a:rPr sz="2500" dirty="0">
                <a:solidFill>
                  <a:srgbClr val="0000CD"/>
                </a:solidFill>
                <a:latin typeface="Arial MT"/>
                <a:cs typeface="Arial MT"/>
                <a:sym typeface="+mn-ea"/>
              </a:rPr>
              <a:t>&gt;</a:t>
            </a:r>
            <a:r>
              <a:rPr sz="2500">
                <a:latin typeface="Arial MT"/>
                <a:cs typeface="Arial MT"/>
              </a:rPr>
              <a:t/>
            </a:r>
            <a:br>
              <a:rPr sz="2500">
                <a:latin typeface="Arial MT"/>
                <a:cs typeface="Arial MT"/>
              </a:rPr>
            </a:br>
            <a:r>
              <a:rPr sz="2500" spc="-5" dirty="0">
                <a:solidFill>
                  <a:srgbClr val="0000CD"/>
                </a:solidFill>
                <a:latin typeface="Arial MT"/>
                <a:cs typeface="Arial MT"/>
                <a:sym typeface="+mn-ea"/>
              </a:rPr>
              <a:t>&lt;</a:t>
            </a:r>
            <a:r>
              <a:rPr sz="2500" spc="-5" dirty="0">
                <a:solidFill>
                  <a:srgbClr val="A32A2A"/>
                </a:solidFill>
                <a:latin typeface="Arial MT"/>
                <a:cs typeface="Arial MT"/>
                <a:sym typeface="+mn-ea"/>
              </a:rPr>
              <a:t>body</a:t>
            </a:r>
            <a:r>
              <a:rPr sz="2500" spc="-5" dirty="0">
                <a:solidFill>
                  <a:srgbClr val="0000CD"/>
                </a:solidFill>
                <a:latin typeface="Arial MT"/>
                <a:cs typeface="Arial MT"/>
                <a:sym typeface="+mn-ea"/>
              </a:rPr>
              <a:t>&gt;</a:t>
            </a:r>
            <a:r>
              <a:rPr sz="2500">
                <a:latin typeface="Arial MT"/>
                <a:cs typeface="Arial MT"/>
              </a:rPr>
              <a:t/>
            </a:r>
            <a:br>
              <a:rPr sz="2500">
                <a:latin typeface="Arial MT"/>
                <a:cs typeface="Arial MT"/>
              </a:rPr>
            </a:br>
            <a:r>
              <a:rPr sz="2500" spc="-5" dirty="0">
                <a:solidFill>
                  <a:srgbClr val="FF0000"/>
                </a:solidFill>
                <a:latin typeface="Arial MT"/>
                <a:cs typeface="Arial MT"/>
                <a:sym typeface="+mn-ea"/>
              </a:rPr>
              <a:t>&lt;?php</a:t>
            </a:r>
            <a:r>
              <a:rPr sz="2500">
                <a:latin typeface="Arial MT"/>
                <a:cs typeface="Arial MT"/>
              </a:rPr>
              <a:t/>
            </a:r>
            <a:br>
              <a:rPr sz="2500">
                <a:latin typeface="Arial MT"/>
                <a:cs typeface="Arial MT"/>
              </a:rPr>
            </a:br>
            <a:r>
              <a:rPr sz="2500" spc="-5" dirty="0">
                <a:solidFill>
                  <a:srgbClr val="0000CD"/>
                </a:solidFill>
                <a:latin typeface="Arial MT"/>
                <a:cs typeface="Arial MT"/>
                <a:sym typeface="+mn-ea"/>
              </a:rPr>
              <a:t>echo </a:t>
            </a:r>
            <a:r>
              <a:rPr sz="2500" spc="-5" dirty="0">
                <a:latin typeface="Arial MT"/>
                <a:cs typeface="Arial MT"/>
                <a:sym typeface="+mn-ea"/>
              </a:rPr>
              <a:t>strlen(</a:t>
            </a:r>
            <a:r>
              <a:rPr sz="2500" spc="-5" dirty="0">
                <a:solidFill>
                  <a:srgbClr val="A32A2A"/>
                </a:solidFill>
                <a:latin typeface="Arial MT"/>
                <a:cs typeface="Arial MT"/>
                <a:sym typeface="+mn-ea"/>
              </a:rPr>
              <a:t>"Hello </a:t>
            </a:r>
            <a:r>
              <a:rPr sz="2500" spc="-325" dirty="0">
                <a:solidFill>
                  <a:srgbClr val="A32A2A"/>
                </a:solidFill>
                <a:latin typeface="Arial MT"/>
                <a:cs typeface="Arial MT"/>
                <a:sym typeface="+mn-ea"/>
              </a:rPr>
              <a:t> </a:t>
            </a:r>
            <a:r>
              <a:rPr sz="2500" spc="-5" dirty="0">
                <a:solidFill>
                  <a:srgbClr val="A32A2A"/>
                </a:solidFill>
                <a:latin typeface="Arial MT"/>
                <a:cs typeface="Arial MT"/>
                <a:sym typeface="+mn-ea"/>
              </a:rPr>
              <a:t>world!"</a:t>
            </a:r>
            <a:r>
              <a:rPr sz="2500" spc="-5" dirty="0">
                <a:latin typeface="Arial MT"/>
                <a:cs typeface="Arial MT"/>
                <a:sym typeface="+mn-ea"/>
              </a:rPr>
              <a:t>);</a:t>
            </a:r>
            <a:r>
              <a:rPr sz="2500" spc="-10" dirty="0">
                <a:latin typeface="Arial MT"/>
                <a:cs typeface="Arial MT"/>
                <a:sym typeface="+mn-ea"/>
              </a:rPr>
              <a:t> </a:t>
            </a:r>
            <a:r>
              <a:rPr sz="2500" spc="-5" dirty="0">
                <a:solidFill>
                  <a:srgbClr val="FF0000"/>
                </a:solidFill>
                <a:latin typeface="Arial MT"/>
                <a:cs typeface="Arial MT"/>
                <a:sym typeface="+mn-ea"/>
              </a:rPr>
              <a:t>?&gt;</a:t>
            </a:r>
            <a:r>
              <a:rPr sz="2500">
                <a:latin typeface="Arial MT"/>
                <a:cs typeface="Arial MT"/>
              </a:rPr>
              <a:t/>
            </a:r>
            <a:br>
              <a:rPr sz="2500">
                <a:latin typeface="Arial MT"/>
                <a:cs typeface="Arial MT"/>
              </a:rPr>
            </a:br>
            <a:r>
              <a:rPr sz="2500" spc="-5" dirty="0">
                <a:solidFill>
                  <a:srgbClr val="0000CD"/>
                </a:solidFill>
                <a:latin typeface="Arial MT"/>
                <a:cs typeface="Arial MT"/>
                <a:sym typeface="+mn-ea"/>
              </a:rPr>
              <a:t>&lt;</a:t>
            </a:r>
            <a:r>
              <a:rPr sz="2500" spc="-5" dirty="0">
                <a:solidFill>
                  <a:srgbClr val="A32A2A"/>
                </a:solidFill>
                <a:latin typeface="Arial MT"/>
                <a:cs typeface="Arial MT"/>
                <a:sym typeface="+mn-ea"/>
              </a:rPr>
              <a:t>/body</a:t>
            </a:r>
            <a:r>
              <a:rPr sz="2500" spc="-5" dirty="0">
                <a:solidFill>
                  <a:srgbClr val="0000CD"/>
                </a:solidFill>
                <a:latin typeface="Arial MT"/>
                <a:cs typeface="Arial MT"/>
                <a:sym typeface="+mn-ea"/>
              </a:rPr>
              <a:t>&gt;</a:t>
            </a:r>
            <a:r>
              <a:rPr sz="2500">
                <a:latin typeface="Arial MT"/>
                <a:cs typeface="Arial MT"/>
              </a:rPr>
              <a:t/>
            </a:r>
            <a:br>
              <a:rPr sz="2500">
                <a:latin typeface="Arial MT"/>
                <a:cs typeface="Arial MT"/>
              </a:rPr>
            </a:br>
            <a:r>
              <a:rPr sz="2500" dirty="0">
                <a:solidFill>
                  <a:srgbClr val="0000CD"/>
                </a:solidFill>
                <a:latin typeface="Arial MT"/>
                <a:cs typeface="Arial MT"/>
                <a:sym typeface="+mn-ea"/>
              </a:rPr>
              <a:t>&lt;</a:t>
            </a:r>
            <a:r>
              <a:rPr sz="2500" dirty="0">
                <a:solidFill>
                  <a:srgbClr val="A32A2A"/>
                </a:solidFill>
                <a:latin typeface="Arial MT"/>
                <a:cs typeface="Arial MT"/>
                <a:sym typeface="+mn-ea"/>
              </a:rPr>
              <a:t>/html</a:t>
            </a:r>
            <a:r>
              <a:rPr sz="2500" dirty="0">
                <a:solidFill>
                  <a:srgbClr val="0000CD"/>
                </a:solidFill>
                <a:latin typeface="Arial MT"/>
                <a:cs typeface="Arial MT"/>
                <a:sym typeface="+mn-ea"/>
              </a:rPr>
              <a:t>&gt;</a:t>
            </a:r>
            <a:br>
              <a:rPr sz="2500" dirty="0">
                <a:solidFill>
                  <a:srgbClr val="0000CD"/>
                </a:solidFill>
                <a:latin typeface="Arial MT"/>
                <a:cs typeface="Arial MT"/>
                <a:sym typeface="+mn-ea"/>
              </a:rPr>
            </a:br>
            <a:r>
              <a:rPr sz="2500">
                <a:latin typeface="Arial MT"/>
                <a:cs typeface="Arial MT"/>
              </a:rPr>
              <a:t/>
            </a:r>
            <a:br>
              <a:rPr sz="2500">
                <a:latin typeface="Arial MT"/>
                <a:cs typeface="Arial MT"/>
              </a:rPr>
            </a:br>
            <a:r>
              <a:rPr sz="2500" spc="-5" dirty="0">
                <a:latin typeface="Arial" panose="020B0604020202020204"/>
                <a:cs typeface="Arial" panose="020B0604020202020204"/>
                <a:sym typeface="+mn-ea"/>
              </a:rPr>
              <a:t>OU</a:t>
            </a:r>
            <a:r>
              <a:rPr lang="en-US" sz="2500" spc="-5" dirty="0">
                <a:latin typeface="Arial" panose="020B0604020202020204"/>
                <a:cs typeface="Arial" panose="020B0604020202020204"/>
                <a:sym typeface="+mn-ea"/>
              </a:rPr>
              <a:t>T</a:t>
            </a:r>
            <a:r>
              <a:rPr sz="2500" spc="-5" dirty="0">
                <a:latin typeface="Arial" panose="020B0604020202020204"/>
                <a:cs typeface="Arial" panose="020B0604020202020204"/>
                <a:sym typeface="+mn-ea"/>
              </a:rPr>
              <a:t>PUT:</a:t>
            </a:r>
            <a:r>
              <a:rPr sz="2500">
                <a:latin typeface="Arial" panose="020B0604020202020204"/>
                <a:cs typeface="Arial" panose="020B0604020202020204"/>
              </a:rPr>
              <a:t/>
            </a:r>
            <a:br>
              <a:rPr sz="2500">
                <a:latin typeface="Arial" panose="020B0604020202020204"/>
                <a:cs typeface="Arial" panose="020B0604020202020204"/>
              </a:rPr>
            </a:br>
            <a:r>
              <a:rPr sz="2500" spc="-5" dirty="0">
                <a:latin typeface="Arial MT"/>
                <a:cs typeface="Arial MT"/>
                <a:sym typeface="+mn-ea"/>
              </a:rPr>
              <a:t>12</a:t>
            </a:r>
            <a:endParaRPr lang="en-US" sz="2500">
              <a:latin typeface="Times New Roman" panose="02020603050405020304" pitchFamily="18" charset="0"/>
              <a:cs typeface="Times New Roman" panose="02020603050405020304" pitchFamily="18" charset="0"/>
            </a:endParaRPr>
          </a:p>
        </p:txBody>
      </p:sp>
      <p:sp>
        <p:nvSpPr>
          <p:cNvPr id="3" name="Text Box 2"/>
          <p:cNvSpPr txBox="1"/>
          <p:nvPr/>
        </p:nvSpPr>
        <p:spPr>
          <a:xfrm>
            <a:off x="6492875" y="3999230"/>
            <a:ext cx="3785870" cy="2448560"/>
          </a:xfrm>
          <a:prstGeom prst="rect">
            <a:avLst/>
          </a:prstGeom>
          <a:noFill/>
        </p:spPr>
        <p:txBody>
          <a:bodyPr wrap="square" rtlCol="0">
            <a:noAutofit/>
          </a:bodyPr>
          <a:lstStyle/>
          <a:p>
            <a:r>
              <a:rPr sz="2200" spc="-5" dirty="0">
                <a:solidFill>
                  <a:srgbClr val="DC123A"/>
                </a:solidFill>
                <a:highlight>
                  <a:srgbClr val="FFFF00"/>
                </a:highlight>
                <a:latin typeface="Arial MT"/>
                <a:cs typeface="Arial MT"/>
                <a:sym typeface="+mn-ea"/>
              </a:rPr>
              <a:t>str_word_count()</a:t>
            </a:r>
          </a:p>
          <a:p>
            <a:endParaRPr sz="2200" spc="-15" dirty="0">
              <a:solidFill>
                <a:srgbClr val="DC123A"/>
              </a:solidFill>
              <a:highlight>
                <a:srgbClr val="FFFF00"/>
              </a:highlight>
              <a:latin typeface="Arial MT"/>
              <a:cs typeface="Arial MT"/>
              <a:sym typeface="+mn-ea"/>
            </a:endParaRPr>
          </a:p>
          <a:p>
            <a:r>
              <a:rPr sz="2200" spc="-15" dirty="0">
                <a:solidFill>
                  <a:srgbClr val="DC123A"/>
                </a:solidFill>
                <a:highlight>
                  <a:srgbClr val="FFFF00"/>
                </a:highlight>
                <a:latin typeface="Arial MT"/>
                <a:cs typeface="Arial MT"/>
                <a:sym typeface="+mn-ea"/>
              </a:rPr>
              <a:t>s</a:t>
            </a:r>
            <a:r>
              <a:rPr sz="2200" dirty="0">
                <a:solidFill>
                  <a:srgbClr val="DC123A"/>
                </a:solidFill>
                <a:highlight>
                  <a:srgbClr val="FFFF00"/>
                </a:highlight>
                <a:latin typeface="Arial MT"/>
                <a:cs typeface="Arial MT"/>
                <a:sym typeface="+mn-ea"/>
              </a:rPr>
              <a:t>tr</a:t>
            </a:r>
            <a:r>
              <a:rPr sz="2200" spc="-5" dirty="0">
                <a:solidFill>
                  <a:srgbClr val="DC123A"/>
                </a:solidFill>
                <a:highlight>
                  <a:srgbClr val="FFFF00"/>
                </a:highlight>
                <a:latin typeface="Arial MT"/>
                <a:cs typeface="Arial MT"/>
                <a:sym typeface="+mn-ea"/>
              </a:rPr>
              <a:t>re</a:t>
            </a:r>
            <a:r>
              <a:rPr sz="2200" spc="-15" dirty="0">
                <a:solidFill>
                  <a:srgbClr val="DC123A"/>
                </a:solidFill>
                <a:highlight>
                  <a:srgbClr val="FFFF00"/>
                </a:highlight>
                <a:latin typeface="Arial MT"/>
                <a:cs typeface="Arial MT"/>
                <a:sym typeface="+mn-ea"/>
              </a:rPr>
              <a:t>v</a:t>
            </a:r>
            <a:r>
              <a:rPr sz="2200" dirty="0">
                <a:solidFill>
                  <a:srgbClr val="DC123A"/>
                </a:solidFill>
                <a:highlight>
                  <a:srgbClr val="FFFF00"/>
                </a:highlight>
                <a:latin typeface="Arial MT"/>
                <a:cs typeface="Arial MT"/>
                <a:sym typeface="+mn-ea"/>
              </a:rPr>
              <a:t>()</a:t>
            </a:r>
            <a:endParaRPr sz="2200" dirty="0">
              <a:highlight>
                <a:srgbClr val="FFFF00"/>
              </a:highlight>
              <a:latin typeface="Arial MT"/>
              <a:cs typeface="Arial MT"/>
            </a:endParaRPr>
          </a:p>
          <a:p>
            <a:endParaRPr lang="en-US" sz="2200" dirty="0">
              <a:highlight>
                <a:srgbClr val="FFFF00"/>
              </a:highlight>
            </a:endParaRPr>
          </a:p>
          <a:p>
            <a:r>
              <a:rPr sz="2200" spc="15" dirty="0">
                <a:highlight>
                  <a:srgbClr val="FFFF00"/>
                </a:highlight>
                <a:latin typeface="Arial MT"/>
                <a:cs typeface="Arial MT"/>
                <a:sym typeface="+mn-ea"/>
              </a:rPr>
              <a:t> </a:t>
            </a:r>
            <a:r>
              <a:rPr sz="2200" spc="-5" dirty="0">
                <a:solidFill>
                  <a:srgbClr val="DC123A"/>
                </a:solidFill>
                <a:highlight>
                  <a:srgbClr val="FFFF00"/>
                </a:highlight>
                <a:latin typeface="Arial MT"/>
                <a:cs typeface="Arial MT"/>
                <a:sym typeface="+mn-ea"/>
              </a:rPr>
              <a:t>str_replace()</a:t>
            </a:r>
            <a:r>
              <a:rPr sz="2200" spc="-5" dirty="0">
                <a:highlight>
                  <a:srgbClr val="FFFF00"/>
                </a:highlight>
                <a:latin typeface="Arial MT"/>
                <a:cs typeface="Arial MT"/>
                <a:sym typeface="+mn-ea"/>
              </a:rPr>
              <a:t>	</a:t>
            </a:r>
          </a:p>
          <a:p>
            <a:endParaRPr sz="2200" spc="-5" dirty="0">
              <a:latin typeface="Arial MT"/>
              <a:cs typeface="Arial MT"/>
              <a:sym typeface="+mn-ea"/>
            </a:endParaRPr>
          </a:p>
          <a:p>
            <a:r>
              <a:rPr sz="2200" spc="-5" dirty="0">
                <a:latin typeface="Arial MT"/>
                <a:cs typeface="Arial MT"/>
                <a:sym typeface="+mn-ea"/>
              </a:rPr>
              <a:t>			</a:t>
            </a:r>
            <a:endParaRPr lang="en-US" sz="2200" dirty="0"/>
          </a:p>
        </p:txBody>
      </p:sp>
      <p:sp>
        <p:nvSpPr>
          <p:cNvPr id="5" name="Slide Number Placeholder 4">
            <a:extLst>
              <a:ext uri="{FF2B5EF4-FFF2-40B4-BE49-F238E27FC236}">
                <a16:creationId xmlns:a16="http://schemas.microsoft.com/office/drawing/2014/main" xmlns="" id="{44B2339F-DA26-C6FE-FF39-70FD015EF463}"/>
              </a:ext>
            </a:extLst>
          </p:cNvPr>
          <p:cNvSpPr>
            <a:spLocks noGrp="1"/>
          </p:cNvSpPr>
          <p:nvPr>
            <p:ph type="sldNum" idx="4"/>
          </p:nvPr>
        </p:nvSpPr>
        <p:spPr/>
        <p:txBody>
          <a:bodyPr/>
          <a:lstStyle/>
          <a:p>
            <a:pPr algn="r">
              <a:buNone/>
            </a:pPr>
            <a:fld id="{9A0DB2DC-4C9A-4742-B13C-FB6460FD3503}" type="slidenum">
              <a:rPr lang="en-GB" altLang="en-US" smtClean="0"/>
              <a:pPr algn="r">
                <a:buNone/>
              </a:pPr>
              <a:t>22</a:t>
            </a:fld>
            <a:endParaRPr lang="en-GB"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i="0" spc="-5" dirty="0">
                <a:highlight>
                  <a:srgbClr val="00FFFF"/>
                </a:highlight>
                <a:latin typeface="Times New Roman" panose="02020603050405020304" pitchFamily="18" charset="0"/>
                <a:cs typeface="Times New Roman" panose="02020603050405020304" pitchFamily="18" charset="0"/>
                <a:sym typeface="+mn-ea"/>
              </a:rPr>
              <a:t>PHP</a:t>
            </a:r>
            <a:r>
              <a:rPr sz="3000" i="0" spc="-40" dirty="0">
                <a:highlight>
                  <a:srgbClr val="00FFFF"/>
                </a:highlight>
                <a:latin typeface="Times New Roman" panose="02020603050405020304" pitchFamily="18" charset="0"/>
                <a:cs typeface="Times New Roman" panose="02020603050405020304" pitchFamily="18" charset="0"/>
                <a:sym typeface="+mn-ea"/>
              </a:rPr>
              <a:t> </a:t>
            </a:r>
            <a:r>
              <a:rPr sz="3000" i="0" dirty="0">
                <a:highlight>
                  <a:srgbClr val="00FFFF"/>
                </a:highlight>
                <a:latin typeface="Times New Roman" panose="02020603050405020304" pitchFamily="18" charset="0"/>
                <a:cs typeface="Times New Roman" panose="02020603050405020304" pitchFamily="18" charset="0"/>
                <a:sym typeface="+mn-ea"/>
              </a:rPr>
              <a:t>Integer</a:t>
            </a:r>
            <a:r>
              <a:rPr sz="2500" b="0" i="0" dirty="0">
                <a:latin typeface="Times New Roman" panose="02020603050405020304" pitchFamily="18" charset="0"/>
                <a:cs typeface="Times New Roman" panose="02020603050405020304" pitchFamily="18" charset="0"/>
              </a:rPr>
              <a:t/>
            </a:r>
            <a:br>
              <a:rPr sz="2500" b="0" i="0" dirty="0">
                <a:latin typeface="Times New Roman" panose="02020603050405020304" pitchFamily="18" charset="0"/>
                <a:cs typeface="Times New Roman" panose="02020603050405020304" pitchFamily="18" charset="0"/>
              </a:rPr>
            </a:br>
            <a:r>
              <a:rPr sz="2500" b="0" i="0" dirty="0">
                <a:latin typeface="Times New Roman" panose="02020603050405020304" pitchFamily="18" charset="0"/>
                <a:cs typeface="Times New Roman" panose="02020603050405020304" pitchFamily="18" charset="0"/>
              </a:rPr>
              <a:t/>
            </a:r>
            <a:br>
              <a:rPr sz="2500" b="0" i="0" dirty="0">
                <a:latin typeface="Times New Roman" panose="02020603050405020304" pitchFamily="18" charset="0"/>
                <a:cs typeface="Times New Roman" panose="02020603050405020304" pitchFamily="18" charset="0"/>
              </a:rPr>
            </a:br>
            <a:r>
              <a:rPr sz="2500" b="0" i="0" spc="-5" dirty="0">
                <a:latin typeface="Times New Roman" panose="02020603050405020304" pitchFamily="18" charset="0"/>
                <a:cs typeface="Times New Roman" panose="02020603050405020304" pitchFamily="18" charset="0"/>
                <a:sym typeface="+mn-ea"/>
              </a:rPr>
              <a:t>An</a:t>
            </a:r>
            <a:r>
              <a:rPr sz="2500" b="0" i="0" spc="5"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integer</a:t>
            </a:r>
            <a:r>
              <a:rPr sz="2500" b="0" i="0" spc="5"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data</a:t>
            </a:r>
            <a:r>
              <a:rPr sz="2500" b="0" i="0" spc="1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type</a:t>
            </a:r>
            <a:r>
              <a:rPr sz="2500" b="0" i="0" spc="5"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is a</a:t>
            </a:r>
            <a:r>
              <a:rPr sz="2500" b="0" i="0" spc="1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non-decimal</a:t>
            </a:r>
            <a:r>
              <a:rPr sz="2500" b="0" i="0" spc="5"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number</a:t>
            </a:r>
            <a:r>
              <a:rPr sz="2500" b="0" i="0" dirty="0">
                <a:latin typeface="Times New Roman" panose="02020603050405020304" pitchFamily="18" charset="0"/>
                <a:cs typeface="Times New Roman" panose="02020603050405020304" pitchFamily="18" charset="0"/>
              </a:rPr>
              <a:t/>
            </a:r>
            <a:br>
              <a:rPr sz="2500" b="0" i="0" dirty="0">
                <a:latin typeface="Times New Roman" panose="02020603050405020304" pitchFamily="18" charset="0"/>
                <a:cs typeface="Times New Roman" panose="02020603050405020304" pitchFamily="18" charset="0"/>
              </a:rPr>
            </a:br>
            <a:r>
              <a:rPr sz="2500" b="0" i="0" dirty="0">
                <a:latin typeface="Times New Roman" panose="02020603050405020304" pitchFamily="18" charset="0"/>
                <a:cs typeface="Times New Roman" panose="02020603050405020304" pitchFamily="18" charset="0"/>
                <a:sym typeface="+mn-ea"/>
              </a:rPr>
              <a:t>Rules</a:t>
            </a:r>
            <a:r>
              <a:rPr sz="2500" b="0" i="0" spc="-25" dirty="0">
                <a:latin typeface="Times New Roman" panose="02020603050405020304" pitchFamily="18" charset="0"/>
                <a:cs typeface="Times New Roman" panose="02020603050405020304" pitchFamily="18" charset="0"/>
                <a:sym typeface="+mn-ea"/>
              </a:rPr>
              <a:t> </a:t>
            </a:r>
            <a:r>
              <a:rPr sz="2500" b="0" i="0" dirty="0">
                <a:latin typeface="Times New Roman" panose="02020603050405020304" pitchFamily="18" charset="0"/>
                <a:cs typeface="Times New Roman" panose="02020603050405020304" pitchFamily="18" charset="0"/>
                <a:sym typeface="+mn-ea"/>
              </a:rPr>
              <a:t>for</a:t>
            </a:r>
            <a:r>
              <a:rPr sz="2500" b="0" i="0" spc="-25"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integers:</a:t>
            </a:r>
            <a:r>
              <a:rPr sz="2500" b="0" i="0" dirty="0">
                <a:latin typeface="Times New Roman" panose="02020603050405020304" pitchFamily="18" charset="0"/>
                <a:cs typeface="Times New Roman" panose="02020603050405020304" pitchFamily="18" charset="0"/>
              </a:rPr>
              <a:t/>
            </a:r>
            <a:br>
              <a:rPr sz="2500" b="0" i="0" dirty="0">
                <a:latin typeface="Times New Roman" panose="02020603050405020304" pitchFamily="18" charset="0"/>
                <a:cs typeface="Times New Roman" panose="02020603050405020304" pitchFamily="18" charset="0"/>
              </a:rPr>
            </a:br>
            <a:r>
              <a:rPr sz="2500" b="0" i="0" dirty="0">
                <a:latin typeface="Times New Roman" panose="02020603050405020304" pitchFamily="18" charset="0"/>
                <a:cs typeface="Times New Roman" panose="02020603050405020304" pitchFamily="18" charset="0"/>
              </a:rPr>
              <a:t/>
            </a:r>
            <a:br>
              <a:rPr sz="2500" b="0" i="0" dirty="0">
                <a:latin typeface="Times New Roman" panose="02020603050405020304" pitchFamily="18" charset="0"/>
                <a:cs typeface="Times New Roman" panose="02020603050405020304" pitchFamily="18" charset="0"/>
              </a:rPr>
            </a:br>
            <a:r>
              <a:rPr sz="2500" b="0" i="0" spc="-5" dirty="0">
                <a:latin typeface="Times New Roman" panose="02020603050405020304" pitchFamily="18" charset="0"/>
                <a:cs typeface="Times New Roman" panose="02020603050405020304" pitchFamily="18" charset="0"/>
                <a:sym typeface="+mn-ea"/>
              </a:rPr>
              <a:t>An integer</a:t>
            </a:r>
            <a:r>
              <a:rPr sz="2500" b="0" i="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must</a:t>
            </a:r>
            <a:r>
              <a:rPr sz="2500" b="0" i="0" dirty="0">
                <a:latin typeface="Times New Roman" panose="02020603050405020304" pitchFamily="18" charset="0"/>
                <a:cs typeface="Times New Roman" panose="02020603050405020304" pitchFamily="18" charset="0"/>
                <a:sym typeface="+mn-ea"/>
              </a:rPr>
              <a:t> </a:t>
            </a:r>
            <a:r>
              <a:rPr sz="2500" b="0" i="0" spc="-10" dirty="0">
                <a:latin typeface="Times New Roman" panose="02020603050405020304" pitchFamily="18" charset="0"/>
                <a:cs typeface="Times New Roman" panose="02020603050405020304" pitchFamily="18" charset="0"/>
                <a:sym typeface="+mn-ea"/>
              </a:rPr>
              <a:t>have</a:t>
            </a:r>
            <a:r>
              <a:rPr sz="2500" b="0" i="0" spc="-5" dirty="0">
                <a:latin typeface="Times New Roman" panose="02020603050405020304" pitchFamily="18" charset="0"/>
                <a:cs typeface="Times New Roman" panose="02020603050405020304" pitchFamily="18" charset="0"/>
                <a:sym typeface="+mn-ea"/>
              </a:rPr>
              <a:t> </a:t>
            </a:r>
            <a:r>
              <a:rPr sz="2500" b="0" i="0" dirty="0">
                <a:latin typeface="Times New Roman" panose="02020603050405020304" pitchFamily="18" charset="0"/>
                <a:cs typeface="Times New Roman" panose="02020603050405020304" pitchFamily="18" charset="0"/>
                <a:sym typeface="+mn-ea"/>
              </a:rPr>
              <a:t>at </a:t>
            </a:r>
            <a:r>
              <a:rPr sz="2500" b="0" i="0" spc="-5" dirty="0">
                <a:latin typeface="Times New Roman" panose="02020603050405020304" pitchFamily="18" charset="0"/>
                <a:cs typeface="Times New Roman" panose="02020603050405020304" pitchFamily="18" charset="0"/>
                <a:sym typeface="+mn-ea"/>
              </a:rPr>
              <a:t>least</a:t>
            </a:r>
            <a:r>
              <a:rPr sz="2500" b="0" i="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one</a:t>
            </a:r>
            <a:r>
              <a:rPr sz="2500" b="0" i="0" spc="-25"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digit</a:t>
            </a:r>
            <a:r>
              <a:rPr sz="2500" b="0" i="0" dirty="0">
                <a:latin typeface="Times New Roman" panose="02020603050405020304" pitchFamily="18" charset="0"/>
                <a:cs typeface="Times New Roman" panose="02020603050405020304" pitchFamily="18" charset="0"/>
              </a:rPr>
              <a:t/>
            </a:r>
            <a:br>
              <a:rPr sz="2500" b="0" i="0" dirty="0">
                <a:latin typeface="Times New Roman" panose="02020603050405020304" pitchFamily="18" charset="0"/>
                <a:cs typeface="Times New Roman" panose="02020603050405020304" pitchFamily="18" charset="0"/>
              </a:rPr>
            </a:br>
            <a:r>
              <a:rPr sz="2500" b="0" i="0" spc="-5" dirty="0">
                <a:latin typeface="Times New Roman" panose="02020603050405020304" pitchFamily="18" charset="0"/>
                <a:cs typeface="Times New Roman" panose="02020603050405020304" pitchFamily="18" charset="0"/>
                <a:sym typeface="+mn-ea"/>
              </a:rPr>
              <a:t>An</a:t>
            </a:r>
            <a:r>
              <a:rPr sz="2500" b="0" i="0" spc="5"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integer</a:t>
            </a:r>
            <a:r>
              <a:rPr sz="2500" b="0" i="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must</a:t>
            </a:r>
            <a:r>
              <a:rPr sz="2500" b="0" i="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not</a:t>
            </a:r>
            <a:r>
              <a:rPr sz="2500" b="0" i="0" dirty="0">
                <a:latin typeface="Times New Roman" panose="02020603050405020304" pitchFamily="18" charset="0"/>
                <a:cs typeface="Times New Roman" panose="02020603050405020304" pitchFamily="18" charset="0"/>
                <a:sym typeface="+mn-ea"/>
              </a:rPr>
              <a:t> </a:t>
            </a:r>
            <a:r>
              <a:rPr sz="2500" b="0" i="0" spc="-10" dirty="0">
                <a:latin typeface="Times New Roman" panose="02020603050405020304" pitchFamily="18" charset="0"/>
                <a:cs typeface="Times New Roman" panose="02020603050405020304" pitchFamily="18" charset="0"/>
                <a:sym typeface="+mn-ea"/>
              </a:rPr>
              <a:t>have</a:t>
            </a:r>
            <a:r>
              <a:rPr sz="2500" b="0" i="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a</a:t>
            </a:r>
            <a:r>
              <a:rPr sz="2500" b="0" i="0" spc="5"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decimal</a:t>
            </a:r>
            <a:r>
              <a:rPr sz="2500" b="0" i="0" spc="5"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point</a:t>
            </a:r>
            <a:r>
              <a:rPr sz="2500" b="0" i="0" dirty="0">
                <a:latin typeface="Times New Roman" panose="02020603050405020304" pitchFamily="18" charset="0"/>
                <a:cs typeface="Times New Roman" panose="02020603050405020304" pitchFamily="18" charset="0"/>
              </a:rPr>
              <a:t/>
            </a:r>
            <a:br>
              <a:rPr sz="2500" b="0" i="0" dirty="0">
                <a:latin typeface="Times New Roman" panose="02020603050405020304" pitchFamily="18" charset="0"/>
                <a:cs typeface="Times New Roman" panose="02020603050405020304" pitchFamily="18" charset="0"/>
              </a:rPr>
            </a:br>
            <a:r>
              <a:rPr sz="2500" b="0" i="0" spc="-5" dirty="0">
                <a:latin typeface="Times New Roman" panose="02020603050405020304" pitchFamily="18" charset="0"/>
                <a:cs typeface="Times New Roman" panose="02020603050405020304" pitchFamily="18" charset="0"/>
                <a:sym typeface="+mn-ea"/>
              </a:rPr>
              <a:t>An</a:t>
            </a:r>
            <a:r>
              <a:rPr sz="2500" b="0" i="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integer</a:t>
            </a:r>
            <a:r>
              <a:rPr sz="2500" b="0" i="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can</a:t>
            </a:r>
            <a:r>
              <a:rPr sz="2500" b="0" i="0" spc="-1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be either</a:t>
            </a:r>
            <a:r>
              <a:rPr sz="2500" b="0" i="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positive</a:t>
            </a:r>
            <a:r>
              <a:rPr sz="2500" b="0" i="0" dirty="0">
                <a:latin typeface="Times New Roman" panose="02020603050405020304" pitchFamily="18" charset="0"/>
                <a:cs typeface="Times New Roman" panose="02020603050405020304" pitchFamily="18" charset="0"/>
                <a:sym typeface="+mn-ea"/>
              </a:rPr>
              <a:t> or</a:t>
            </a:r>
            <a:r>
              <a:rPr sz="2500" b="0" i="0" spc="-5" dirty="0">
                <a:latin typeface="Times New Roman" panose="02020603050405020304" pitchFamily="18" charset="0"/>
                <a:cs typeface="Times New Roman" panose="02020603050405020304" pitchFamily="18" charset="0"/>
                <a:sym typeface="+mn-ea"/>
              </a:rPr>
              <a:t> negative</a:t>
            </a:r>
            <a:r>
              <a:rPr sz="2500" b="0" i="0" dirty="0">
                <a:latin typeface="Times New Roman" panose="02020603050405020304" pitchFamily="18" charset="0"/>
                <a:cs typeface="Times New Roman" panose="02020603050405020304" pitchFamily="18" charset="0"/>
              </a:rPr>
              <a:t/>
            </a:r>
            <a:br>
              <a:rPr sz="2500" b="0" i="0" dirty="0">
                <a:latin typeface="Times New Roman" panose="02020603050405020304" pitchFamily="18" charset="0"/>
                <a:cs typeface="Times New Roman" panose="02020603050405020304" pitchFamily="18" charset="0"/>
              </a:rPr>
            </a:br>
            <a:r>
              <a:rPr sz="2500" b="0" i="0" dirty="0">
                <a:latin typeface="Times New Roman" panose="02020603050405020304" pitchFamily="18" charset="0"/>
                <a:cs typeface="Times New Roman" panose="02020603050405020304" pitchFamily="18" charset="0"/>
                <a:sym typeface="+mn-ea"/>
              </a:rPr>
              <a:t>Integers</a:t>
            </a:r>
            <a:r>
              <a:rPr sz="2500" b="0" i="0" spc="5"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can</a:t>
            </a:r>
            <a:r>
              <a:rPr sz="2500" b="0" i="0" spc="5"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be</a:t>
            </a:r>
            <a:r>
              <a:rPr sz="2500" b="0" i="0" spc="5"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specified</a:t>
            </a:r>
            <a:r>
              <a:rPr sz="2500" b="0" i="0" spc="1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in </a:t>
            </a:r>
            <a:r>
              <a:rPr sz="2500" b="0" i="0" dirty="0">
                <a:latin typeface="Times New Roman" panose="02020603050405020304" pitchFamily="18" charset="0"/>
                <a:cs typeface="Times New Roman" panose="02020603050405020304" pitchFamily="18" charset="0"/>
                <a:sym typeface="+mn-ea"/>
              </a:rPr>
              <a:t>three</a:t>
            </a:r>
            <a:r>
              <a:rPr sz="2500" b="0" i="0" spc="-15"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formats: decimal</a:t>
            </a:r>
            <a:r>
              <a:rPr sz="2500" b="0" i="0" spc="10" dirty="0">
                <a:latin typeface="Times New Roman" panose="02020603050405020304" pitchFamily="18" charset="0"/>
                <a:cs typeface="Times New Roman" panose="02020603050405020304" pitchFamily="18" charset="0"/>
                <a:sym typeface="+mn-ea"/>
              </a:rPr>
              <a:t> </a:t>
            </a:r>
            <a:r>
              <a:rPr sz="2500" b="0" i="0" dirty="0">
                <a:latin typeface="Times New Roman" panose="02020603050405020304" pitchFamily="18" charset="0"/>
                <a:cs typeface="Times New Roman" panose="02020603050405020304" pitchFamily="18" charset="0"/>
                <a:sym typeface="+mn-ea"/>
              </a:rPr>
              <a:t>(10-based),</a:t>
            </a:r>
            <a:r>
              <a:rPr sz="2500" b="0" i="0" spc="5"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hexadecimal</a:t>
            </a:r>
            <a:r>
              <a:rPr sz="2500" b="0" i="0" spc="5" dirty="0">
                <a:latin typeface="Times New Roman" panose="02020603050405020304" pitchFamily="18" charset="0"/>
                <a:cs typeface="Times New Roman" panose="02020603050405020304" pitchFamily="18" charset="0"/>
                <a:sym typeface="+mn-ea"/>
              </a:rPr>
              <a:t> </a:t>
            </a:r>
            <a:r>
              <a:rPr sz="2500" b="0" i="0" dirty="0">
                <a:latin typeface="Times New Roman" panose="02020603050405020304" pitchFamily="18" charset="0"/>
                <a:cs typeface="Times New Roman" panose="02020603050405020304" pitchFamily="18" charset="0"/>
                <a:sym typeface="+mn-ea"/>
              </a:rPr>
              <a:t>(16- </a:t>
            </a:r>
            <a:r>
              <a:rPr sz="2500" b="0" i="0" spc="-32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based</a:t>
            </a:r>
            <a:r>
              <a:rPr sz="2500" b="0" i="0" spc="5" dirty="0">
                <a:latin typeface="Times New Roman" panose="02020603050405020304" pitchFamily="18" charset="0"/>
                <a:cs typeface="Times New Roman" panose="02020603050405020304" pitchFamily="18" charset="0"/>
                <a:sym typeface="+mn-ea"/>
              </a:rPr>
              <a:t> </a:t>
            </a:r>
            <a:r>
              <a:rPr sz="2500" b="0" i="0" dirty="0">
                <a:latin typeface="Times New Roman" panose="02020603050405020304" pitchFamily="18" charset="0"/>
                <a:cs typeface="Times New Roman" panose="02020603050405020304" pitchFamily="18" charset="0"/>
                <a:sym typeface="+mn-ea"/>
              </a:rPr>
              <a:t>-</a:t>
            </a:r>
            <a:r>
              <a:rPr sz="2500" b="0" i="0" spc="-5" dirty="0">
                <a:latin typeface="Times New Roman" panose="02020603050405020304" pitchFamily="18" charset="0"/>
                <a:cs typeface="Times New Roman" panose="02020603050405020304" pitchFamily="18" charset="0"/>
                <a:sym typeface="+mn-ea"/>
              </a:rPr>
              <a:t> prefixed</a:t>
            </a:r>
            <a:r>
              <a:rPr sz="2500" b="0" i="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with</a:t>
            </a:r>
            <a:r>
              <a:rPr sz="2500" b="0" i="0" dirty="0">
                <a:latin typeface="Times New Roman" panose="02020603050405020304" pitchFamily="18" charset="0"/>
                <a:cs typeface="Times New Roman" panose="02020603050405020304" pitchFamily="18" charset="0"/>
                <a:sym typeface="+mn-ea"/>
              </a:rPr>
              <a:t> </a:t>
            </a:r>
            <a:r>
              <a:rPr sz="2500" b="0" i="0" spc="-10" dirty="0">
                <a:latin typeface="Times New Roman" panose="02020603050405020304" pitchFamily="18" charset="0"/>
                <a:cs typeface="Times New Roman" panose="02020603050405020304" pitchFamily="18" charset="0"/>
                <a:sym typeface="+mn-ea"/>
              </a:rPr>
              <a:t>0x)</a:t>
            </a:r>
            <a:r>
              <a:rPr sz="2500" b="0" i="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or</a:t>
            </a:r>
            <a:r>
              <a:rPr sz="2500" b="0" i="0" dirty="0">
                <a:latin typeface="Times New Roman" panose="02020603050405020304" pitchFamily="18" charset="0"/>
                <a:cs typeface="Times New Roman" panose="02020603050405020304" pitchFamily="18" charset="0"/>
                <a:sym typeface="+mn-ea"/>
              </a:rPr>
              <a:t> octal (8-based -</a:t>
            </a:r>
            <a:r>
              <a:rPr sz="2500" b="0" i="0" spc="-5" dirty="0">
                <a:latin typeface="Times New Roman" panose="02020603050405020304" pitchFamily="18" charset="0"/>
                <a:cs typeface="Times New Roman" panose="02020603050405020304" pitchFamily="18" charset="0"/>
                <a:sym typeface="+mn-ea"/>
              </a:rPr>
              <a:t> prefixed</a:t>
            </a:r>
            <a:r>
              <a:rPr sz="2500" b="0" i="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with</a:t>
            </a:r>
            <a:r>
              <a:rPr sz="2500" b="0" i="0" spc="1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0)</a:t>
            </a:r>
            <a:r>
              <a:rPr sz="2500" b="0" i="0" dirty="0">
                <a:latin typeface="Times New Roman" panose="02020603050405020304" pitchFamily="18" charset="0"/>
                <a:cs typeface="Times New Roman" panose="02020603050405020304" pitchFamily="18" charset="0"/>
              </a:rPr>
              <a:t/>
            </a:r>
            <a:br>
              <a:rPr sz="2500" b="0" i="0" dirty="0">
                <a:latin typeface="Times New Roman" panose="02020603050405020304" pitchFamily="18" charset="0"/>
                <a:cs typeface="Times New Roman" panose="02020603050405020304" pitchFamily="18" charset="0"/>
              </a:rPr>
            </a:br>
            <a:r>
              <a:rPr sz="2500" b="0" i="0" dirty="0">
                <a:latin typeface="Times New Roman" panose="02020603050405020304" pitchFamily="18" charset="0"/>
                <a:cs typeface="Times New Roman" panose="02020603050405020304" pitchFamily="18" charset="0"/>
                <a:sym typeface="+mn-ea"/>
              </a:rPr>
              <a:t>In</a:t>
            </a:r>
            <a:r>
              <a:rPr sz="2500" b="0" i="0" spc="1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the</a:t>
            </a:r>
            <a:r>
              <a:rPr sz="2500" b="0" i="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following</a:t>
            </a:r>
            <a:r>
              <a:rPr sz="2500" b="0" i="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example</a:t>
            </a:r>
            <a:r>
              <a:rPr sz="2500" b="0" i="0" spc="10" dirty="0">
                <a:latin typeface="Times New Roman" panose="02020603050405020304" pitchFamily="18" charset="0"/>
                <a:cs typeface="Times New Roman" panose="02020603050405020304" pitchFamily="18" charset="0"/>
                <a:sym typeface="+mn-ea"/>
              </a:rPr>
              <a:t> </a:t>
            </a:r>
            <a:r>
              <a:rPr sz="2500" b="0" i="0" dirty="0">
                <a:latin typeface="Times New Roman" panose="02020603050405020304" pitchFamily="18" charset="0"/>
                <a:cs typeface="Times New Roman" panose="02020603050405020304" pitchFamily="18" charset="0"/>
                <a:sym typeface="+mn-ea"/>
              </a:rPr>
              <a:t>$x</a:t>
            </a:r>
            <a:r>
              <a:rPr sz="2500" b="0" i="0" spc="1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is</a:t>
            </a:r>
            <a:r>
              <a:rPr sz="2500" b="0" i="0" spc="1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an</a:t>
            </a:r>
            <a:r>
              <a:rPr sz="2500" b="0" i="0" spc="1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integer.</a:t>
            </a:r>
            <a:r>
              <a:rPr sz="2500" b="0" i="0" spc="-10" dirty="0">
                <a:latin typeface="Times New Roman" panose="02020603050405020304" pitchFamily="18" charset="0"/>
                <a:cs typeface="Times New Roman" panose="02020603050405020304" pitchFamily="18" charset="0"/>
                <a:sym typeface="+mn-ea"/>
              </a:rPr>
              <a:t> </a:t>
            </a:r>
            <a:endParaRPr lang="en-US" sz="2500" b="0" i="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AE64D9B6-CCEA-139A-19CA-A0EBCBE06E65}"/>
              </a:ext>
            </a:extLst>
          </p:cNvPr>
          <p:cNvSpPr>
            <a:spLocks noGrp="1"/>
          </p:cNvSpPr>
          <p:nvPr>
            <p:ph type="sldNum" idx="4"/>
          </p:nvPr>
        </p:nvSpPr>
        <p:spPr/>
        <p:txBody>
          <a:bodyPr/>
          <a:lstStyle/>
          <a:p>
            <a:pPr algn="r">
              <a:buNone/>
            </a:pPr>
            <a:fld id="{9A0DB2DC-4C9A-4742-B13C-FB6460FD3503}" type="slidenum">
              <a:rPr lang="en-GB" altLang="en-US" smtClean="0"/>
              <a:pPr algn="r">
                <a:buNone/>
              </a:pPr>
              <a:t>23</a:t>
            </a:fld>
            <a:endParaRPr lang="en-GB"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500" dirty="0">
                <a:solidFill>
                  <a:srgbClr val="0000CD"/>
                </a:solidFill>
                <a:latin typeface="Arial MT"/>
                <a:cs typeface="Arial MT"/>
                <a:sym typeface="+mn-ea"/>
              </a:rPr>
              <a:t/>
            </a:r>
            <a:br>
              <a:rPr sz="2500" dirty="0">
                <a:solidFill>
                  <a:srgbClr val="0000CD"/>
                </a:solidFill>
                <a:latin typeface="Arial MT"/>
                <a:cs typeface="Arial MT"/>
                <a:sym typeface="+mn-ea"/>
              </a:rPr>
            </a:br>
            <a:r>
              <a:rPr sz="2500" b="0" i="0" dirty="0">
                <a:latin typeface="Times New Roman" panose="02020603050405020304" pitchFamily="18" charset="0"/>
                <a:cs typeface="Times New Roman" panose="02020603050405020304" pitchFamily="18" charset="0"/>
                <a:sym typeface="+mn-ea"/>
              </a:rPr>
              <a:t>The</a:t>
            </a:r>
            <a:r>
              <a:rPr sz="2500" b="0" i="0" spc="-1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PHP</a:t>
            </a:r>
            <a:r>
              <a:rPr sz="2500" b="0" i="0" spc="5" dirty="0">
                <a:latin typeface="Times New Roman" panose="02020603050405020304" pitchFamily="18" charset="0"/>
                <a:cs typeface="Times New Roman" panose="02020603050405020304" pitchFamily="18" charset="0"/>
                <a:sym typeface="+mn-ea"/>
              </a:rPr>
              <a:t> </a:t>
            </a:r>
            <a:r>
              <a:rPr sz="2500" i="0" spc="-5" dirty="0">
                <a:solidFill>
                  <a:srgbClr val="C00000"/>
                </a:solidFill>
                <a:latin typeface="Times New Roman" panose="02020603050405020304" pitchFamily="18" charset="0"/>
                <a:cs typeface="Times New Roman" panose="02020603050405020304" pitchFamily="18" charset="0"/>
                <a:sym typeface="+mn-ea"/>
              </a:rPr>
              <a:t>var_dump()</a:t>
            </a:r>
            <a:r>
              <a:rPr sz="2500" b="0" i="0" spc="-1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function </a:t>
            </a:r>
            <a:r>
              <a:rPr sz="2500" b="0" i="0" spc="-320" dirty="0">
                <a:latin typeface="Times New Roman" panose="02020603050405020304" pitchFamily="18" charset="0"/>
                <a:cs typeface="Times New Roman" panose="02020603050405020304" pitchFamily="18" charset="0"/>
                <a:sym typeface="+mn-ea"/>
              </a:rPr>
              <a:t> </a:t>
            </a:r>
            <a:r>
              <a:rPr sz="2500" b="0" i="0" dirty="0">
                <a:latin typeface="Times New Roman" panose="02020603050405020304" pitchFamily="18" charset="0"/>
                <a:cs typeface="Times New Roman" panose="02020603050405020304" pitchFamily="18" charset="0"/>
                <a:sym typeface="+mn-ea"/>
              </a:rPr>
              <a:t>returns</a:t>
            </a:r>
            <a:r>
              <a:rPr sz="2500" b="0" i="0" spc="-5" dirty="0">
                <a:latin typeface="Times New Roman" panose="02020603050405020304" pitchFamily="18" charset="0"/>
                <a:cs typeface="Times New Roman" panose="02020603050405020304" pitchFamily="18" charset="0"/>
                <a:sym typeface="+mn-ea"/>
              </a:rPr>
              <a:t> the</a:t>
            </a:r>
            <a:r>
              <a:rPr sz="2500" b="0" i="0" spc="-1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data</a:t>
            </a:r>
            <a:r>
              <a:rPr sz="2500" b="0" i="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type</a:t>
            </a:r>
            <a:r>
              <a:rPr sz="2500" b="0" i="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and</a:t>
            </a:r>
            <a:r>
              <a:rPr sz="2500" b="0" i="0" spc="-25"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value:</a:t>
            </a:r>
            <a:r>
              <a:rPr sz="2500" dirty="0">
                <a:solidFill>
                  <a:srgbClr val="0000CD"/>
                </a:solidFill>
                <a:latin typeface="Arial MT"/>
                <a:cs typeface="Arial MT"/>
                <a:sym typeface="+mn-ea"/>
              </a:rPr>
              <a:t/>
            </a:r>
            <a:br>
              <a:rPr sz="2500" dirty="0">
                <a:solidFill>
                  <a:srgbClr val="0000CD"/>
                </a:solidFill>
                <a:latin typeface="Arial MT"/>
                <a:cs typeface="Arial MT"/>
                <a:sym typeface="+mn-ea"/>
              </a:rPr>
            </a:br>
            <a:r>
              <a:rPr sz="2500" dirty="0">
                <a:solidFill>
                  <a:srgbClr val="0000CD"/>
                </a:solidFill>
                <a:latin typeface="Arial MT"/>
                <a:cs typeface="Arial MT"/>
                <a:sym typeface="+mn-ea"/>
              </a:rPr>
              <a:t/>
            </a:r>
            <a:br>
              <a:rPr sz="2500" dirty="0">
                <a:solidFill>
                  <a:srgbClr val="0000CD"/>
                </a:solidFill>
                <a:latin typeface="Arial MT"/>
                <a:cs typeface="Arial MT"/>
                <a:sym typeface="+mn-ea"/>
              </a:rPr>
            </a:br>
            <a:r>
              <a:rPr sz="2500" dirty="0">
                <a:solidFill>
                  <a:srgbClr val="0000CD"/>
                </a:solidFill>
                <a:latin typeface="Arial MT"/>
                <a:cs typeface="Arial MT"/>
                <a:sym typeface="+mn-ea"/>
              </a:rPr>
              <a:t>&lt;</a:t>
            </a:r>
            <a:r>
              <a:rPr sz="2500" dirty="0">
                <a:solidFill>
                  <a:srgbClr val="A32A2A"/>
                </a:solidFill>
                <a:latin typeface="Arial MT"/>
                <a:cs typeface="Arial MT"/>
                <a:sym typeface="+mn-ea"/>
              </a:rPr>
              <a:t>html</a:t>
            </a:r>
            <a:r>
              <a:rPr sz="2500" dirty="0">
                <a:solidFill>
                  <a:srgbClr val="0000CD"/>
                </a:solidFill>
                <a:latin typeface="Arial MT"/>
                <a:cs typeface="Arial MT"/>
                <a:sym typeface="+mn-ea"/>
              </a:rPr>
              <a:t>&gt;</a:t>
            </a:r>
            <a:r>
              <a:rPr sz="2500" dirty="0">
                <a:latin typeface="Arial MT"/>
                <a:cs typeface="Arial MT"/>
              </a:rPr>
              <a:t/>
            </a:r>
            <a:br>
              <a:rPr sz="2500" dirty="0">
                <a:latin typeface="Arial MT"/>
                <a:cs typeface="Arial MT"/>
              </a:rPr>
            </a:br>
            <a:r>
              <a:rPr sz="2500" spc="-5" dirty="0">
                <a:solidFill>
                  <a:srgbClr val="0000CD"/>
                </a:solidFill>
                <a:latin typeface="Arial MT"/>
                <a:cs typeface="Arial MT"/>
                <a:sym typeface="+mn-ea"/>
              </a:rPr>
              <a:t>&lt;</a:t>
            </a:r>
            <a:r>
              <a:rPr sz="2500" spc="-5" dirty="0">
                <a:solidFill>
                  <a:srgbClr val="A32A2A"/>
                </a:solidFill>
                <a:latin typeface="Arial MT"/>
                <a:cs typeface="Arial MT"/>
                <a:sym typeface="+mn-ea"/>
              </a:rPr>
              <a:t>body</a:t>
            </a:r>
            <a:r>
              <a:rPr sz="2500" spc="-5" dirty="0">
                <a:solidFill>
                  <a:srgbClr val="0000CD"/>
                </a:solidFill>
                <a:latin typeface="Arial MT"/>
                <a:cs typeface="Arial MT"/>
                <a:sym typeface="+mn-ea"/>
              </a:rPr>
              <a:t>&gt;</a:t>
            </a:r>
            <a:r>
              <a:rPr sz="2500" dirty="0">
                <a:latin typeface="Arial MT"/>
                <a:cs typeface="Arial MT"/>
              </a:rPr>
              <a:t/>
            </a:r>
            <a:br>
              <a:rPr sz="2500" dirty="0">
                <a:latin typeface="Arial MT"/>
                <a:cs typeface="Arial MT"/>
              </a:rPr>
            </a:br>
            <a:r>
              <a:rPr sz="2500" spc="-5" dirty="0">
                <a:solidFill>
                  <a:srgbClr val="FF0000"/>
                </a:solidFill>
                <a:latin typeface="Arial MT"/>
                <a:cs typeface="Arial MT"/>
                <a:sym typeface="+mn-ea"/>
              </a:rPr>
              <a:t>&lt;?php</a:t>
            </a:r>
            <a:r>
              <a:rPr sz="2500" dirty="0">
                <a:latin typeface="Arial MT"/>
                <a:cs typeface="Arial MT"/>
              </a:rPr>
              <a:t/>
            </a:r>
            <a:br>
              <a:rPr sz="2500" dirty="0">
                <a:latin typeface="Arial MT"/>
                <a:cs typeface="Arial MT"/>
              </a:rPr>
            </a:br>
            <a:r>
              <a:rPr sz="2500" spc="-5" dirty="0">
                <a:highlight>
                  <a:srgbClr val="FFFF00"/>
                </a:highlight>
                <a:latin typeface="Arial MT"/>
                <a:cs typeface="Arial MT"/>
                <a:sym typeface="+mn-ea"/>
              </a:rPr>
              <a:t>$x</a:t>
            </a:r>
            <a:r>
              <a:rPr sz="2500" spc="-35" dirty="0">
                <a:highlight>
                  <a:srgbClr val="FFFF00"/>
                </a:highlight>
                <a:latin typeface="Arial MT"/>
                <a:cs typeface="Arial MT"/>
                <a:sym typeface="+mn-ea"/>
              </a:rPr>
              <a:t> </a:t>
            </a:r>
            <a:r>
              <a:rPr sz="2500" dirty="0">
                <a:highlight>
                  <a:srgbClr val="FFFF00"/>
                </a:highlight>
                <a:latin typeface="Arial MT"/>
                <a:cs typeface="Arial MT"/>
                <a:sym typeface="+mn-ea"/>
              </a:rPr>
              <a:t>=</a:t>
            </a:r>
            <a:r>
              <a:rPr sz="2500" spc="-20" dirty="0">
                <a:highlight>
                  <a:srgbClr val="FFFF00"/>
                </a:highlight>
                <a:latin typeface="Arial MT"/>
                <a:cs typeface="Arial MT"/>
                <a:sym typeface="+mn-ea"/>
              </a:rPr>
              <a:t> </a:t>
            </a:r>
            <a:r>
              <a:rPr sz="2500" spc="-5" dirty="0">
                <a:solidFill>
                  <a:srgbClr val="FF0000"/>
                </a:solidFill>
                <a:highlight>
                  <a:srgbClr val="FFFF00"/>
                </a:highlight>
                <a:latin typeface="Arial MT"/>
                <a:cs typeface="Arial MT"/>
                <a:sym typeface="+mn-ea"/>
              </a:rPr>
              <a:t>5985</a:t>
            </a:r>
            <a:r>
              <a:rPr sz="2500" spc="-5" dirty="0">
                <a:latin typeface="Arial MT"/>
                <a:cs typeface="Arial MT"/>
                <a:sym typeface="+mn-ea"/>
              </a:rPr>
              <a:t>;</a:t>
            </a:r>
            <a:r>
              <a:rPr sz="2500" dirty="0">
                <a:latin typeface="Arial MT"/>
                <a:cs typeface="Arial MT"/>
              </a:rPr>
              <a:t/>
            </a:r>
            <a:br>
              <a:rPr sz="2500" dirty="0">
                <a:latin typeface="Arial MT"/>
                <a:cs typeface="Arial MT"/>
              </a:rPr>
            </a:br>
            <a:r>
              <a:rPr sz="2500" spc="-5" dirty="0">
                <a:latin typeface="Arial MT"/>
                <a:cs typeface="Arial MT"/>
                <a:sym typeface="+mn-ea"/>
              </a:rPr>
              <a:t>var_dump($x);</a:t>
            </a:r>
            <a:r>
              <a:rPr sz="2500" dirty="0">
                <a:latin typeface="Arial MT"/>
                <a:cs typeface="Arial MT"/>
              </a:rPr>
              <a:t/>
            </a:r>
            <a:br>
              <a:rPr sz="2500" dirty="0">
                <a:latin typeface="Arial MT"/>
                <a:cs typeface="Arial MT"/>
              </a:rPr>
            </a:br>
            <a:r>
              <a:rPr sz="2500" spc="-5" dirty="0">
                <a:solidFill>
                  <a:srgbClr val="FF0000"/>
                </a:solidFill>
                <a:latin typeface="Arial MT"/>
                <a:cs typeface="Arial MT"/>
                <a:sym typeface="+mn-ea"/>
              </a:rPr>
              <a:t>?&gt;</a:t>
            </a:r>
            <a:r>
              <a:rPr sz="2500" dirty="0">
                <a:latin typeface="Arial MT"/>
                <a:cs typeface="Arial MT"/>
              </a:rPr>
              <a:t/>
            </a:r>
            <a:br>
              <a:rPr sz="2500" dirty="0">
                <a:latin typeface="Arial MT"/>
                <a:cs typeface="Arial MT"/>
              </a:rPr>
            </a:br>
            <a:r>
              <a:rPr sz="2500" spc="-5" dirty="0">
                <a:solidFill>
                  <a:srgbClr val="0000CD"/>
                </a:solidFill>
                <a:latin typeface="Arial MT"/>
                <a:cs typeface="Arial MT"/>
                <a:sym typeface="+mn-ea"/>
              </a:rPr>
              <a:t>&lt;</a:t>
            </a:r>
            <a:r>
              <a:rPr sz="2500" spc="-5" dirty="0">
                <a:solidFill>
                  <a:srgbClr val="A32A2A"/>
                </a:solidFill>
                <a:latin typeface="Arial MT"/>
                <a:cs typeface="Arial MT"/>
                <a:sym typeface="+mn-ea"/>
              </a:rPr>
              <a:t>/body</a:t>
            </a:r>
            <a:r>
              <a:rPr sz="2500" spc="-5" dirty="0">
                <a:solidFill>
                  <a:srgbClr val="0000CD"/>
                </a:solidFill>
                <a:latin typeface="Arial MT"/>
                <a:cs typeface="Arial MT"/>
                <a:sym typeface="+mn-ea"/>
              </a:rPr>
              <a:t>&gt;</a:t>
            </a:r>
            <a:r>
              <a:rPr sz="2500" dirty="0">
                <a:latin typeface="Arial MT"/>
                <a:cs typeface="Arial MT"/>
              </a:rPr>
              <a:t/>
            </a:r>
            <a:br>
              <a:rPr sz="2500" dirty="0">
                <a:latin typeface="Arial MT"/>
                <a:cs typeface="Arial MT"/>
              </a:rPr>
            </a:br>
            <a:r>
              <a:rPr sz="2500" dirty="0">
                <a:solidFill>
                  <a:srgbClr val="0000CD"/>
                </a:solidFill>
                <a:latin typeface="Arial MT"/>
                <a:cs typeface="Arial MT"/>
                <a:sym typeface="+mn-ea"/>
              </a:rPr>
              <a:t>&lt;</a:t>
            </a:r>
            <a:r>
              <a:rPr sz="2500" dirty="0">
                <a:solidFill>
                  <a:srgbClr val="A32A2A"/>
                </a:solidFill>
                <a:latin typeface="Arial MT"/>
                <a:cs typeface="Arial MT"/>
                <a:sym typeface="+mn-ea"/>
              </a:rPr>
              <a:t>/html</a:t>
            </a:r>
            <a:r>
              <a:rPr sz="2500" dirty="0">
                <a:solidFill>
                  <a:srgbClr val="0000CD"/>
                </a:solidFill>
                <a:latin typeface="Arial MT"/>
                <a:cs typeface="Arial MT"/>
                <a:sym typeface="+mn-ea"/>
              </a:rPr>
              <a:t>&gt;</a:t>
            </a:r>
            <a:br>
              <a:rPr sz="2500" dirty="0">
                <a:solidFill>
                  <a:srgbClr val="0000CD"/>
                </a:solidFill>
                <a:latin typeface="Arial MT"/>
                <a:cs typeface="Arial MT"/>
                <a:sym typeface="+mn-ea"/>
              </a:rPr>
            </a:br>
            <a:r>
              <a:rPr sz="2500" dirty="0">
                <a:latin typeface="Arial MT"/>
                <a:cs typeface="Arial MT"/>
              </a:rPr>
              <a:t/>
            </a:r>
            <a:br>
              <a:rPr sz="2500" dirty="0">
                <a:latin typeface="Arial MT"/>
                <a:cs typeface="Arial MT"/>
              </a:rPr>
            </a:br>
            <a:r>
              <a:rPr sz="2500" dirty="0">
                <a:latin typeface="Arial" panose="020B0604020202020204"/>
                <a:cs typeface="Arial" panose="020B0604020202020204"/>
                <a:sym typeface="+mn-ea"/>
              </a:rPr>
              <a:t>OUTPUT:</a:t>
            </a:r>
            <a:r>
              <a:rPr sz="2500" dirty="0">
                <a:latin typeface="Arial" panose="020B0604020202020204"/>
                <a:cs typeface="Arial" panose="020B0604020202020204"/>
              </a:rPr>
              <a:t/>
            </a:r>
            <a:br>
              <a:rPr sz="2500" dirty="0">
                <a:latin typeface="Arial" panose="020B0604020202020204"/>
                <a:cs typeface="Arial" panose="020B0604020202020204"/>
              </a:rPr>
            </a:br>
            <a:r>
              <a:rPr sz="2500" spc="-5" dirty="0">
                <a:latin typeface="Arial MT"/>
                <a:cs typeface="Arial MT"/>
                <a:sym typeface="+mn-ea"/>
              </a:rPr>
              <a:t>int(5985)</a:t>
            </a:r>
            <a:endParaRPr lang="en-US" sz="2500" dirty="0"/>
          </a:p>
        </p:txBody>
      </p:sp>
      <p:sp>
        <p:nvSpPr>
          <p:cNvPr id="4" name="Slide Number Placeholder 3">
            <a:extLst>
              <a:ext uri="{FF2B5EF4-FFF2-40B4-BE49-F238E27FC236}">
                <a16:creationId xmlns:a16="http://schemas.microsoft.com/office/drawing/2014/main" xmlns="" id="{4519D186-693E-5BD8-BFC7-2A58D2BE1A06}"/>
              </a:ext>
            </a:extLst>
          </p:cNvPr>
          <p:cNvSpPr>
            <a:spLocks noGrp="1"/>
          </p:cNvSpPr>
          <p:nvPr>
            <p:ph type="sldNum" idx="4"/>
          </p:nvPr>
        </p:nvSpPr>
        <p:spPr/>
        <p:txBody>
          <a:bodyPr/>
          <a:lstStyle/>
          <a:p>
            <a:pPr algn="r">
              <a:buNone/>
            </a:pPr>
            <a:fld id="{9A0DB2DC-4C9A-4742-B13C-FB6460FD3503}" type="slidenum">
              <a:rPr lang="en-GB" altLang="en-US" smtClean="0"/>
              <a:pPr algn="r">
                <a:buNone/>
              </a:pPr>
              <a:t>24</a:t>
            </a:fld>
            <a:endParaRPr lang="en-GB"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pc="-5" dirty="0">
                <a:highlight>
                  <a:srgbClr val="00FFFF"/>
                </a:highlight>
                <a:latin typeface="Arial" panose="020B0604020202020204"/>
                <a:cs typeface="Arial" panose="020B0604020202020204"/>
                <a:sym typeface="+mn-ea"/>
              </a:rPr>
              <a:t>PHP</a:t>
            </a:r>
            <a:r>
              <a:rPr spc="-40" dirty="0">
                <a:highlight>
                  <a:srgbClr val="00FFFF"/>
                </a:highlight>
                <a:latin typeface="Arial" panose="020B0604020202020204"/>
                <a:cs typeface="Arial" panose="020B0604020202020204"/>
                <a:sym typeface="+mn-ea"/>
              </a:rPr>
              <a:t> </a:t>
            </a:r>
            <a:r>
              <a:rPr dirty="0">
                <a:highlight>
                  <a:srgbClr val="00FFFF"/>
                </a:highlight>
                <a:latin typeface="Arial" panose="020B0604020202020204"/>
                <a:cs typeface="Arial" panose="020B0604020202020204"/>
                <a:sym typeface="+mn-ea"/>
              </a:rPr>
              <a:t>Float</a:t>
            </a:r>
            <a:r>
              <a:rPr>
                <a:latin typeface="Arial" panose="020B0604020202020204"/>
                <a:cs typeface="Arial" panose="020B0604020202020204"/>
              </a:rPr>
              <a:t/>
            </a:r>
            <a:br>
              <a:rPr>
                <a:latin typeface="Arial" panose="020B0604020202020204"/>
                <a:cs typeface="Arial" panose="020B0604020202020204"/>
              </a:rPr>
            </a:br>
            <a:r>
              <a:rPr>
                <a:latin typeface="Arial" panose="020B0604020202020204"/>
                <a:cs typeface="Arial" panose="020B0604020202020204"/>
              </a:rPr>
              <a:t/>
            </a:r>
            <a:br>
              <a:rPr>
                <a:latin typeface="Arial" panose="020B0604020202020204"/>
                <a:cs typeface="Arial" panose="020B0604020202020204"/>
              </a:rPr>
            </a:br>
            <a:r>
              <a:rPr dirty="0">
                <a:latin typeface="Arial MT"/>
                <a:cs typeface="Arial MT"/>
                <a:sym typeface="+mn-ea"/>
              </a:rPr>
              <a:t>A</a:t>
            </a:r>
            <a:r>
              <a:rPr spc="-5" dirty="0">
                <a:latin typeface="Arial MT"/>
                <a:cs typeface="Arial MT"/>
                <a:sym typeface="+mn-ea"/>
              </a:rPr>
              <a:t> </a:t>
            </a:r>
            <a:r>
              <a:rPr dirty="0">
                <a:latin typeface="Arial MT"/>
                <a:cs typeface="Arial MT"/>
                <a:sym typeface="+mn-ea"/>
              </a:rPr>
              <a:t>float</a:t>
            </a:r>
            <a:r>
              <a:rPr spc="-5" dirty="0">
                <a:latin typeface="Arial MT"/>
                <a:cs typeface="Arial MT"/>
                <a:sym typeface="+mn-ea"/>
              </a:rPr>
              <a:t> (floating </a:t>
            </a:r>
            <a:r>
              <a:rPr dirty="0">
                <a:latin typeface="Arial MT"/>
                <a:cs typeface="Arial MT"/>
                <a:sym typeface="+mn-ea"/>
              </a:rPr>
              <a:t>point </a:t>
            </a:r>
            <a:r>
              <a:rPr spc="-5" dirty="0">
                <a:latin typeface="Arial MT"/>
                <a:cs typeface="Arial MT"/>
                <a:sym typeface="+mn-ea"/>
              </a:rPr>
              <a:t>number) is</a:t>
            </a:r>
            <a:r>
              <a:rPr spc="5" dirty="0">
                <a:latin typeface="Arial MT"/>
                <a:cs typeface="Arial MT"/>
                <a:sym typeface="+mn-ea"/>
              </a:rPr>
              <a:t> </a:t>
            </a:r>
            <a:r>
              <a:rPr spc="-5" dirty="0">
                <a:latin typeface="Arial MT"/>
                <a:cs typeface="Arial MT"/>
                <a:sym typeface="+mn-ea"/>
              </a:rPr>
              <a:t>a</a:t>
            </a:r>
            <a:r>
              <a:rPr spc="15" dirty="0">
                <a:latin typeface="Arial MT"/>
                <a:cs typeface="Arial MT"/>
                <a:sym typeface="+mn-ea"/>
              </a:rPr>
              <a:t> </a:t>
            </a:r>
            <a:r>
              <a:rPr spc="-5" dirty="0">
                <a:latin typeface="Arial MT"/>
                <a:cs typeface="Arial MT"/>
                <a:sym typeface="+mn-ea"/>
              </a:rPr>
              <a:t>number</a:t>
            </a:r>
            <a:r>
              <a:rPr spc="5" dirty="0">
                <a:latin typeface="Arial MT"/>
                <a:cs typeface="Arial MT"/>
                <a:sym typeface="+mn-ea"/>
              </a:rPr>
              <a:t> </a:t>
            </a:r>
            <a:r>
              <a:rPr spc="-10" dirty="0">
                <a:latin typeface="Arial MT"/>
                <a:cs typeface="Arial MT"/>
                <a:sym typeface="+mn-ea"/>
              </a:rPr>
              <a:t>with</a:t>
            </a:r>
            <a:r>
              <a:rPr spc="5" dirty="0">
                <a:latin typeface="Arial MT"/>
                <a:cs typeface="Arial MT"/>
                <a:sym typeface="+mn-ea"/>
              </a:rPr>
              <a:t> </a:t>
            </a:r>
            <a:r>
              <a:rPr spc="-5" dirty="0">
                <a:latin typeface="Arial MT"/>
                <a:cs typeface="Arial MT"/>
                <a:sym typeface="+mn-ea"/>
              </a:rPr>
              <a:t>a</a:t>
            </a:r>
            <a:r>
              <a:rPr spc="5" dirty="0">
                <a:latin typeface="Arial MT"/>
                <a:cs typeface="Arial MT"/>
                <a:sym typeface="+mn-ea"/>
              </a:rPr>
              <a:t> </a:t>
            </a:r>
            <a:r>
              <a:rPr spc="-5" dirty="0">
                <a:latin typeface="Arial MT"/>
                <a:cs typeface="Arial MT"/>
                <a:sym typeface="+mn-ea"/>
              </a:rPr>
              <a:t>decimal</a:t>
            </a:r>
            <a:r>
              <a:rPr spc="5" dirty="0">
                <a:latin typeface="Arial MT"/>
                <a:cs typeface="Arial MT"/>
                <a:sym typeface="+mn-ea"/>
              </a:rPr>
              <a:t> </a:t>
            </a:r>
            <a:r>
              <a:rPr spc="-5" dirty="0">
                <a:latin typeface="Arial MT"/>
                <a:cs typeface="Arial MT"/>
                <a:sym typeface="+mn-ea"/>
              </a:rPr>
              <a:t>point or</a:t>
            </a:r>
            <a:r>
              <a:rPr spc="10" dirty="0">
                <a:latin typeface="Arial MT"/>
                <a:cs typeface="Arial MT"/>
                <a:sym typeface="+mn-ea"/>
              </a:rPr>
              <a:t> </a:t>
            </a:r>
            <a:r>
              <a:rPr spc="-5" dirty="0">
                <a:latin typeface="Arial MT"/>
                <a:cs typeface="Arial MT"/>
                <a:sym typeface="+mn-ea"/>
              </a:rPr>
              <a:t>a</a:t>
            </a:r>
            <a:r>
              <a:rPr spc="35" dirty="0">
                <a:latin typeface="Arial MT"/>
                <a:cs typeface="Arial MT"/>
                <a:sym typeface="+mn-ea"/>
              </a:rPr>
              <a:t> </a:t>
            </a:r>
            <a:r>
              <a:rPr spc="-10" dirty="0">
                <a:latin typeface="Arial MT"/>
                <a:cs typeface="Arial MT"/>
                <a:sym typeface="+mn-ea"/>
              </a:rPr>
              <a:t>number</a:t>
            </a:r>
            <a:r>
              <a:rPr spc="-15" dirty="0">
                <a:latin typeface="Arial MT"/>
                <a:cs typeface="Arial MT"/>
                <a:sym typeface="+mn-ea"/>
              </a:rPr>
              <a:t> </a:t>
            </a:r>
            <a:r>
              <a:rPr spc="-5" dirty="0">
                <a:latin typeface="Arial MT"/>
                <a:cs typeface="Arial MT"/>
                <a:sym typeface="+mn-ea"/>
              </a:rPr>
              <a:t>in </a:t>
            </a:r>
            <a:r>
              <a:rPr spc="-320" dirty="0">
                <a:latin typeface="Arial MT"/>
                <a:cs typeface="Arial MT"/>
                <a:sym typeface="+mn-ea"/>
              </a:rPr>
              <a:t> </a:t>
            </a:r>
            <a:r>
              <a:rPr spc="-5" dirty="0">
                <a:latin typeface="Arial MT"/>
                <a:cs typeface="Arial MT"/>
                <a:sym typeface="+mn-ea"/>
              </a:rPr>
              <a:t>exponential</a:t>
            </a:r>
            <a:r>
              <a:rPr dirty="0">
                <a:latin typeface="Arial MT"/>
                <a:cs typeface="Arial MT"/>
                <a:sym typeface="+mn-ea"/>
              </a:rPr>
              <a:t> </a:t>
            </a:r>
            <a:r>
              <a:rPr spc="-15" dirty="0">
                <a:latin typeface="Arial MT"/>
                <a:cs typeface="Arial MT"/>
                <a:sym typeface="+mn-ea"/>
              </a:rPr>
              <a:t>form.</a:t>
            </a:r>
            <a:r>
              <a:rPr>
                <a:latin typeface="Arial MT"/>
                <a:cs typeface="Arial MT"/>
              </a:rPr>
              <a:t/>
            </a:r>
            <a:br>
              <a:rPr>
                <a:latin typeface="Arial MT"/>
                <a:cs typeface="Arial MT"/>
              </a:rPr>
            </a:br>
            <a:r>
              <a:rPr dirty="0">
                <a:latin typeface="Arial MT"/>
                <a:cs typeface="Arial MT"/>
                <a:sym typeface="+mn-ea"/>
              </a:rPr>
              <a:t>In</a:t>
            </a:r>
            <a:r>
              <a:rPr spc="5" dirty="0">
                <a:latin typeface="Arial MT"/>
                <a:cs typeface="Arial MT"/>
                <a:sym typeface="+mn-ea"/>
              </a:rPr>
              <a:t> </a:t>
            </a:r>
            <a:r>
              <a:rPr spc="-5" dirty="0">
                <a:latin typeface="Arial MT"/>
                <a:cs typeface="Arial MT"/>
                <a:sym typeface="+mn-ea"/>
              </a:rPr>
              <a:t>the following</a:t>
            </a:r>
            <a:r>
              <a:rPr dirty="0">
                <a:latin typeface="Arial MT"/>
                <a:cs typeface="Arial MT"/>
                <a:sym typeface="+mn-ea"/>
              </a:rPr>
              <a:t> </a:t>
            </a:r>
            <a:r>
              <a:rPr spc="-5" dirty="0">
                <a:latin typeface="Arial MT"/>
                <a:cs typeface="Arial MT"/>
                <a:sym typeface="+mn-ea"/>
              </a:rPr>
              <a:t>example</a:t>
            </a:r>
            <a:r>
              <a:rPr spc="5" dirty="0">
                <a:latin typeface="Arial MT"/>
                <a:cs typeface="Arial MT"/>
                <a:sym typeface="+mn-ea"/>
              </a:rPr>
              <a:t> </a:t>
            </a:r>
            <a:r>
              <a:rPr dirty="0">
                <a:latin typeface="Arial MT"/>
                <a:cs typeface="Arial MT"/>
                <a:sym typeface="+mn-ea"/>
              </a:rPr>
              <a:t>$x</a:t>
            </a:r>
            <a:r>
              <a:rPr spc="-10" dirty="0">
                <a:latin typeface="Arial MT"/>
                <a:cs typeface="Arial MT"/>
                <a:sym typeface="+mn-ea"/>
              </a:rPr>
              <a:t> </a:t>
            </a:r>
            <a:r>
              <a:rPr spc="-5" dirty="0">
                <a:latin typeface="Arial MT"/>
                <a:cs typeface="Arial MT"/>
                <a:sym typeface="+mn-ea"/>
              </a:rPr>
              <a:t>is</a:t>
            </a:r>
            <a:r>
              <a:rPr spc="5" dirty="0">
                <a:latin typeface="Arial MT"/>
                <a:cs typeface="Arial MT"/>
                <a:sym typeface="+mn-ea"/>
              </a:rPr>
              <a:t> </a:t>
            </a:r>
            <a:r>
              <a:rPr spc="-5" dirty="0">
                <a:latin typeface="Arial MT"/>
                <a:cs typeface="Arial MT"/>
                <a:sym typeface="+mn-ea"/>
              </a:rPr>
              <a:t>a</a:t>
            </a:r>
            <a:r>
              <a:rPr dirty="0">
                <a:latin typeface="Arial MT"/>
                <a:cs typeface="Arial MT"/>
                <a:sym typeface="+mn-ea"/>
              </a:rPr>
              <a:t> float.</a:t>
            </a:r>
            <a:r>
              <a:rPr spc="-5" dirty="0">
                <a:latin typeface="Arial MT"/>
                <a:cs typeface="Arial MT"/>
                <a:sym typeface="+mn-ea"/>
              </a:rPr>
              <a:t> The</a:t>
            </a:r>
            <a:r>
              <a:rPr spc="20" dirty="0">
                <a:latin typeface="Arial MT"/>
                <a:cs typeface="Arial MT"/>
                <a:sym typeface="+mn-ea"/>
              </a:rPr>
              <a:t> </a:t>
            </a:r>
            <a:r>
              <a:rPr spc="-15" dirty="0">
                <a:latin typeface="Arial MT"/>
                <a:cs typeface="Arial MT"/>
                <a:sym typeface="+mn-ea"/>
              </a:rPr>
              <a:t>PHP</a:t>
            </a:r>
            <a:r>
              <a:rPr spc="-20" dirty="0">
                <a:latin typeface="Arial MT"/>
                <a:cs typeface="Arial MT"/>
                <a:sym typeface="+mn-ea"/>
              </a:rPr>
              <a:t> </a:t>
            </a:r>
            <a:r>
              <a:rPr spc="-5" dirty="0">
                <a:latin typeface="Arial MT"/>
                <a:cs typeface="Arial MT"/>
                <a:sym typeface="+mn-ea"/>
              </a:rPr>
              <a:t>var_dump()</a:t>
            </a:r>
            <a:r>
              <a:rPr spc="-15" dirty="0">
                <a:latin typeface="Arial MT"/>
                <a:cs typeface="Arial MT"/>
                <a:sym typeface="+mn-ea"/>
              </a:rPr>
              <a:t> </a:t>
            </a:r>
            <a:r>
              <a:rPr spc="-5" dirty="0">
                <a:latin typeface="Arial MT"/>
                <a:cs typeface="Arial MT"/>
                <a:sym typeface="+mn-ea"/>
              </a:rPr>
              <a:t>function </a:t>
            </a:r>
            <a:r>
              <a:rPr dirty="0">
                <a:latin typeface="Arial MT"/>
                <a:cs typeface="Arial MT"/>
                <a:sym typeface="+mn-ea"/>
              </a:rPr>
              <a:t>returns</a:t>
            </a:r>
            <a:r>
              <a:rPr spc="5" dirty="0">
                <a:latin typeface="Arial MT"/>
                <a:cs typeface="Arial MT"/>
                <a:sym typeface="+mn-ea"/>
              </a:rPr>
              <a:t> </a:t>
            </a:r>
            <a:r>
              <a:rPr spc="-5" dirty="0">
                <a:latin typeface="Arial MT"/>
                <a:cs typeface="Arial MT"/>
                <a:sym typeface="+mn-ea"/>
              </a:rPr>
              <a:t>the </a:t>
            </a:r>
            <a:r>
              <a:rPr spc="-320" dirty="0">
                <a:latin typeface="Arial MT"/>
                <a:cs typeface="Arial MT"/>
                <a:sym typeface="+mn-ea"/>
              </a:rPr>
              <a:t> </a:t>
            </a:r>
            <a:r>
              <a:rPr spc="-5" dirty="0">
                <a:latin typeface="Arial MT"/>
                <a:cs typeface="Arial MT"/>
                <a:sym typeface="+mn-ea"/>
              </a:rPr>
              <a:t>data</a:t>
            </a:r>
            <a:r>
              <a:rPr spc="-10" dirty="0">
                <a:latin typeface="Arial MT"/>
                <a:cs typeface="Arial MT"/>
                <a:sym typeface="+mn-ea"/>
              </a:rPr>
              <a:t> </a:t>
            </a:r>
            <a:r>
              <a:rPr spc="-5" dirty="0">
                <a:latin typeface="Arial MT"/>
                <a:cs typeface="Arial MT"/>
                <a:sym typeface="+mn-ea"/>
              </a:rPr>
              <a:t>type</a:t>
            </a:r>
            <a:r>
              <a:rPr dirty="0">
                <a:latin typeface="Arial MT"/>
                <a:cs typeface="Arial MT"/>
                <a:sym typeface="+mn-ea"/>
              </a:rPr>
              <a:t> </a:t>
            </a:r>
            <a:r>
              <a:rPr spc="-5" dirty="0">
                <a:latin typeface="Arial MT"/>
                <a:cs typeface="Arial MT"/>
                <a:sym typeface="+mn-ea"/>
              </a:rPr>
              <a:t>and</a:t>
            </a:r>
            <a:r>
              <a:rPr spc="-10" dirty="0">
                <a:latin typeface="Arial MT"/>
                <a:cs typeface="Arial MT"/>
                <a:sym typeface="+mn-ea"/>
              </a:rPr>
              <a:t> </a:t>
            </a:r>
            <a:r>
              <a:rPr spc="-5" dirty="0">
                <a:latin typeface="Arial MT"/>
                <a:cs typeface="Arial MT"/>
                <a:sym typeface="+mn-ea"/>
              </a:rPr>
              <a:t>value:</a:t>
            </a:r>
            <a:endParaRPr lang="en-US"/>
          </a:p>
        </p:txBody>
      </p:sp>
      <p:sp>
        <p:nvSpPr>
          <p:cNvPr id="4" name="Slide Number Placeholder 3">
            <a:extLst>
              <a:ext uri="{FF2B5EF4-FFF2-40B4-BE49-F238E27FC236}">
                <a16:creationId xmlns:a16="http://schemas.microsoft.com/office/drawing/2014/main" xmlns="" id="{F1D5B663-2B94-8604-8EB1-E7B0454810E9}"/>
              </a:ext>
            </a:extLst>
          </p:cNvPr>
          <p:cNvSpPr>
            <a:spLocks noGrp="1"/>
          </p:cNvSpPr>
          <p:nvPr>
            <p:ph type="sldNum" idx="4"/>
          </p:nvPr>
        </p:nvSpPr>
        <p:spPr/>
        <p:txBody>
          <a:bodyPr/>
          <a:lstStyle/>
          <a:p>
            <a:pPr algn="r">
              <a:buNone/>
            </a:pPr>
            <a:fld id="{9A0DB2DC-4C9A-4742-B13C-FB6460FD3503}" type="slidenum">
              <a:rPr lang="en-GB" altLang="en-US" smtClean="0"/>
              <a:pPr algn="r">
                <a:buNone/>
              </a:pPr>
              <a:t>25</a:t>
            </a:fld>
            <a:endParaRPr lang="en-GB"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5A47797-31AE-B8CC-904F-704A7F06BA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AE2B91A3-112B-329C-871D-8022373138F2}"/>
              </a:ext>
            </a:extLst>
          </p:cNvPr>
          <p:cNvSpPr>
            <a:spLocks noGrp="1"/>
          </p:cNvSpPr>
          <p:nvPr>
            <p:ph type="title"/>
          </p:nvPr>
        </p:nvSpPr>
        <p:spPr/>
        <p:txBody>
          <a:bodyPr/>
          <a:lstStyle/>
          <a:p>
            <a:r>
              <a:rPr spc="-5" dirty="0">
                <a:highlight>
                  <a:srgbClr val="00FFFF"/>
                </a:highlight>
                <a:latin typeface="Arial" panose="020B0604020202020204"/>
                <a:cs typeface="Arial" panose="020B0604020202020204"/>
                <a:sym typeface="+mn-ea"/>
              </a:rPr>
              <a:t>PHP</a:t>
            </a:r>
            <a:r>
              <a:rPr spc="-40" dirty="0">
                <a:highlight>
                  <a:srgbClr val="00FFFF"/>
                </a:highlight>
                <a:latin typeface="Arial" panose="020B0604020202020204"/>
                <a:cs typeface="Arial" panose="020B0604020202020204"/>
                <a:sym typeface="+mn-ea"/>
              </a:rPr>
              <a:t> </a:t>
            </a:r>
            <a:r>
              <a:rPr dirty="0">
                <a:highlight>
                  <a:srgbClr val="00FFFF"/>
                </a:highlight>
                <a:latin typeface="Arial" panose="020B0604020202020204"/>
                <a:cs typeface="Arial" panose="020B0604020202020204"/>
                <a:sym typeface="+mn-ea"/>
              </a:rPr>
              <a:t>Float</a:t>
            </a:r>
            <a:r>
              <a:rPr dirty="0">
                <a:latin typeface="Arial" panose="020B0604020202020204"/>
                <a:cs typeface="Arial" panose="020B0604020202020204"/>
              </a:rPr>
              <a:t/>
            </a:r>
            <a:br>
              <a:rPr dirty="0">
                <a:latin typeface="Arial" panose="020B0604020202020204"/>
                <a:cs typeface="Arial" panose="020B0604020202020204"/>
              </a:rPr>
            </a:br>
            <a:r>
              <a:rPr dirty="0">
                <a:latin typeface="Arial" panose="020B0604020202020204"/>
                <a:cs typeface="Arial" panose="020B0604020202020204"/>
              </a:rPr>
              <a:t/>
            </a:r>
            <a:br>
              <a:rPr dirty="0">
                <a:latin typeface="Arial" panose="020B0604020202020204"/>
                <a:cs typeface="Arial" panose="020B0604020202020204"/>
              </a:rPr>
            </a:br>
            <a:r>
              <a:rPr lang="en-US" sz="2800" dirty="0">
                <a:solidFill>
                  <a:srgbClr val="0000CD"/>
                </a:solidFill>
                <a:latin typeface="Arial MT"/>
                <a:cs typeface="Arial MT"/>
                <a:sym typeface="+mn-ea"/>
              </a:rPr>
              <a:t>&lt;</a:t>
            </a:r>
            <a:r>
              <a:rPr lang="en-US" sz="2800" dirty="0">
                <a:solidFill>
                  <a:srgbClr val="A32A2A"/>
                </a:solidFill>
                <a:latin typeface="Arial MT"/>
                <a:cs typeface="Arial MT"/>
                <a:sym typeface="+mn-ea"/>
              </a:rPr>
              <a:t>html</a:t>
            </a:r>
            <a:r>
              <a:rPr lang="en-US" sz="2800" dirty="0">
                <a:solidFill>
                  <a:srgbClr val="0000CD"/>
                </a:solidFill>
                <a:latin typeface="Arial MT"/>
                <a:cs typeface="Arial MT"/>
                <a:sym typeface="+mn-ea"/>
              </a:rPr>
              <a:t>&gt;</a:t>
            </a:r>
            <a:r>
              <a:rPr lang="en-US" sz="2800" dirty="0">
                <a:latin typeface="Arial MT"/>
                <a:cs typeface="Arial MT"/>
              </a:rPr>
              <a:t/>
            </a:r>
            <a:br>
              <a:rPr lang="en-US" sz="2800" dirty="0">
                <a:latin typeface="Arial MT"/>
                <a:cs typeface="Arial MT"/>
              </a:rPr>
            </a:br>
            <a:r>
              <a:rPr lang="en-US" sz="2800" spc="-5" dirty="0">
                <a:solidFill>
                  <a:srgbClr val="0000CD"/>
                </a:solidFill>
                <a:latin typeface="Arial MT"/>
                <a:cs typeface="Arial MT"/>
                <a:sym typeface="+mn-ea"/>
              </a:rPr>
              <a:t>&lt;</a:t>
            </a:r>
            <a:r>
              <a:rPr lang="en-US" sz="2800" spc="-5" dirty="0">
                <a:solidFill>
                  <a:srgbClr val="A32A2A"/>
                </a:solidFill>
                <a:latin typeface="Arial MT"/>
                <a:cs typeface="Arial MT"/>
                <a:sym typeface="+mn-ea"/>
              </a:rPr>
              <a:t>body</a:t>
            </a:r>
            <a:r>
              <a:rPr lang="en-US" sz="2800" spc="-5" dirty="0">
                <a:solidFill>
                  <a:srgbClr val="0000CD"/>
                </a:solidFill>
                <a:latin typeface="Arial MT"/>
                <a:cs typeface="Arial MT"/>
                <a:sym typeface="+mn-ea"/>
              </a:rPr>
              <a:t>&gt;</a:t>
            </a:r>
            <a:r>
              <a:rPr lang="en-US" sz="2800" dirty="0">
                <a:latin typeface="Arial MT"/>
                <a:cs typeface="Arial MT"/>
              </a:rPr>
              <a:t/>
            </a:r>
            <a:br>
              <a:rPr lang="en-US" sz="2800" dirty="0">
                <a:latin typeface="Arial MT"/>
                <a:cs typeface="Arial MT"/>
              </a:rPr>
            </a:br>
            <a:r>
              <a:rPr lang="en-US" sz="2800" spc="-5" dirty="0">
                <a:solidFill>
                  <a:srgbClr val="FF0000"/>
                </a:solidFill>
                <a:latin typeface="Arial MT"/>
                <a:cs typeface="Arial MT"/>
                <a:sym typeface="+mn-ea"/>
              </a:rPr>
              <a:t>&lt;?</a:t>
            </a:r>
            <a:r>
              <a:rPr lang="en-US" sz="2800" spc="-5" dirty="0" err="1">
                <a:solidFill>
                  <a:srgbClr val="FF0000"/>
                </a:solidFill>
                <a:latin typeface="Arial MT"/>
                <a:cs typeface="Arial MT"/>
                <a:sym typeface="+mn-ea"/>
              </a:rPr>
              <a:t>php</a:t>
            </a:r>
            <a:r>
              <a:rPr lang="en-US" sz="2800" dirty="0">
                <a:latin typeface="Arial MT"/>
                <a:cs typeface="Arial MT"/>
              </a:rPr>
              <a:t/>
            </a:r>
            <a:br>
              <a:rPr lang="en-US" sz="2800" dirty="0">
                <a:latin typeface="Arial MT"/>
                <a:cs typeface="Arial MT"/>
              </a:rPr>
            </a:br>
            <a:r>
              <a:rPr lang="en-US" sz="2800" spc="-5" dirty="0">
                <a:highlight>
                  <a:srgbClr val="FFFF00"/>
                </a:highlight>
                <a:latin typeface="Arial MT"/>
                <a:cs typeface="Arial MT"/>
                <a:sym typeface="+mn-ea"/>
              </a:rPr>
              <a:t>$x</a:t>
            </a:r>
            <a:r>
              <a:rPr lang="en-US" sz="2800" spc="-35" dirty="0">
                <a:highlight>
                  <a:srgbClr val="FFFF00"/>
                </a:highlight>
                <a:latin typeface="Arial MT"/>
                <a:cs typeface="Arial MT"/>
                <a:sym typeface="+mn-ea"/>
              </a:rPr>
              <a:t> </a:t>
            </a:r>
            <a:r>
              <a:rPr lang="en-US" sz="2800" dirty="0">
                <a:highlight>
                  <a:srgbClr val="FFFF00"/>
                </a:highlight>
                <a:latin typeface="Arial MT"/>
                <a:cs typeface="Arial MT"/>
                <a:sym typeface="+mn-ea"/>
              </a:rPr>
              <a:t>=</a:t>
            </a:r>
            <a:r>
              <a:rPr lang="en-US" sz="2800" spc="-20" dirty="0">
                <a:highlight>
                  <a:srgbClr val="FFFF00"/>
                </a:highlight>
                <a:latin typeface="Arial MT"/>
                <a:cs typeface="Arial MT"/>
                <a:sym typeface="+mn-ea"/>
              </a:rPr>
              <a:t> </a:t>
            </a:r>
            <a:r>
              <a:rPr lang="en-US" sz="2800" spc="-5" dirty="0">
                <a:solidFill>
                  <a:srgbClr val="FF0000"/>
                </a:solidFill>
                <a:highlight>
                  <a:srgbClr val="FFFF00"/>
                </a:highlight>
                <a:latin typeface="Arial MT"/>
                <a:cs typeface="Arial MT"/>
                <a:sym typeface="+mn-ea"/>
              </a:rPr>
              <a:t>5985.55</a:t>
            </a:r>
            <a:r>
              <a:rPr lang="en-US" sz="2800" spc="-5" dirty="0">
                <a:latin typeface="Arial MT"/>
                <a:cs typeface="Arial MT"/>
                <a:sym typeface="+mn-ea"/>
              </a:rPr>
              <a:t>;</a:t>
            </a:r>
            <a:r>
              <a:rPr lang="en-US" sz="2800" dirty="0">
                <a:latin typeface="Arial MT"/>
                <a:cs typeface="Arial MT"/>
              </a:rPr>
              <a:t/>
            </a:r>
            <a:br>
              <a:rPr lang="en-US" sz="2800" dirty="0">
                <a:latin typeface="Arial MT"/>
                <a:cs typeface="Arial MT"/>
              </a:rPr>
            </a:br>
            <a:r>
              <a:rPr lang="en-US" sz="2800" spc="-5" dirty="0" err="1">
                <a:latin typeface="Arial MT"/>
                <a:cs typeface="Arial MT"/>
                <a:sym typeface="+mn-ea"/>
              </a:rPr>
              <a:t>var_dump</a:t>
            </a:r>
            <a:r>
              <a:rPr lang="en-US" sz="2800" spc="-5" dirty="0">
                <a:latin typeface="Arial MT"/>
                <a:cs typeface="Arial MT"/>
                <a:sym typeface="+mn-ea"/>
              </a:rPr>
              <a:t>($x);</a:t>
            </a:r>
            <a:r>
              <a:rPr lang="en-US" sz="2800" dirty="0">
                <a:latin typeface="Arial MT"/>
                <a:cs typeface="Arial MT"/>
              </a:rPr>
              <a:t/>
            </a:r>
            <a:br>
              <a:rPr lang="en-US" sz="2800" dirty="0">
                <a:latin typeface="Arial MT"/>
                <a:cs typeface="Arial MT"/>
              </a:rPr>
            </a:br>
            <a:r>
              <a:rPr lang="en-US" sz="2800" spc="-5" dirty="0">
                <a:solidFill>
                  <a:srgbClr val="FF0000"/>
                </a:solidFill>
                <a:latin typeface="Arial MT"/>
                <a:cs typeface="Arial MT"/>
                <a:sym typeface="+mn-ea"/>
              </a:rPr>
              <a:t>?&gt;</a:t>
            </a:r>
            <a:r>
              <a:rPr lang="en-US" sz="2800" dirty="0">
                <a:latin typeface="Arial MT"/>
                <a:cs typeface="Arial MT"/>
              </a:rPr>
              <a:t/>
            </a:r>
            <a:br>
              <a:rPr lang="en-US" sz="2800" dirty="0">
                <a:latin typeface="Arial MT"/>
                <a:cs typeface="Arial MT"/>
              </a:rPr>
            </a:br>
            <a:r>
              <a:rPr lang="en-US" sz="2800" spc="-5" dirty="0">
                <a:solidFill>
                  <a:srgbClr val="0000CD"/>
                </a:solidFill>
                <a:latin typeface="Arial MT"/>
                <a:cs typeface="Arial MT"/>
                <a:sym typeface="+mn-ea"/>
              </a:rPr>
              <a:t>&lt;</a:t>
            </a:r>
            <a:r>
              <a:rPr lang="en-US" sz="2800" spc="-5" dirty="0">
                <a:solidFill>
                  <a:srgbClr val="A32A2A"/>
                </a:solidFill>
                <a:latin typeface="Arial MT"/>
                <a:cs typeface="Arial MT"/>
                <a:sym typeface="+mn-ea"/>
              </a:rPr>
              <a:t>/body</a:t>
            </a:r>
            <a:r>
              <a:rPr lang="en-US" sz="2800" spc="-5" dirty="0">
                <a:solidFill>
                  <a:srgbClr val="0000CD"/>
                </a:solidFill>
                <a:latin typeface="Arial MT"/>
                <a:cs typeface="Arial MT"/>
                <a:sym typeface="+mn-ea"/>
              </a:rPr>
              <a:t>&gt;</a:t>
            </a:r>
            <a:r>
              <a:rPr lang="en-US" sz="2800" dirty="0">
                <a:latin typeface="Arial MT"/>
                <a:cs typeface="Arial MT"/>
              </a:rPr>
              <a:t/>
            </a:r>
            <a:br>
              <a:rPr lang="en-US" sz="2800" dirty="0">
                <a:latin typeface="Arial MT"/>
                <a:cs typeface="Arial MT"/>
              </a:rPr>
            </a:br>
            <a:r>
              <a:rPr lang="en-US" sz="2800" dirty="0">
                <a:solidFill>
                  <a:srgbClr val="0000CD"/>
                </a:solidFill>
                <a:latin typeface="Arial MT"/>
                <a:cs typeface="Arial MT"/>
                <a:sym typeface="+mn-ea"/>
              </a:rPr>
              <a:t>&lt;</a:t>
            </a:r>
            <a:r>
              <a:rPr lang="en-US" sz="2800" dirty="0">
                <a:solidFill>
                  <a:srgbClr val="A32A2A"/>
                </a:solidFill>
                <a:latin typeface="Arial MT"/>
                <a:cs typeface="Arial MT"/>
                <a:sym typeface="+mn-ea"/>
              </a:rPr>
              <a:t>/html</a:t>
            </a:r>
            <a:r>
              <a:rPr lang="en-US" sz="2800" dirty="0">
                <a:solidFill>
                  <a:srgbClr val="0000CD"/>
                </a:solidFill>
                <a:latin typeface="Arial MT"/>
                <a:cs typeface="Arial MT"/>
                <a:sym typeface="+mn-ea"/>
              </a:rPr>
              <a:t>&gt;</a:t>
            </a:r>
            <a:br>
              <a:rPr lang="en-US" sz="2800" dirty="0">
                <a:solidFill>
                  <a:srgbClr val="0000CD"/>
                </a:solidFill>
                <a:latin typeface="Arial MT"/>
                <a:cs typeface="Arial MT"/>
                <a:sym typeface="+mn-ea"/>
              </a:rPr>
            </a:br>
            <a:r>
              <a:rPr lang="en-US" sz="2800" dirty="0">
                <a:latin typeface="Arial MT"/>
                <a:cs typeface="Arial MT"/>
              </a:rPr>
              <a:t/>
            </a:r>
            <a:br>
              <a:rPr lang="en-US" sz="2800" dirty="0">
                <a:latin typeface="Arial MT"/>
                <a:cs typeface="Arial MT"/>
              </a:rPr>
            </a:br>
            <a:r>
              <a:rPr lang="en-US" sz="2800" dirty="0">
                <a:cs typeface="Arial" panose="020B0604020202020204"/>
                <a:sym typeface="+mn-ea"/>
              </a:rPr>
              <a:t>OUTPUT:</a:t>
            </a:r>
            <a:r>
              <a:rPr lang="en-US" sz="2800" dirty="0">
                <a:cs typeface="Arial" panose="020B0604020202020204"/>
              </a:rPr>
              <a:t/>
            </a:r>
            <a:br>
              <a:rPr lang="en-US" sz="2800" dirty="0">
                <a:cs typeface="Arial" panose="020B0604020202020204"/>
              </a:rPr>
            </a:br>
            <a:r>
              <a:rPr lang="en-US" sz="2800" spc="-5" dirty="0">
                <a:latin typeface="Arial MT"/>
                <a:cs typeface="Arial MT"/>
                <a:sym typeface="+mn-ea"/>
              </a:rPr>
              <a:t>float(5985.55)</a:t>
            </a:r>
            <a:endParaRPr lang="en-US" dirty="0"/>
          </a:p>
        </p:txBody>
      </p:sp>
      <p:sp>
        <p:nvSpPr>
          <p:cNvPr id="4" name="Slide Number Placeholder 3">
            <a:extLst>
              <a:ext uri="{FF2B5EF4-FFF2-40B4-BE49-F238E27FC236}">
                <a16:creationId xmlns:a16="http://schemas.microsoft.com/office/drawing/2014/main" xmlns="" id="{4F8E3454-451D-B361-89EB-89DEDD454083}"/>
              </a:ext>
            </a:extLst>
          </p:cNvPr>
          <p:cNvSpPr>
            <a:spLocks noGrp="1"/>
          </p:cNvSpPr>
          <p:nvPr>
            <p:ph type="sldNum" idx="4"/>
          </p:nvPr>
        </p:nvSpPr>
        <p:spPr/>
        <p:txBody>
          <a:bodyPr/>
          <a:lstStyle/>
          <a:p>
            <a:pPr algn="r">
              <a:buNone/>
            </a:pPr>
            <a:fld id="{9A0DB2DC-4C9A-4742-B13C-FB6460FD3503}" type="slidenum">
              <a:rPr lang="en-GB" altLang="en-US" smtClean="0"/>
              <a:pPr algn="r">
                <a:buNone/>
              </a:pPr>
              <a:t>26</a:t>
            </a:fld>
            <a:endParaRPr lang="en-GB" altLang="en-US" dirty="0"/>
          </a:p>
        </p:txBody>
      </p:sp>
    </p:spTree>
    <p:extLst>
      <p:ext uri="{BB962C8B-B14F-4D97-AF65-F5344CB8AC3E}">
        <p14:creationId xmlns:p14="http://schemas.microsoft.com/office/powerpoint/2010/main" xmlns="" val="24425508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800" i="0" spc="-5" dirty="0">
                <a:latin typeface="Times New Roman" panose="02020603050405020304" pitchFamily="18" charset="0"/>
                <a:cs typeface="Times New Roman" panose="02020603050405020304" pitchFamily="18" charset="0"/>
                <a:sym typeface="+mn-ea"/>
              </a:rPr>
              <a:t>PHP</a:t>
            </a:r>
            <a:r>
              <a:rPr sz="3800" i="0" spc="-25" dirty="0">
                <a:latin typeface="Times New Roman" panose="02020603050405020304" pitchFamily="18" charset="0"/>
                <a:cs typeface="Times New Roman" panose="02020603050405020304" pitchFamily="18" charset="0"/>
                <a:sym typeface="+mn-ea"/>
              </a:rPr>
              <a:t> </a:t>
            </a:r>
            <a:r>
              <a:rPr sz="3800" i="0" spc="-5" dirty="0">
                <a:latin typeface="Times New Roman" panose="02020603050405020304" pitchFamily="18" charset="0"/>
                <a:cs typeface="Times New Roman" panose="02020603050405020304" pitchFamily="18" charset="0"/>
                <a:sym typeface="+mn-ea"/>
              </a:rPr>
              <a:t>Boolean</a:t>
            </a:r>
            <a:r>
              <a:rPr sz="2600" i="0">
                <a:latin typeface="Times New Roman" panose="02020603050405020304" pitchFamily="18" charset="0"/>
                <a:cs typeface="Times New Roman" panose="02020603050405020304" pitchFamily="18" charset="0"/>
              </a:rPr>
              <a:t/>
            </a:r>
            <a:br>
              <a:rPr sz="2600" i="0">
                <a:latin typeface="Times New Roman" panose="02020603050405020304" pitchFamily="18" charset="0"/>
                <a:cs typeface="Times New Roman" panose="02020603050405020304" pitchFamily="18" charset="0"/>
              </a:rPr>
            </a:br>
            <a:r>
              <a:rPr sz="2600" i="0">
                <a:latin typeface="Times New Roman" panose="02020603050405020304" pitchFamily="18" charset="0"/>
                <a:cs typeface="Times New Roman" panose="02020603050405020304" pitchFamily="18" charset="0"/>
              </a:rPr>
              <a:t/>
            </a:r>
            <a:br>
              <a:rPr sz="2600" i="0">
                <a:latin typeface="Times New Roman" panose="02020603050405020304" pitchFamily="18" charset="0"/>
                <a:cs typeface="Times New Roman" panose="02020603050405020304" pitchFamily="18" charset="0"/>
              </a:rPr>
            </a:br>
            <a:r>
              <a:rPr sz="2600" i="0" dirty="0">
                <a:latin typeface="Times New Roman" panose="02020603050405020304" pitchFamily="18" charset="0"/>
                <a:cs typeface="Times New Roman" panose="02020603050405020304" pitchFamily="18" charset="0"/>
                <a:sym typeface="+mn-ea"/>
              </a:rPr>
              <a:t>A </a:t>
            </a:r>
            <a:r>
              <a:rPr sz="2600" i="0" spc="-5" dirty="0">
                <a:latin typeface="Times New Roman" panose="02020603050405020304" pitchFamily="18" charset="0"/>
                <a:cs typeface="Times New Roman" panose="02020603050405020304" pitchFamily="18" charset="0"/>
                <a:sym typeface="+mn-ea"/>
              </a:rPr>
              <a:t>Boolean</a:t>
            </a:r>
            <a:r>
              <a:rPr sz="2600" i="0" dirty="0">
                <a:latin typeface="Times New Roman" panose="02020603050405020304" pitchFamily="18" charset="0"/>
                <a:cs typeface="Times New Roman" panose="02020603050405020304" pitchFamily="18" charset="0"/>
                <a:sym typeface="+mn-ea"/>
              </a:rPr>
              <a:t> </a:t>
            </a:r>
            <a:r>
              <a:rPr sz="2600" i="0" spc="-5" dirty="0">
                <a:latin typeface="Times New Roman" panose="02020603050405020304" pitchFamily="18" charset="0"/>
                <a:cs typeface="Times New Roman" panose="02020603050405020304" pitchFamily="18" charset="0"/>
                <a:sym typeface="+mn-ea"/>
              </a:rPr>
              <a:t>represents </a:t>
            </a:r>
            <a:r>
              <a:rPr sz="2600" i="0" spc="-10" dirty="0">
                <a:latin typeface="Times New Roman" panose="02020603050405020304" pitchFamily="18" charset="0"/>
                <a:cs typeface="Times New Roman" panose="02020603050405020304" pitchFamily="18" charset="0"/>
                <a:sym typeface="+mn-ea"/>
              </a:rPr>
              <a:t>two</a:t>
            </a:r>
            <a:r>
              <a:rPr sz="2600" i="0" spc="5" dirty="0">
                <a:latin typeface="Times New Roman" panose="02020603050405020304" pitchFamily="18" charset="0"/>
                <a:cs typeface="Times New Roman" panose="02020603050405020304" pitchFamily="18" charset="0"/>
                <a:sym typeface="+mn-ea"/>
              </a:rPr>
              <a:t> </a:t>
            </a:r>
            <a:r>
              <a:rPr sz="2600" i="0" dirty="0">
                <a:latin typeface="Times New Roman" panose="02020603050405020304" pitchFamily="18" charset="0"/>
                <a:cs typeface="Times New Roman" panose="02020603050405020304" pitchFamily="18" charset="0"/>
                <a:sym typeface="+mn-ea"/>
              </a:rPr>
              <a:t>possible</a:t>
            </a:r>
            <a:r>
              <a:rPr sz="2600" i="0" spc="5" dirty="0">
                <a:latin typeface="Times New Roman" panose="02020603050405020304" pitchFamily="18" charset="0"/>
                <a:cs typeface="Times New Roman" panose="02020603050405020304" pitchFamily="18" charset="0"/>
                <a:sym typeface="+mn-ea"/>
              </a:rPr>
              <a:t> </a:t>
            </a:r>
            <a:r>
              <a:rPr sz="2600" i="0" spc="-5" dirty="0">
                <a:latin typeface="Times New Roman" panose="02020603050405020304" pitchFamily="18" charset="0"/>
                <a:cs typeface="Times New Roman" panose="02020603050405020304" pitchFamily="18" charset="0"/>
                <a:sym typeface="+mn-ea"/>
              </a:rPr>
              <a:t>states:</a:t>
            </a:r>
            <a:r>
              <a:rPr sz="2600" i="0" spc="-10" dirty="0">
                <a:latin typeface="Times New Roman" panose="02020603050405020304" pitchFamily="18" charset="0"/>
                <a:cs typeface="Times New Roman" panose="02020603050405020304" pitchFamily="18" charset="0"/>
                <a:sym typeface="+mn-ea"/>
              </a:rPr>
              <a:t> </a:t>
            </a:r>
            <a:r>
              <a:rPr sz="2600" i="0" spc="-5" dirty="0">
                <a:latin typeface="Times New Roman" panose="02020603050405020304" pitchFamily="18" charset="0"/>
                <a:cs typeface="Times New Roman" panose="02020603050405020304" pitchFamily="18" charset="0"/>
                <a:sym typeface="+mn-ea"/>
              </a:rPr>
              <a:t>TRUE</a:t>
            </a:r>
            <a:r>
              <a:rPr sz="2600" i="0" spc="5" dirty="0">
                <a:latin typeface="Times New Roman" panose="02020603050405020304" pitchFamily="18" charset="0"/>
                <a:cs typeface="Times New Roman" panose="02020603050405020304" pitchFamily="18" charset="0"/>
                <a:sym typeface="+mn-ea"/>
              </a:rPr>
              <a:t> </a:t>
            </a:r>
            <a:r>
              <a:rPr sz="2600" i="0" spc="-5" dirty="0">
                <a:latin typeface="Times New Roman" panose="02020603050405020304" pitchFamily="18" charset="0"/>
                <a:cs typeface="Times New Roman" panose="02020603050405020304" pitchFamily="18" charset="0"/>
                <a:sym typeface="+mn-ea"/>
              </a:rPr>
              <a:t>or</a:t>
            </a:r>
            <a:r>
              <a:rPr sz="2600" i="0" spc="5" dirty="0">
                <a:latin typeface="Times New Roman" panose="02020603050405020304" pitchFamily="18" charset="0"/>
                <a:cs typeface="Times New Roman" panose="02020603050405020304" pitchFamily="18" charset="0"/>
                <a:sym typeface="+mn-ea"/>
              </a:rPr>
              <a:t> </a:t>
            </a:r>
            <a:r>
              <a:rPr sz="2600" i="0" spc="-5" dirty="0">
                <a:latin typeface="Times New Roman" panose="02020603050405020304" pitchFamily="18" charset="0"/>
                <a:cs typeface="Times New Roman" panose="02020603050405020304" pitchFamily="18" charset="0"/>
                <a:sym typeface="+mn-ea"/>
              </a:rPr>
              <a:t>FALSE.</a:t>
            </a:r>
            <a:r>
              <a:rPr sz="2600" i="0">
                <a:latin typeface="Times New Roman" panose="02020603050405020304" pitchFamily="18" charset="0"/>
                <a:cs typeface="Times New Roman" panose="02020603050405020304" pitchFamily="18" charset="0"/>
              </a:rPr>
              <a:t/>
            </a:r>
            <a:br>
              <a:rPr sz="2600" i="0">
                <a:latin typeface="Times New Roman" panose="02020603050405020304" pitchFamily="18" charset="0"/>
                <a:cs typeface="Times New Roman" panose="02020603050405020304" pitchFamily="18" charset="0"/>
              </a:rPr>
            </a:br>
            <a:r>
              <a:rPr sz="2600" i="0" spc="-5" dirty="0">
                <a:latin typeface="Times New Roman" panose="02020603050405020304" pitchFamily="18" charset="0"/>
                <a:cs typeface="Times New Roman" panose="02020603050405020304" pitchFamily="18" charset="0"/>
                <a:sym typeface="+mn-ea"/>
              </a:rPr>
              <a:t>$x</a:t>
            </a:r>
            <a:r>
              <a:rPr sz="2600" i="0" spc="-35" dirty="0">
                <a:latin typeface="Times New Roman" panose="02020603050405020304" pitchFamily="18" charset="0"/>
                <a:cs typeface="Times New Roman" panose="02020603050405020304" pitchFamily="18" charset="0"/>
                <a:sym typeface="+mn-ea"/>
              </a:rPr>
              <a:t> </a:t>
            </a:r>
            <a:r>
              <a:rPr sz="2600" i="0" dirty="0">
                <a:latin typeface="Times New Roman" panose="02020603050405020304" pitchFamily="18" charset="0"/>
                <a:cs typeface="Times New Roman" panose="02020603050405020304" pitchFamily="18" charset="0"/>
                <a:sym typeface="+mn-ea"/>
              </a:rPr>
              <a:t>=</a:t>
            </a:r>
            <a:r>
              <a:rPr sz="2600" i="0" spc="-20" dirty="0">
                <a:latin typeface="Times New Roman" panose="02020603050405020304" pitchFamily="18" charset="0"/>
                <a:cs typeface="Times New Roman" panose="02020603050405020304" pitchFamily="18" charset="0"/>
                <a:sym typeface="+mn-ea"/>
              </a:rPr>
              <a:t> </a:t>
            </a:r>
            <a:r>
              <a:rPr sz="2600" i="0" spc="-5" dirty="0">
                <a:latin typeface="Times New Roman" panose="02020603050405020304" pitchFamily="18" charset="0"/>
                <a:cs typeface="Times New Roman" panose="02020603050405020304" pitchFamily="18" charset="0"/>
                <a:sym typeface="+mn-ea"/>
              </a:rPr>
              <a:t>true;</a:t>
            </a:r>
            <a:r>
              <a:rPr sz="2600" i="0">
                <a:latin typeface="Times New Roman" panose="02020603050405020304" pitchFamily="18" charset="0"/>
                <a:cs typeface="Times New Roman" panose="02020603050405020304" pitchFamily="18" charset="0"/>
              </a:rPr>
              <a:t/>
            </a:r>
            <a:br>
              <a:rPr sz="2600" i="0">
                <a:latin typeface="Times New Roman" panose="02020603050405020304" pitchFamily="18" charset="0"/>
                <a:cs typeface="Times New Roman" panose="02020603050405020304" pitchFamily="18" charset="0"/>
              </a:rPr>
            </a:br>
            <a:r>
              <a:rPr sz="2600" i="0" spc="-5" dirty="0">
                <a:latin typeface="Times New Roman" panose="02020603050405020304" pitchFamily="18" charset="0"/>
                <a:cs typeface="Times New Roman" panose="02020603050405020304" pitchFamily="18" charset="0"/>
                <a:sym typeface="+mn-ea"/>
              </a:rPr>
              <a:t>$y</a:t>
            </a:r>
            <a:r>
              <a:rPr sz="2600" i="0" spc="-40" dirty="0">
                <a:latin typeface="Times New Roman" panose="02020603050405020304" pitchFamily="18" charset="0"/>
                <a:cs typeface="Times New Roman" panose="02020603050405020304" pitchFamily="18" charset="0"/>
                <a:sym typeface="+mn-ea"/>
              </a:rPr>
              <a:t> </a:t>
            </a:r>
            <a:r>
              <a:rPr sz="2600" i="0" dirty="0">
                <a:latin typeface="Times New Roman" panose="02020603050405020304" pitchFamily="18" charset="0"/>
                <a:cs typeface="Times New Roman" panose="02020603050405020304" pitchFamily="18" charset="0"/>
                <a:sym typeface="+mn-ea"/>
              </a:rPr>
              <a:t>=</a:t>
            </a:r>
            <a:r>
              <a:rPr sz="2600" i="0" spc="-25" dirty="0">
                <a:latin typeface="Times New Roman" panose="02020603050405020304" pitchFamily="18" charset="0"/>
                <a:cs typeface="Times New Roman" panose="02020603050405020304" pitchFamily="18" charset="0"/>
                <a:sym typeface="+mn-ea"/>
              </a:rPr>
              <a:t> </a:t>
            </a:r>
            <a:r>
              <a:rPr sz="2600" i="0" dirty="0">
                <a:latin typeface="Times New Roman" panose="02020603050405020304" pitchFamily="18" charset="0"/>
                <a:cs typeface="Times New Roman" panose="02020603050405020304" pitchFamily="18" charset="0"/>
                <a:sym typeface="+mn-ea"/>
              </a:rPr>
              <a:t>false;</a:t>
            </a:r>
            <a:r>
              <a:rPr sz="2600" i="0">
                <a:latin typeface="Times New Roman" panose="02020603050405020304" pitchFamily="18" charset="0"/>
                <a:cs typeface="Times New Roman" panose="02020603050405020304" pitchFamily="18" charset="0"/>
              </a:rPr>
              <a:t/>
            </a:r>
            <a:br>
              <a:rPr sz="2600" i="0">
                <a:latin typeface="Times New Roman" panose="02020603050405020304" pitchFamily="18" charset="0"/>
                <a:cs typeface="Times New Roman" panose="02020603050405020304" pitchFamily="18" charset="0"/>
              </a:rPr>
            </a:br>
            <a:endParaRPr lang="en-US" sz="2600" i="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2C0BAC91-48D8-C5A0-FEB9-23F151FEDFBB}"/>
              </a:ext>
            </a:extLst>
          </p:cNvPr>
          <p:cNvSpPr>
            <a:spLocks noGrp="1"/>
          </p:cNvSpPr>
          <p:nvPr>
            <p:ph type="sldNum" idx="4"/>
          </p:nvPr>
        </p:nvSpPr>
        <p:spPr/>
        <p:txBody>
          <a:bodyPr/>
          <a:lstStyle/>
          <a:p>
            <a:pPr algn="r">
              <a:buNone/>
            </a:pPr>
            <a:fld id="{9A0DB2DC-4C9A-4742-B13C-FB6460FD3503}" type="slidenum">
              <a:rPr lang="en-GB" altLang="en-US" smtClean="0"/>
              <a:pPr algn="r">
                <a:buNone/>
              </a:pPr>
              <a:t>27</a:t>
            </a:fld>
            <a:endParaRPr lang="en-GB"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800" i="0" spc="-5" dirty="0">
                <a:highlight>
                  <a:srgbClr val="00FFFF"/>
                </a:highlight>
                <a:latin typeface="Times New Roman" panose="02020603050405020304" pitchFamily="18" charset="0"/>
                <a:cs typeface="Times New Roman" panose="02020603050405020304" pitchFamily="18" charset="0"/>
                <a:sym typeface="+mn-ea"/>
              </a:rPr>
              <a:t>PHP</a:t>
            </a:r>
            <a:r>
              <a:rPr sz="3800" i="0" spc="-30" dirty="0">
                <a:highlight>
                  <a:srgbClr val="00FFFF"/>
                </a:highlight>
                <a:latin typeface="Times New Roman" panose="02020603050405020304" pitchFamily="18" charset="0"/>
                <a:cs typeface="Times New Roman" panose="02020603050405020304" pitchFamily="18" charset="0"/>
                <a:sym typeface="+mn-ea"/>
              </a:rPr>
              <a:t> </a:t>
            </a:r>
            <a:r>
              <a:rPr sz="3800" i="0" spc="-5" dirty="0">
                <a:highlight>
                  <a:srgbClr val="00FFFF"/>
                </a:highlight>
                <a:latin typeface="Times New Roman" panose="02020603050405020304" pitchFamily="18" charset="0"/>
                <a:cs typeface="Times New Roman" panose="02020603050405020304" pitchFamily="18" charset="0"/>
                <a:sym typeface="+mn-ea"/>
              </a:rPr>
              <a:t>Array</a:t>
            </a:r>
            <a:r>
              <a:rPr sz="2900" b="0" i="0">
                <a:latin typeface="Times New Roman" panose="02020603050405020304" pitchFamily="18" charset="0"/>
                <a:cs typeface="Times New Roman" panose="02020603050405020304" pitchFamily="18" charset="0"/>
              </a:rPr>
              <a:t/>
            </a:r>
            <a:br>
              <a:rPr sz="2900" b="0" i="0">
                <a:latin typeface="Times New Roman" panose="02020603050405020304" pitchFamily="18" charset="0"/>
                <a:cs typeface="Times New Roman" panose="02020603050405020304" pitchFamily="18" charset="0"/>
              </a:rPr>
            </a:br>
            <a:r>
              <a:rPr sz="2700" b="0" i="0" spc="-5" dirty="0">
                <a:latin typeface="Times New Roman" panose="02020603050405020304" pitchFamily="18" charset="0"/>
                <a:cs typeface="Times New Roman" panose="02020603050405020304" pitchFamily="18" charset="0"/>
                <a:sym typeface="+mn-ea"/>
              </a:rPr>
              <a:t>An</a:t>
            </a:r>
            <a:r>
              <a:rPr sz="2700" b="0" i="0"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array</a:t>
            </a:r>
            <a:r>
              <a:rPr sz="2700" b="0" i="0" spc="-10" dirty="0">
                <a:latin typeface="Times New Roman" panose="02020603050405020304" pitchFamily="18" charset="0"/>
                <a:cs typeface="Times New Roman" panose="02020603050405020304" pitchFamily="18" charset="0"/>
                <a:sym typeface="+mn-ea"/>
              </a:rPr>
              <a:t> </a:t>
            </a:r>
            <a:r>
              <a:rPr sz="2700" b="0" i="0" dirty="0">
                <a:latin typeface="Times New Roman" panose="02020603050405020304" pitchFamily="18" charset="0"/>
                <a:cs typeface="Times New Roman" panose="02020603050405020304" pitchFamily="18" charset="0"/>
                <a:sym typeface="+mn-ea"/>
              </a:rPr>
              <a:t>stores</a:t>
            </a:r>
            <a:r>
              <a:rPr sz="2700" b="0" i="0" spc="-10"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multiple</a:t>
            </a:r>
            <a:r>
              <a:rPr sz="2700" b="0" i="0" spc="5"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values</a:t>
            </a:r>
            <a:r>
              <a:rPr sz="2700" b="0" i="0"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in</a:t>
            </a:r>
            <a:r>
              <a:rPr sz="2700" b="0" i="0" spc="5"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one</a:t>
            </a:r>
            <a:r>
              <a:rPr sz="2700" b="0" i="0" spc="25"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single</a:t>
            </a:r>
            <a:r>
              <a:rPr sz="2700" b="0" i="0" spc="-50"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variable:</a:t>
            </a:r>
            <a:r>
              <a:rPr sz="2700" b="0" i="0">
                <a:latin typeface="Times New Roman" panose="02020603050405020304" pitchFamily="18" charset="0"/>
                <a:cs typeface="Times New Roman" panose="02020603050405020304" pitchFamily="18" charset="0"/>
              </a:rPr>
              <a:t/>
            </a:r>
            <a:br>
              <a:rPr sz="2700" b="0" i="0">
                <a:latin typeface="Times New Roman" panose="02020603050405020304" pitchFamily="18" charset="0"/>
                <a:cs typeface="Times New Roman" panose="02020603050405020304" pitchFamily="18" charset="0"/>
              </a:rPr>
            </a:br>
            <a:r>
              <a:rPr sz="2700" b="0" i="0" spc="-5" dirty="0">
                <a:latin typeface="Times New Roman" panose="02020603050405020304" pitchFamily="18" charset="0"/>
                <a:cs typeface="Times New Roman" panose="02020603050405020304" pitchFamily="18" charset="0"/>
                <a:sym typeface="+mn-ea"/>
              </a:rPr>
              <a:t>An</a:t>
            </a:r>
            <a:r>
              <a:rPr sz="2700" b="0" i="0" spc="5"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array</a:t>
            </a:r>
            <a:r>
              <a:rPr sz="2700" b="0" i="0" spc="-10"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is</a:t>
            </a:r>
            <a:r>
              <a:rPr sz="2700" b="0" i="0" spc="5"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a</a:t>
            </a:r>
            <a:r>
              <a:rPr sz="2700" b="0" i="0" spc="10"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special</a:t>
            </a:r>
            <a:r>
              <a:rPr sz="2700" b="0" i="0" spc="10"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variable,</a:t>
            </a:r>
            <a:r>
              <a:rPr sz="2700" b="0" i="0" spc="5"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which</a:t>
            </a:r>
            <a:r>
              <a:rPr sz="2700" b="0" i="0" spc="5"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can hold</a:t>
            </a:r>
            <a:r>
              <a:rPr sz="2700" b="0" i="0" dirty="0">
                <a:latin typeface="Times New Roman" panose="02020603050405020304" pitchFamily="18" charset="0"/>
                <a:cs typeface="Times New Roman" panose="02020603050405020304" pitchFamily="18" charset="0"/>
                <a:sym typeface="+mn-ea"/>
              </a:rPr>
              <a:t> more</a:t>
            </a:r>
            <a:r>
              <a:rPr sz="2700" b="0" i="0" spc="-10"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than one value</a:t>
            </a:r>
            <a:r>
              <a:rPr sz="2700" b="0" i="0" spc="10"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at</a:t>
            </a:r>
            <a:r>
              <a:rPr sz="2700" b="0" i="0" spc="10"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a</a:t>
            </a:r>
            <a:r>
              <a:rPr sz="2700" b="0" i="0" spc="-70"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time.</a:t>
            </a:r>
            <a:r>
              <a:rPr sz="2700" b="0" i="0">
                <a:latin typeface="Times New Roman" panose="02020603050405020304" pitchFamily="18" charset="0"/>
                <a:cs typeface="Times New Roman" panose="02020603050405020304" pitchFamily="18" charset="0"/>
              </a:rPr>
              <a:t/>
            </a:r>
            <a:br>
              <a:rPr sz="2700" b="0" i="0">
                <a:latin typeface="Times New Roman" panose="02020603050405020304" pitchFamily="18" charset="0"/>
                <a:cs typeface="Times New Roman" panose="02020603050405020304" pitchFamily="18" charset="0"/>
              </a:rPr>
            </a:br>
            <a:r>
              <a:rPr sz="2700" b="0" i="0" dirty="0">
                <a:latin typeface="Times New Roman" panose="02020603050405020304" pitchFamily="18" charset="0"/>
                <a:cs typeface="Times New Roman" panose="02020603050405020304" pitchFamily="18" charset="0"/>
                <a:sym typeface="+mn-ea"/>
              </a:rPr>
              <a:t>If </a:t>
            </a:r>
            <a:r>
              <a:rPr sz="2700" b="0" i="0" spc="-5" dirty="0">
                <a:latin typeface="Times New Roman" panose="02020603050405020304" pitchFamily="18" charset="0"/>
                <a:cs typeface="Times New Roman" panose="02020603050405020304" pitchFamily="18" charset="0"/>
                <a:sym typeface="+mn-ea"/>
              </a:rPr>
              <a:t>you</a:t>
            </a:r>
            <a:r>
              <a:rPr sz="2700" b="0" i="0" spc="5"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have</a:t>
            </a:r>
            <a:r>
              <a:rPr sz="2700" b="0" i="0" spc="5"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a</a:t>
            </a:r>
            <a:r>
              <a:rPr sz="2700" b="0" i="0"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list</a:t>
            </a:r>
            <a:r>
              <a:rPr sz="2700" b="0" i="0" spc="5"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of</a:t>
            </a:r>
            <a:r>
              <a:rPr sz="2700" b="0" i="0" spc="10"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items</a:t>
            </a:r>
            <a:r>
              <a:rPr sz="2700" b="0" i="0" spc="5"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(a</a:t>
            </a:r>
            <a:r>
              <a:rPr sz="2700" b="0" i="0" spc="5"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list of</a:t>
            </a:r>
            <a:r>
              <a:rPr sz="2700" b="0" i="0" spc="15" dirty="0">
                <a:latin typeface="Times New Roman" panose="02020603050405020304" pitchFamily="18" charset="0"/>
                <a:cs typeface="Times New Roman" panose="02020603050405020304" pitchFamily="18" charset="0"/>
                <a:sym typeface="+mn-ea"/>
              </a:rPr>
              <a:t> </a:t>
            </a:r>
            <a:r>
              <a:rPr sz="2700" b="0" i="0" dirty="0">
                <a:latin typeface="Times New Roman" panose="02020603050405020304" pitchFamily="18" charset="0"/>
                <a:cs typeface="Times New Roman" panose="02020603050405020304" pitchFamily="18" charset="0"/>
                <a:sym typeface="+mn-ea"/>
              </a:rPr>
              <a:t>car</a:t>
            </a:r>
            <a:r>
              <a:rPr sz="2700" b="0" i="0" spc="-15"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names, </a:t>
            </a:r>
            <a:r>
              <a:rPr sz="2700" b="0" i="0" dirty="0">
                <a:latin typeface="Times New Roman" panose="02020603050405020304" pitchFamily="18" charset="0"/>
                <a:cs typeface="Times New Roman" panose="02020603050405020304" pitchFamily="18" charset="0"/>
                <a:sym typeface="+mn-ea"/>
              </a:rPr>
              <a:t>for</a:t>
            </a:r>
            <a:r>
              <a:rPr sz="2700" b="0" i="0" spc="5"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example),</a:t>
            </a:r>
            <a:r>
              <a:rPr sz="2700" b="0" i="0" spc="5"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storing the</a:t>
            </a:r>
            <a:r>
              <a:rPr sz="2700" b="0" i="0" dirty="0">
                <a:latin typeface="Times New Roman" panose="02020603050405020304" pitchFamily="18" charset="0"/>
                <a:cs typeface="Times New Roman" panose="02020603050405020304" pitchFamily="18" charset="0"/>
                <a:sym typeface="+mn-ea"/>
              </a:rPr>
              <a:t> cars </a:t>
            </a:r>
            <a:r>
              <a:rPr sz="2700" b="0" i="0" spc="-315"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in</a:t>
            </a:r>
            <a:r>
              <a:rPr sz="2700" b="0" i="0"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single</a:t>
            </a:r>
            <a:r>
              <a:rPr sz="2700" b="0" i="0"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variables</a:t>
            </a:r>
            <a:r>
              <a:rPr sz="2700" b="0" i="0"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could</a:t>
            </a:r>
            <a:r>
              <a:rPr sz="2700" b="0" i="0"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look</a:t>
            </a:r>
            <a:r>
              <a:rPr sz="2700" b="0" i="0"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like</a:t>
            </a:r>
            <a:r>
              <a:rPr sz="2700" b="0" i="0" spc="-40" dirty="0">
                <a:latin typeface="Times New Roman" panose="02020603050405020304" pitchFamily="18" charset="0"/>
                <a:cs typeface="Times New Roman" panose="02020603050405020304" pitchFamily="18" charset="0"/>
                <a:sym typeface="+mn-ea"/>
              </a:rPr>
              <a:t> </a:t>
            </a:r>
            <a:r>
              <a:rPr sz="2700" b="0" i="0" dirty="0">
                <a:latin typeface="Times New Roman" panose="02020603050405020304" pitchFamily="18" charset="0"/>
                <a:cs typeface="Times New Roman" panose="02020603050405020304" pitchFamily="18" charset="0"/>
                <a:sym typeface="+mn-ea"/>
              </a:rPr>
              <a:t>this:</a:t>
            </a:r>
            <a:r>
              <a:rPr sz="2700" b="0" i="0">
                <a:latin typeface="Times New Roman" panose="02020603050405020304" pitchFamily="18" charset="0"/>
                <a:cs typeface="Times New Roman" panose="02020603050405020304" pitchFamily="18" charset="0"/>
              </a:rPr>
              <a:t/>
            </a:r>
            <a:br>
              <a:rPr sz="2700" b="0" i="0">
                <a:latin typeface="Times New Roman" panose="02020603050405020304" pitchFamily="18" charset="0"/>
                <a:cs typeface="Times New Roman" panose="02020603050405020304" pitchFamily="18" charset="0"/>
              </a:rPr>
            </a:br>
            <a:r>
              <a:rPr sz="2700" b="0" i="0" spc="-5" dirty="0">
                <a:latin typeface="Times New Roman" panose="02020603050405020304" pitchFamily="18" charset="0"/>
                <a:cs typeface="Times New Roman" panose="02020603050405020304" pitchFamily="18" charset="0"/>
                <a:sym typeface="+mn-ea"/>
              </a:rPr>
              <a:t>$cars1</a:t>
            </a:r>
            <a:r>
              <a:rPr sz="2700" b="0" i="0" spc="-35" dirty="0">
                <a:latin typeface="Times New Roman" panose="02020603050405020304" pitchFamily="18" charset="0"/>
                <a:cs typeface="Times New Roman" panose="02020603050405020304" pitchFamily="18" charset="0"/>
                <a:sym typeface="+mn-ea"/>
              </a:rPr>
              <a:t> </a:t>
            </a:r>
            <a:r>
              <a:rPr sz="2700" b="0" i="0" dirty="0">
                <a:latin typeface="Times New Roman" panose="02020603050405020304" pitchFamily="18" charset="0"/>
                <a:cs typeface="Times New Roman" panose="02020603050405020304" pitchFamily="18" charset="0"/>
                <a:sym typeface="+mn-ea"/>
              </a:rPr>
              <a:t>=</a:t>
            </a:r>
            <a:r>
              <a:rPr sz="2700" b="0" i="0" spc="-35"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"Volvo";</a:t>
            </a:r>
            <a:r>
              <a:rPr sz="2700" b="0" i="0">
                <a:latin typeface="Times New Roman" panose="02020603050405020304" pitchFamily="18" charset="0"/>
                <a:cs typeface="Times New Roman" panose="02020603050405020304" pitchFamily="18" charset="0"/>
              </a:rPr>
              <a:t/>
            </a:r>
            <a:br>
              <a:rPr sz="2700" b="0" i="0">
                <a:latin typeface="Times New Roman" panose="02020603050405020304" pitchFamily="18" charset="0"/>
                <a:cs typeface="Times New Roman" panose="02020603050405020304" pitchFamily="18" charset="0"/>
              </a:rPr>
            </a:br>
            <a:r>
              <a:rPr sz="2700" b="0" i="0" spc="-5" dirty="0">
                <a:latin typeface="Times New Roman" panose="02020603050405020304" pitchFamily="18" charset="0"/>
                <a:cs typeface="Times New Roman" panose="02020603050405020304" pitchFamily="18" charset="0"/>
                <a:sym typeface="+mn-ea"/>
              </a:rPr>
              <a:t>$cars2</a:t>
            </a:r>
            <a:r>
              <a:rPr sz="2700" b="0" i="0" spc="-45" dirty="0">
                <a:latin typeface="Times New Roman" panose="02020603050405020304" pitchFamily="18" charset="0"/>
                <a:cs typeface="Times New Roman" panose="02020603050405020304" pitchFamily="18" charset="0"/>
                <a:sym typeface="+mn-ea"/>
              </a:rPr>
              <a:t> </a:t>
            </a:r>
            <a:r>
              <a:rPr sz="2700" b="0" i="0" dirty="0">
                <a:latin typeface="Times New Roman" panose="02020603050405020304" pitchFamily="18" charset="0"/>
                <a:cs typeface="Times New Roman" panose="02020603050405020304" pitchFamily="18" charset="0"/>
                <a:sym typeface="+mn-ea"/>
              </a:rPr>
              <a:t>=</a:t>
            </a:r>
            <a:r>
              <a:rPr sz="2700" b="0" i="0" spc="-45" dirty="0">
                <a:latin typeface="Times New Roman" panose="02020603050405020304" pitchFamily="18" charset="0"/>
                <a:cs typeface="Times New Roman" panose="02020603050405020304" pitchFamily="18" charset="0"/>
                <a:sym typeface="+mn-ea"/>
              </a:rPr>
              <a:t> </a:t>
            </a:r>
            <a:r>
              <a:rPr sz="2700" b="0" i="0" dirty="0">
                <a:latin typeface="Times New Roman" panose="02020603050405020304" pitchFamily="18" charset="0"/>
                <a:cs typeface="Times New Roman" panose="02020603050405020304" pitchFamily="18" charset="0"/>
                <a:sym typeface="+mn-ea"/>
              </a:rPr>
              <a:t>"BMW";</a:t>
            </a:r>
            <a:r>
              <a:rPr sz="2700" b="0" i="0">
                <a:latin typeface="Times New Roman" panose="02020603050405020304" pitchFamily="18" charset="0"/>
                <a:cs typeface="Times New Roman" panose="02020603050405020304" pitchFamily="18" charset="0"/>
              </a:rPr>
              <a:t/>
            </a:r>
            <a:br>
              <a:rPr sz="2700" b="0" i="0">
                <a:latin typeface="Times New Roman" panose="02020603050405020304" pitchFamily="18" charset="0"/>
                <a:cs typeface="Times New Roman" panose="02020603050405020304" pitchFamily="18" charset="0"/>
              </a:rPr>
            </a:br>
            <a:r>
              <a:rPr sz="2700" b="0" i="0" spc="-5" dirty="0">
                <a:latin typeface="Times New Roman" panose="02020603050405020304" pitchFamily="18" charset="0"/>
                <a:cs typeface="Times New Roman" panose="02020603050405020304" pitchFamily="18" charset="0"/>
                <a:sym typeface="+mn-ea"/>
              </a:rPr>
              <a:t>$cars3</a:t>
            </a:r>
            <a:r>
              <a:rPr sz="2700" b="0" i="0" spc="-25" dirty="0">
                <a:latin typeface="Times New Roman" panose="02020603050405020304" pitchFamily="18" charset="0"/>
                <a:cs typeface="Times New Roman" panose="02020603050405020304" pitchFamily="18" charset="0"/>
                <a:sym typeface="+mn-ea"/>
              </a:rPr>
              <a:t> </a:t>
            </a:r>
            <a:r>
              <a:rPr sz="2700" b="0" i="0" dirty="0">
                <a:latin typeface="Times New Roman" panose="02020603050405020304" pitchFamily="18" charset="0"/>
                <a:cs typeface="Times New Roman" panose="02020603050405020304" pitchFamily="18" charset="0"/>
                <a:sym typeface="+mn-ea"/>
              </a:rPr>
              <a:t>=</a:t>
            </a:r>
            <a:r>
              <a:rPr sz="2700" b="0" i="0" spc="-15"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"Toyota";</a:t>
            </a:r>
            <a:r>
              <a:rPr sz="2700" b="0" i="0">
                <a:latin typeface="Times New Roman" panose="02020603050405020304" pitchFamily="18" charset="0"/>
                <a:cs typeface="Times New Roman" panose="02020603050405020304" pitchFamily="18" charset="0"/>
              </a:rPr>
              <a:t/>
            </a:r>
            <a:br>
              <a:rPr sz="2700" b="0" i="0">
                <a:latin typeface="Times New Roman" panose="02020603050405020304" pitchFamily="18" charset="0"/>
                <a:cs typeface="Times New Roman" panose="02020603050405020304" pitchFamily="18" charset="0"/>
              </a:rPr>
            </a:br>
            <a:r>
              <a:rPr sz="2700" b="0" i="0" spc="-5" dirty="0">
                <a:latin typeface="Times New Roman" panose="02020603050405020304" pitchFamily="18" charset="0"/>
                <a:cs typeface="Times New Roman" panose="02020603050405020304" pitchFamily="18" charset="0"/>
                <a:sym typeface="+mn-ea"/>
              </a:rPr>
              <a:t>However,</a:t>
            </a:r>
            <a:r>
              <a:rPr sz="2700" b="0" i="0"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what</a:t>
            </a:r>
            <a:r>
              <a:rPr sz="2700" b="0" i="0" dirty="0">
                <a:latin typeface="Times New Roman" panose="02020603050405020304" pitchFamily="18" charset="0"/>
                <a:cs typeface="Times New Roman" panose="02020603050405020304" pitchFamily="18" charset="0"/>
                <a:sym typeface="+mn-ea"/>
              </a:rPr>
              <a:t> if</a:t>
            </a:r>
            <a:r>
              <a:rPr sz="2700" b="0" i="0" spc="10"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you</a:t>
            </a:r>
            <a:r>
              <a:rPr sz="2700" b="0" i="0" spc="-10"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want</a:t>
            </a:r>
            <a:r>
              <a:rPr sz="2700" b="0" i="0" dirty="0">
                <a:latin typeface="Times New Roman" panose="02020603050405020304" pitchFamily="18" charset="0"/>
                <a:cs typeface="Times New Roman" panose="02020603050405020304" pitchFamily="18" charset="0"/>
                <a:sym typeface="+mn-ea"/>
              </a:rPr>
              <a:t> to</a:t>
            </a:r>
            <a:r>
              <a:rPr sz="2700" b="0" i="0" spc="10"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loop</a:t>
            </a:r>
            <a:r>
              <a:rPr sz="2700" b="0" i="0"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through</a:t>
            </a:r>
            <a:r>
              <a:rPr sz="2700" b="0" i="0" dirty="0">
                <a:latin typeface="Times New Roman" panose="02020603050405020304" pitchFamily="18" charset="0"/>
                <a:cs typeface="Times New Roman" panose="02020603050405020304" pitchFamily="18" charset="0"/>
                <a:sym typeface="+mn-ea"/>
              </a:rPr>
              <a:t> </a:t>
            </a:r>
            <a:r>
              <a:rPr sz="2700" b="0" i="0" spc="-10" dirty="0">
                <a:latin typeface="Times New Roman" panose="02020603050405020304" pitchFamily="18" charset="0"/>
                <a:cs typeface="Times New Roman" panose="02020603050405020304" pitchFamily="18" charset="0"/>
                <a:sym typeface="+mn-ea"/>
              </a:rPr>
              <a:t>the</a:t>
            </a:r>
            <a:r>
              <a:rPr sz="2700" b="0" i="0" dirty="0">
                <a:latin typeface="Times New Roman" panose="02020603050405020304" pitchFamily="18" charset="0"/>
                <a:cs typeface="Times New Roman" panose="02020603050405020304" pitchFamily="18" charset="0"/>
                <a:sym typeface="+mn-ea"/>
              </a:rPr>
              <a:t> cars </a:t>
            </a:r>
            <a:r>
              <a:rPr sz="2700" b="0" i="0" spc="-5" dirty="0">
                <a:latin typeface="Times New Roman" panose="02020603050405020304" pitchFamily="18" charset="0"/>
                <a:cs typeface="Times New Roman" panose="02020603050405020304" pitchFamily="18" charset="0"/>
                <a:sym typeface="+mn-ea"/>
              </a:rPr>
              <a:t>and find</a:t>
            </a:r>
            <a:r>
              <a:rPr sz="2700" b="0" i="0" spc="-10"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a</a:t>
            </a:r>
            <a:r>
              <a:rPr sz="2700" b="0" i="0" dirty="0">
                <a:latin typeface="Times New Roman" panose="02020603050405020304" pitchFamily="18" charset="0"/>
                <a:cs typeface="Times New Roman" panose="02020603050405020304" pitchFamily="18" charset="0"/>
                <a:sym typeface="+mn-ea"/>
              </a:rPr>
              <a:t> specific</a:t>
            </a:r>
            <a:r>
              <a:rPr sz="2700" b="0" i="0" spc="-15"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one? </a:t>
            </a:r>
            <a:r>
              <a:rPr sz="2700" b="0" i="0" spc="-315"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And what</a:t>
            </a:r>
            <a:r>
              <a:rPr sz="2700" b="0" i="0" dirty="0">
                <a:latin typeface="Times New Roman" panose="02020603050405020304" pitchFamily="18" charset="0"/>
                <a:cs typeface="Times New Roman" panose="02020603050405020304" pitchFamily="18" charset="0"/>
                <a:sym typeface="+mn-ea"/>
              </a:rPr>
              <a:t> </a:t>
            </a:r>
            <a:r>
              <a:rPr sz="2700" b="0" i="0" spc="-10" dirty="0">
                <a:latin typeface="Times New Roman" panose="02020603050405020304" pitchFamily="18" charset="0"/>
                <a:cs typeface="Times New Roman" panose="02020603050405020304" pitchFamily="18" charset="0"/>
                <a:sym typeface="+mn-ea"/>
              </a:rPr>
              <a:t>if</a:t>
            </a:r>
            <a:r>
              <a:rPr sz="2700" b="0" i="0" spc="10"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you</a:t>
            </a:r>
            <a:r>
              <a:rPr sz="2700" b="0" i="0" spc="-10"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had</a:t>
            </a:r>
            <a:r>
              <a:rPr sz="2700" b="0" i="0" dirty="0">
                <a:latin typeface="Times New Roman" panose="02020603050405020304" pitchFamily="18" charset="0"/>
                <a:cs typeface="Times New Roman" panose="02020603050405020304" pitchFamily="18" charset="0"/>
                <a:sym typeface="+mn-ea"/>
              </a:rPr>
              <a:t> </a:t>
            </a:r>
            <a:r>
              <a:rPr sz="2700" b="0" i="0" spc="-10" dirty="0">
                <a:latin typeface="Times New Roman" panose="02020603050405020304" pitchFamily="18" charset="0"/>
                <a:cs typeface="Times New Roman" panose="02020603050405020304" pitchFamily="18" charset="0"/>
                <a:sym typeface="+mn-ea"/>
              </a:rPr>
              <a:t>not</a:t>
            </a:r>
            <a:r>
              <a:rPr sz="2700" b="0" i="0"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3</a:t>
            </a:r>
            <a:r>
              <a:rPr sz="2700" b="0" i="0" dirty="0">
                <a:latin typeface="Times New Roman" panose="02020603050405020304" pitchFamily="18" charset="0"/>
                <a:cs typeface="Times New Roman" panose="02020603050405020304" pitchFamily="18" charset="0"/>
                <a:sym typeface="+mn-ea"/>
              </a:rPr>
              <a:t> cars,</a:t>
            </a:r>
            <a:r>
              <a:rPr sz="2700" b="0" i="0" spc="-15" dirty="0">
                <a:latin typeface="Times New Roman" panose="02020603050405020304" pitchFamily="18" charset="0"/>
                <a:cs typeface="Times New Roman" panose="02020603050405020304" pitchFamily="18" charset="0"/>
                <a:sym typeface="+mn-ea"/>
              </a:rPr>
              <a:t> </a:t>
            </a:r>
            <a:r>
              <a:rPr sz="2700" b="0" i="0" dirty="0">
                <a:latin typeface="Times New Roman" panose="02020603050405020304" pitchFamily="18" charset="0"/>
                <a:cs typeface="Times New Roman" panose="02020603050405020304" pitchFamily="18" charset="0"/>
                <a:sym typeface="+mn-ea"/>
              </a:rPr>
              <a:t>but</a:t>
            </a:r>
            <a:r>
              <a:rPr sz="2700" b="0" i="0" spc="-35"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300?</a:t>
            </a:r>
            <a:r>
              <a:rPr sz="2700" b="0" i="0">
                <a:latin typeface="Times New Roman" panose="02020603050405020304" pitchFamily="18" charset="0"/>
                <a:cs typeface="Times New Roman" panose="02020603050405020304" pitchFamily="18" charset="0"/>
              </a:rPr>
              <a:t/>
            </a:r>
            <a:br>
              <a:rPr sz="2700" b="0" i="0">
                <a:latin typeface="Times New Roman" panose="02020603050405020304" pitchFamily="18" charset="0"/>
                <a:cs typeface="Times New Roman" panose="02020603050405020304" pitchFamily="18" charset="0"/>
              </a:rPr>
            </a:br>
            <a:r>
              <a:rPr sz="2700" b="0" i="0" spc="-5" dirty="0">
                <a:latin typeface="Times New Roman" panose="02020603050405020304" pitchFamily="18" charset="0"/>
                <a:cs typeface="Times New Roman" panose="02020603050405020304" pitchFamily="18" charset="0"/>
                <a:sym typeface="+mn-ea"/>
              </a:rPr>
              <a:t>The solution is</a:t>
            </a:r>
            <a:r>
              <a:rPr sz="2700" b="0" i="0" spc="-15" dirty="0">
                <a:latin typeface="Times New Roman" panose="02020603050405020304" pitchFamily="18" charset="0"/>
                <a:cs typeface="Times New Roman" panose="02020603050405020304" pitchFamily="18" charset="0"/>
                <a:sym typeface="+mn-ea"/>
              </a:rPr>
              <a:t> </a:t>
            </a:r>
            <a:r>
              <a:rPr sz="2700" b="0" i="0" dirty="0">
                <a:latin typeface="Times New Roman" panose="02020603050405020304" pitchFamily="18" charset="0"/>
                <a:cs typeface="Times New Roman" panose="02020603050405020304" pitchFamily="18" charset="0"/>
                <a:sym typeface="+mn-ea"/>
              </a:rPr>
              <a:t>to </a:t>
            </a:r>
            <a:r>
              <a:rPr sz="2700" b="0" i="0" spc="-5" dirty="0">
                <a:latin typeface="Times New Roman" panose="02020603050405020304" pitchFamily="18" charset="0"/>
                <a:cs typeface="Times New Roman" panose="02020603050405020304" pitchFamily="18" charset="0"/>
                <a:sym typeface="+mn-ea"/>
              </a:rPr>
              <a:t>create</a:t>
            </a:r>
            <a:r>
              <a:rPr sz="2700" b="0" i="0" dirty="0">
                <a:latin typeface="Times New Roman" panose="02020603050405020304" pitchFamily="18" charset="0"/>
                <a:cs typeface="Times New Roman" panose="02020603050405020304" pitchFamily="18" charset="0"/>
                <a:sym typeface="+mn-ea"/>
              </a:rPr>
              <a:t> an</a:t>
            </a:r>
            <a:r>
              <a:rPr sz="2700" b="0" i="0" spc="-45"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array!</a:t>
            </a:r>
            <a:r>
              <a:rPr sz="2700" b="0" i="0">
                <a:latin typeface="Times New Roman" panose="02020603050405020304" pitchFamily="18" charset="0"/>
                <a:cs typeface="Times New Roman" panose="02020603050405020304" pitchFamily="18" charset="0"/>
              </a:rPr>
              <a:t/>
            </a:r>
            <a:br>
              <a:rPr sz="2700" b="0" i="0">
                <a:latin typeface="Times New Roman" panose="02020603050405020304" pitchFamily="18" charset="0"/>
                <a:cs typeface="Times New Roman" panose="02020603050405020304" pitchFamily="18" charset="0"/>
              </a:rPr>
            </a:br>
            <a:r>
              <a:rPr sz="2700" b="0" i="0" spc="-5" dirty="0">
                <a:latin typeface="Times New Roman" panose="02020603050405020304" pitchFamily="18" charset="0"/>
                <a:cs typeface="Times New Roman" panose="02020603050405020304" pitchFamily="18" charset="0"/>
                <a:sym typeface="+mn-ea"/>
              </a:rPr>
              <a:t>An</a:t>
            </a:r>
            <a:r>
              <a:rPr sz="2700" b="0" i="0"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array</a:t>
            </a:r>
            <a:r>
              <a:rPr sz="2700" b="0" i="0" spc="-10" dirty="0">
                <a:latin typeface="Times New Roman" panose="02020603050405020304" pitchFamily="18" charset="0"/>
                <a:cs typeface="Times New Roman" panose="02020603050405020304" pitchFamily="18" charset="0"/>
                <a:sym typeface="+mn-ea"/>
              </a:rPr>
              <a:t> </a:t>
            </a:r>
            <a:r>
              <a:rPr sz="2700" b="0" i="0" dirty="0">
                <a:latin typeface="Times New Roman" panose="02020603050405020304" pitchFamily="18" charset="0"/>
                <a:cs typeface="Times New Roman" panose="02020603050405020304" pitchFamily="18" charset="0"/>
                <a:sym typeface="+mn-ea"/>
              </a:rPr>
              <a:t>can</a:t>
            </a:r>
            <a:r>
              <a:rPr sz="2700" b="0" i="0" spc="-5" dirty="0">
                <a:latin typeface="Times New Roman" panose="02020603050405020304" pitchFamily="18" charset="0"/>
                <a:cs typeface="Times New Roman" panose="02020603050405020304" pitchFamily="18" charset="0"/>
                <a:sym typeface="+mn-ea"/>
              </a:rPr>
              <a:t> hold many</a:t>
            </a:r>
            <a:r>
              <a:rPr sz="2700" b="0" i="0" spc="5"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values</a:t>
            </a:r>
            <a:r>
              <a:rPr sz="2700" b="0" i="0" spc="5"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under</a:t>
            </a:r>
            <a:r>
              <a:rPr sz="2700" b="0" i="0" spc="5"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a</a:t>
            </a:r>
            <a:r>
              <a:rPr sz="2700" b="0" i="0" spc="5"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single</a:t>
            </a:r>
            <a:r>
              <a:rPr sz="2700" b="0" i="0" spc="5"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name, and</a:t>
            </a:r>
            <a:r>
              <a:rPr sz="2700" b="0" i="0" spc="5"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you</a:t>
            </a:r>
            <a:r>
              <a:rPr sz="2700" b="0" i="0" spc="5"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can</a:t>
            </a:r>
            <a:r>
              <a:rPr sz="2700" b="0" i="0" spc="5"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access</a:t>
            </a:r>
            <a:r>
              <a:rPr sz="2700" b="0" i="0" spc="5"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the </a:t>
            </a:r>
            <a:r>
              <a:rPr sz="2700" b="0" i="0" spc="-320"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values</a:t>
            </a:r>
            <a:r>
              <a:rPr sz="2700" b="0" i="0" dirty="0">
                <a:latin typeface="Times New Roman" panose="02020603050405020304" pitchFamily="18" charset="0"/>
                <a:cs typeface="Times New Roman" panose="02020603050405020304" pitchFamily="18" charset="0"/>
                <a:sym typeface="+mn-ea"/>
              </a:rPr>
              <a:t> by</a:t>
            </a:r>
            <a:r>
              <a:rPr sz="2700" b="0" i="0" spc="-10"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referring </a:t>
            </a:r>
            <a:r>
              <a:rPr sz="2700" b="0" i="0" dirty="0">
                <a:latin typeface="Times New Roman" panose="02020603050405020304" pitchFamily="18" charset="0"/>
                <a:cs typeface="Times New Roman" panose="02020603050405020304" pitchFamily="18" charset="0"/>
                <a:sym typeface="+mn-ea"/>
              </a:rPr>
              <a:t>to</a:t>
            </a:r>
            <a:r>
              <a:rPr sz="2700" b="0" i="0" spc="-10" dirty="0">
                <a:latin typeface="Times New Roman" panose="02020603050405020304" pitchFamily="18" charset="0"/>
                <a:cs typeface="Times New Roman" panose="02020603050405020304" pitchFamily="18" charset="0"/>
                <a:sym typeface="+mn-ea"/>
              </a:rPr>
              <a:t> an</a:t>
            </a:r>
            <a:r>
              <a:rPr sz="2700" b="0" i="0"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index</a:t>
            </a:r>
            <a:r>
              <a:rPr sz="2700" b="0" i="0" spc="-70"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number.</a:t>
            </a:r>
            <a:endParaRPr lang="en-US" sz="2700" b="0" i="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FE783B4A-DF74-AD73-642F-9F6EAD7A0046}"/>
              </a:ext>
            </a:extLst>
          </p:cNvPr>
          <p:cNvSpPr>
            <a:spLocks noGrp="1"/>
          </p:cNvSpPr>
          <p:nvPr>
            <p:ph type="sldNum" idx="4"/>
          </p:nvPr>
        </p:nvSpPr>
        <p:spPr/>
        <p:txBody>
          <a:bodyPr/>
          <a:lstStyle/>
          <a:p>
            <a:pPr algn="r">
              <a:buNone/>
            </a:pPr>
            <a:fld id="{9A0DB2DC-4C9A-4742-B13C-FB6460FD3503}" type="slidenum">
              <a:rPr lang="en-GB" altLang="en-US" smtClean="0"/>
              <a:pPr algn="r">
                <a:buNone/>
              </a:pPr>
              <a:t>28</a:t>
            </a:fld>
            <a:endParaRPr lang="en-GB"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dirty="0">
                <a:solidFill>
                  <a:srgbClr val="0000CD"/>
                </a:solidFill>
                <a:latin typeface="Arial MT"/>
                <a:cs typeface="Arial MT"/>
                <a:sym typeface="+mn-ea"/>
              </a:rPr>
              <a:t>&lt;</a:t>
            </a:r>
            <a:r>
              <a:rPr sz="3200" dirty="0">
                <a:solidFill>
                  <a:srgbClr val="A32A2A"/>
                </a:solidFill>
                <a:latin typeface="Arial MT"/>
                <a:cs typeface="Arial MT"/>
                <a:sym typeface="+mn-ea"/>
              </a:rPr>
              <a:t>html</a:t>
            </a:r>
            <a:r>
              <a:rPr sz="3200" dirty="0">
                <a:solidFill>
                  <a:srgbClr val="0000CD"/>
                </a:solidFill>
                <a:latin typeface="Arial MT"/>
                <a:cs typeface="Arial MT"/>
                <a:sym typeface="+mn-ea"/>
              </a:rPr>
              <a:t>&gt;</a:t>
            </a:r>
            <a:r>
              <a:rPr sz="3200">
                <a:latin typeface="Arial MT"/>
                <a:cs typeface="Arial MT"/>
              </a:rPr>
              <a:t/>
            </a:r>
            <a:br>
              <a:rPr sz="3200">
                <a:latin typeface="Arial MT"/>
                <a:cs typeface="Arial MT"/>
              </a:rPr>
            </a:br>
            <a:r>
              <a:rPr sz="3200" spc="-5" dirty="0">
                <a:solidFill>
                  <a:srgbClr val="0000CD"/>
                </a:solidFill>
                <a:latin typeface="Arial MT"/>
                <a:cs typeface="Arial MT"/>
                <a:sym typeface="+mn-ea"/>
              </a:rPr>
              <a:t>&lt;</a:t>
            </a:r>
            <a:r>
              <a:rPr sz="3200" spc="-5" dirty="0">
                <a:solidFill>
                  <a:srgbClr val="A32A2A"/>
                </a:solidFill>
                <a:latin typeface="Arial MT"/>
                <a:cs typeface="Arial MT"/>
                <a:sym typeface="+mn-ea"/>
              </a:rPr>
              <a:t>body</a:t>
            </a:r>
            <a:r>
              <a:rPr sz="3200" spc="-5" dirty="0">
                <a:solidFill>
                  <a:srgbClr val="0000CD"/>
                </a:solidFill>
                <a:latin typeface="Arial MT"/>
                <a:cs typeface="Arial MT"/>
                <a:sym typeface="+mn-ea"/>
              </a:rPr>
              <a:t>&gt;</a:t>
            </a:r>
            <a:r>
              <a:rPr sz="3200">
                <a:latin typeface="Arial MT"/>
                <a:cs typeface="Arial MT"/>
              </a:rPr>
              <a:t/>
            </a:r>
            <a:br>
              <a:rPr sz="3200">
                <a:latin typeface="Arial MT"/>
                <a:cs typeface="Arial MT"/>
              </a:rPr>
            </a:br>
            <a:r>
              <a:rPr sz="3200" spc="-5" dirty="0">
                <a:solidFill>
                  <a:srgbClr val="FF0000"/>
                </a:solidFill>
                <a:latin typeface="Arial MT"/>
                <a:cs typeface="Arial MT"/>
                <a:sym typeface="+mn-ea"/>
              </a:rPr>
              <a:t>&lt;?php</a:t>
            </a:r>
            <a:r>
              <a:rPr sz="3200">
                <a:latin typeface="Arial MT"/>
                <a:cs typeface="Arial MT"/>
              </a:rPr>
              <a:t/>
            </a:r>
            <a:br>
              <a:rPr sz="3200">
                <a:latin typeface="Arial MT"/>
                <a:cs typeface="Arial MT"/>
              </a:rPr>
            </a:br>
            <a:r>
              <a:rPr sz="3200" spc="-5" dirty="0">
                <a:latin typeface="Arial MT"/>
                <a:cs typeface="Arial MT"/>
                <a:sym typeface="+mn-ea"/>
              </a:rPr>
              <a:t>$cars</a:t>
            </a:r>
            <a:r>
              <a:rPr sz="3200" spc="5" dirty="0">
                <a:latin typeface="Arial MT"/>
                <a:cs typeface="Arial MT"/>
                <a:sym typeface="+mn-ea"/>
              </a:rPr>
              <a:t> </a:t>
            </a:r>
            <a:r>
              <a:rPr sz="3200" dirty="0">
                <a:latin typeface="Arial MT"/>
                <a:cs typeface="Arial MT"/>
                <a:sym typeface="+mn-ea"/>
              </a:rPr>
              <a:t>= </a:t>
            </a:r>
            <a:r>
              <a:rPr sz="3200" spc="-5" dirty="0">
                <a:solidFill>
                  <a:srgbClr val="0000CD"/>
                </a:solidFill>
                <a:latin typeface="Arial MT"/>
                <a:cs typeface="Arial MT"/>
                <a:sym typeface="+mn-ea"/>
              </a:rPr>
              <a:t>array</a:t>
            </a:r>
            <a:r>
              <a:rPr sz="3200" spc="-5" dirty="0">
                <a:latin typeface="Arial MT"/>
                <a:cs typeface="Arial MT"/>
                <a:sym typeface="+mn-ea"/>
              </a:rPr>
              <a:t>(</a:t>
            </a:r>
            <a:r>
              <a:rPr sz="3200" spc="-5" dirty="0">
                <a:solidFill>
                  <a:srgbClr val="A32A2A"/>
                </a:solidFill>
                <a:latin typeface="Arial MT"/>
                <a:cs typeface="Arial MT"/>
                <a:sym typeface="+mn-ea"/>
              </a:rPr>
              <a:t>"Volvo"</a:t>
            </a:r>
            <a:r>
              <a:rPr sz="3200" spc="-5" dirty="0">
                <a:latin typeface="Arial MT"/>
                <a:cs typeface="Arial MT"/>
                <a:sym typeface="+mn-ea"/>
              </a:rPr>
              <a:t>,</a:t>
            </a:r>
            <a:r>
              <a:rPr sz="3200" dirty="0">
                <a:latin typeface="Arial MT"/>
                <a:cs typeface="Arial MT"/>
                <a:sym typeface="+mn-ea"/>
              </a:rPr>
              <a:t> </a:t>
            </a:r>
            <a:r>
              <a:rPr sz="3200" spc="-5" dirty="0">
                <a:solidFill>
                  <a:srgbClr val="A32A2A"/>
                </a:solidFill>
                <a:latin typeface="Arial MT"/>
                <a:cs typeface="Arial MT"/>
                <a:sym typeface="+mn-ea"/>
              </a:rPr>
              <a:t>"BMW"</a:t>
            </a:r>
            <a:r>
              <a:rPr sz="3200" spc="-5" dirty="0">
                <a:latin typeface="Arial MT"/>
                <a:cs typeface="Arial MT"/>
                <a:sym typeface="+mn-ea"/>
              </a:rPr>
              <a:t>, </a:t>
            </a:r>
            <a:r>
              <a:rPr sz="3200" spc="-5" dirty="0">
                <a:solidFill>
                  <a:srgbClr val="A32A2A"/>
                </a:solidFill>
                <a:latin typeface="Arial MT"/>
                <a:cs typeface="Arial MT"/>
                <a:sym typeface="+mn-ea"/>
              </a:rPr>
              <a:t>"Toyota"</a:t>
            </a:r>
            <a:r>
              <a:rPr sz="3200" spc="-5" dirty="0">
                <a:latin typeface="Arial MT"/>
                <a:cs typeface="Arial MT"/>
                <a:sym typeface="+mn-ea"/>
              </a:rPr>
              <a:t>);</a:t>
            </a:r>
            <a:r>
              <a:rPr sz="3200">
                <a:latin typeface="Arial MT"/>
                <a:cs typeface="Arial MT"/>
              </a:rPr>
              <a:t/>
            </a:r>
            <a:br>
              <a:rPr sz="3200">
                <a:latin typeface="Arial MT"/>
                <a:cs typeface="Arial MT"/>
              </a:rPr>
            </a:br>
            <a:r>
              <a:rPr sz="3200" spc="-5" dirty="0">
                <a:solidFill>
                  <a:srgbClr val="0000CD"/>
                </a:solidFill>
                <a:latin typeface="Arial MT"/>
                <a:cs typeface="Arial MT"/>
                <a:sym typeface="+mn-ea"/>
              </a:rPr>
              <a:t>echo </a:t>
            </a:r>
            <a:r>
              <a:rPr sz="3200" dirty="0">
                <a:solidFill>
                  <a:srgbClr val="A32A2A"/>
                </a:solidFill>
                <a:latin typeface="Arial MT"/>
                <a:cs typeface="Arial MT"/>
                <a:sym typeface="+mn-ea"/>
              </a:rPr>
              <a:t>"I</a:t>
            </a:r>
            <a:r>
              <a:rPr sz="3200" spc="5" dirty="0">
                <a:solidFill>
                  <a:srgbClr val="A32A2A"/>
                </a:solidFill>
                <a:latin typeface="Arial MT"/>
                <a:cs typeface="Arial MT"/>
                <a:sym typeface="+mn-ea"/>
              </a:rPr>
              <a:t> </a:t>
            </a:r>
            <a:r>
              <a:rPr sz="3200" spc="-5" dirty="0">
                <a:solidFill>
                  <a:srgbClr val="A32A2A"/>
                </a:solidFill>
                <a:latin typeface="Arial MT"/>
                <a:cs typeface="Arial MT"/>
                <a:sym typeface="+mn-ea"/>
              </a:rPr>
              <a:t>like</a:t>
            </a:r>
            <a:r>
              <a:rPr sz="3200" spc="-10" dirty="0">
                <a:solidFill>
                  <a:srgbClr val="A32A2A"/>
                </a:solidFill>
                <a:latin typeface="Arial MT"/>
                <a:cs typeface="Arial MT"/>
                <a:sym typeface="+mn-ea"/>
              </a:rPr>
              <a:t> </a:t>
            </a:r>
            <a:r>
              <a:rPr sz="3200" dirty="0">
                <a:solidFill>
                  <a:srgbClr val="A32A2A"/>
                </a:solidFill>
                <a:latin typeface="Arial MT"/>
                <a:cs typeface="Arial MT"/>
                <a:sym typeface="+mn-ea"/>
              </a:rPr>
              <a:t>"</a:t>
            </a:r>
            <a:r>
              <a:rPr sz="3200" spc="15" dirty="0">
                <a:solidFill>
                  <a:srgbClr val="A32A2A"/>
                </a:solidFill>
                <a:latin typeface="Arial MT"/>
                <a:cs typeface="Arial MT"/>
                <a:sym typeface="+mn-ea"/>
              </a:rPr>
              <a:t> </a:t>
            </a:r>
            <a:r>
              <a:rPr sz="3200" dirty="0">
                <a:latin typeface="Arial MT"/>
                <a:cs typeface="Arial MT"/>
                <a:sym typeface="+mn-ea"/>
              </a:rPr>
              <a:t>.</a:t>
            </a:r>
            <a:r>
              <a:rPr sz="3200" spc="-10" dirty="0">
                <a:latin typeface="Arial MT"/>
                <a:cs typeface="Arial MT"/>
                <a:sym typeface="+mn-ea"/>
              </a:rPr>
              <a:t> </a:t>
            </a:r>
            <a:r>
              <a:rPr sz="3200" spc="-5" dirty="0">
                <a:latin typeface="Arial MT"/>
                <a:cs typeface="Arial MT"/>
                <a:sym typeface="+mn-ea"/>
              </a:rPr>
              <a:t>$cars[</a:t>
            </a:r>
            <a:r>
              <a:rPr sz="3200" spc="-5" dirty="0">
                <a:solidFill>
                  <a:srgbClr val="FF0000"/>
                </a:solidFill>
                <a:latin typeface="Arial MT"/>
                <a:cs typeface="Arial MT"/>
                <a:sym typeface="+mn-ea"/>
              </a:rPr>
              <a:t>0</a:t>
            </a:r>
            <a:r>
              <a:rPr sz="3200" spc="-5" dirty="0">
                <a:latin typeface="Arial MT"/>
                <a:cs typeface="Arial MT"/>
                <a:sym typeface="+mn-ea"/>
              </a:rPr>
              <a:t>] </a:t>
            </a:r>
            <a:r>
              <a:rPr sz="3200" dirty="0">
                <a:latin typeface="Arial MT"/>
                <a:cs typeface="Arial MT"/>
                <a:sym typeface="+mn-ea"/>
              </a:rPr>
              <a:t>.</a:t>
            </a:r>
            <a:r>
              <a:rPr sz="3200" spc="5" dirty="0">
                <a:latin typeface="Arial MT"/>
                <a:cs typeface="Arial MT"/>
                <a:sym typeface="+mn-ea"/>
              </a:rPr>
              <a:t> </a:t>
            </a:r>
            <a:r>
              <a:rPr sz="3200" dirty="0">
                <a:solidFill>
                  <a:srgbClr val="A32A2A"/>
                </a:solidFill>
                <a:latin typeface="Arial MT"/>
                <a:cs typeface="Arial MT"/>
                <a:sym typeface="+mn-ea"/>
              </a:rPr>
              <a:t>",</a:t>
            </a:r>
            <a:r>
              <a:rPr sz="3200" spc="-5" dirty="0">
                <a:solidFill>
                  <a:srgbClr val="A32A2A"/>
                </a:solidFill>
                <a:latin typeface="Arial MT"/>
                <a:cs typeface="Arial MT"/>
                <a:sym typeface="+mn-ea"/>
              </a:rPr>
              <a:t> </a:t>
            </a:r>
            <a:r>
              <a:rPr sz="3200" dirty="0">
                <a:solidFill>
                  <a:srgbClr val="A32A2A"/>
                </a:solidFill>
                <a:latin typeface="Arial MT"/>
                <a:cs typeface="Arial MT"/>
                <a:sym typeface="+mn-ea"/>
              </a:rPr>
              <a:t>"</a:t>
            </a:r>
            <a:r>
              <a:rPr sz="3200" spc="5" dirty="0">
                <a:solidFill>
                  <a:srgbClr val="A32A2A"/>
                </a:solidFill>
                <a:latin typeface="Arial MT"/>
                <a:cs typeface="Arial MT"/>
                <a:sym typeface="+mn-ea"/>
              </a:rPr>
              <a:t> </a:t>
            </a:r>
            <a:r>
              <a:rPr sz="3200" dirty="0">
                <a:latin typeface="Arial MT"/>
                <a:cs typeface="Arial MT"/>
                <a:sym typeface="+mn-ea"/>
              </a:rPr>
              <a:t>.</a:t>
            </a:r>
            <a:r>
              <a:rPr sz="3200" spc="-5" dirty="0">
                <a:latin typeface="Arial MT"/>
                <a:cs typeface="Arial MT"/>
                <a:sym typeface="+mn-ea"/>
              </a:rPr>
              <a:t> $cars[</a:t>
            </a:r>
            <a:r>
              <a:rPr sz="3200" spc="-5" dirty="0">
                <a:solidFill>
                  <a:srgbClr val="FF0000"/>
                </a:solidFill>
                <a:latin typeface="Arial MT"/>
                <a:cs typeface="Arial MT"/>
                <a:sym typeface="+mn-ea"/>
              </a:rPr>
              <a:t>1</a:t>
            </a:r>
            <a:r>
              <a:rPr sz="3200" spc="-5" dirty="0">
                <a:latin typeface="Arial MT"/>
                <a:cs typeface="Arial MT"/>
                <a:sym typeface="+mn-ea"/>
              </a:rPr>
              <a:t>]</a:t>
            </a:r>
            <a:r>
              <a:rPr sz="3200" spc="5" dirty="0">
                <a:latin typeface="Arial MT"/>
                <a:cs typeface="Arial MT"/>
                <a:sym typeface="+mn-ea"/>
              </a:rPr>
              <a:t> </a:t>
            </a:r>
            <a:r>
              <a:rPr sz="3200" dirty="0">
                <a:latin typeface="Arial MT"/>
                <a:cs typeface="Arial MT"/>
                <a:sym typeface="+mn-ea"/>
              </a:rPr>
              <a:t>.</a:t>
            </a:r>
            <a:r>
              <a:rPr sz="3200" spc="-5" dirty="0">
                <a:latin typeface="Arial MT"/>
                <a:cs typeface="Arial MT"/>
                <a:sym typeface="+mn-ea"/>
              </a:rPr>
              <a:t> </a:t>
            </a:r>
            <a:r>
              <a:rPr sz="3200" dirty="0">
                <a:solidFill>
                  <a:srgbClr val="A32A2A"/>
                </a:solidFill>
                <a:latin typeface="Arial MT"/>
                <a:cs typeface="Arial MT"/>
                <a:sym typeface="+mn-ea"/>
              </a:rPr>
              <a:t>"</a:t>
            </a:r>
            <a:r>
              <a:rPr sz="3200" spc="5" dirty="0">
                <a:solidFill>
                  <a:srgbClr val="A32A2A"/>
                </a:solidFill>
                <a:latin typeface="Arial MT"/>
                <a:cs typeface="Arial MT"/>
                <a:sym typeface="+mn-ea"/>
              </a:rPr>
              <a:t> </a:t>
            </a:r>
            <a:r>
              <a:rPr sz="3200" spc="-5" dirty="0">
                <a:solidFill>
                  <a:srgbClr val="A32A2A"/>
                </a:solidFill>
                <a:latin typeface="Arial MT"/>
                <a:cs typeface="Arial MT"/>
                <a:sym typeface="+mn-ea"/>
              </a:rPr>
              <a:t>and </a:t>
            </a:r>
            <a:r>
              <a:rPr sz="3200" dirty="0">
                <a:solidFill>
                  <a:srgbClr val="A32A2A"/>
                </a:solidFill>
                <a:latin typeface="Arial MT"/>
                <a:cs typeface="Arial MT"/>
                <a:sym typeface="+mn-ea"/>
              </a:rPr>
              <a:t>" </a:t>
            </a:r>
            <a:r>
              <a:rPr sz="3200" dirty="0">
                <a:latin typeface="Arial MT"/>
                <a:cs typeface="Arial MT"/>
                <a:sym typeface="+mn-ea"/>
              </a:rPr>
              <a:t>.</a:t>
            </a:r>
            <a:r>
              <a:rPr sz="3200" spc="5" dirty="0">
                <a:latin typeface="Arial MT"/>
                <a:cs typeface="Arial MT"/>
                <a:sym typeface="+mn-ea"/>
              </a:rPr>
              <a:t> </a:t>
            </a:r>
            <a:r>
              <a:rPr sz="3200" spc="-5" dirty="0">
                <a:latin typeface="Arial MT"/>
                <a:cs typeface="Arial MT"/>
                <a:sym typeface="+mn-ea"/>
              </a:rPr>
              <a:t>$cars[</a:t>
            </a:r>
            <a:r>
              <a:rPr sz="3200" spc="-5" dirty="0">
                <a:solidFill>
                  <a:srgbClr val="FF0000"/>
                </a:solidFill>
                <a:latin typeface="Arial MT"/>
                <a:cs typeface="Arial MT"/>
                <a:sym typeface="+mn-ea"/>
              </a:rPr>
              <a:t>2</a:t>
            </a:r>
            <a:r>
              <a:rPr sz="3200" spc="-5" dirty="0">
                <a:latin typeface="Arial MT"/>
                <a:cs typeface="Arial MT"/>
                <a:sym typeface="+mn-ea"/>
              </a:rPr>
              <a:t>]</a:t>
            </a:r>
            <a:r>
              <a:rPr sz="3200" dirty="0">
                <a:latin typeface="Arial MT"/>
                <a:cs typeface="Arial MT"/>
                <a:sym typeface="+mn-ea"/>
              </a:rPr>
              <a:t> .</a:t>
            </a:r>
            <a:r>
              <a:rPr sz="3200" spc="-5" dirty="0">
                <a:latin typeface="Arial MT"/>
                <a:cs typeface="Arial MT"/>
                <a:sym typeface="+mn-ea"/>
              </a:rPr>
              <a:t> </a:t>
            </a:r>
            <a:r>
              <a:rPr sz="3200" spc="-5" dirty="0">
                <a:solidFill>
                  <a:srgbClr val="A32A2A"/>
                </a:solidFill>
                <a:latin typeface="Arial MT"/>
                <a:cs typeface="Arial MT"/>
                <a:sym typeface="+mn-ea"/>
              </a:rPr>
              <a:t>"."</a:t>
            </a:r>
            <a:r>
              <a:rPr sz="3200" spc="-5" dirty="0">
                <a:latin typeface="Arial MT"/>
                <a:cs typeface="Arial MT"/>
                <a:sym typeface="+mn-ea"/>
              </a:rPr>
              <a:t>;</a:t>
            </a:r>
            <a:r>
              <a:rPr sz="3200">
                <a:latin typeface="Arial MT"/>
                <a:cs typeface="Arial MT"/>
              </a:rPr>
              <a:t/>
            </a:r>
            <a:br>
              <a:rPr sz="3200">
                <a:latin typeface="Arial MT"/>
                <a:cs typeface="Arial MT"/>
              </a:rPr>
            </a:br>
            <a:r>
              <a:rPr sz="3200" spc="-5" dirty="0">
                <a:solidFill>
                  <a:srgbClr val="FF0000"/>
                </a:solidFill>
                <a:latin typeface="Arial MT"/>
                <a:cs typeface="Arial MT"/>
                <a:sym typeface="+mn-ea"/>
              </a:rPr>
              <a:t>?&gt;</a:t>
            </a:r>
            <a:br>
              <a:rPr sz="3200" spc="-5" dirty="0">
                <a:solidFill>
                  <a:srgbClr val="FF0000"/>
                </a:solidFill>
                <a:latin typeface="Arial MT"/>
                <a:cs typeface="Arial MT"/>
                <a:sym typeface="+mn-ea"/>
              </a:rPr>
            </a:br>
            <a:r>
              <a:rPr sz="3200" spc="-5" dirty="0">
                <a:solidFill>
                  <a:srgbClr val="0000CD"/>
                </a:solidFill>
                <a:latin typeface="Arial MT"/>
                <a:cs typeface="Arial MT"/>
                <a:sym typeface="+mn-ea"/>
              </a:rPr>
              <a:t>&lt;</a:t>
            </a:r>
            <a:r>
              <a:rPr sz="3200" spc="-5" dirty="0">
                <a:solidFill>
                  <a:srgbClr val="A32A2A"/>
                </a:solidFill>
                <a:latin typeface="Arial MT"/>
                <a:cs typeface="Arial MT"/>
                <a:sym typeface="+mn-ea"/>
              </a:rPr>
              <a:t>/body</a:t>
            </a:r>
            <a:r>
              <a:rPr sz="3200" spc="-5" dirty="0">
                <a:solidFill>
                  <a:srgbClr val="0000CD"/>
                </a:solidFill>
                <a:latin typeface="Arial MT"/>
                <a:cs typeface="Arial MT"/>
                <a:sym typeface="+mn-ea"/>
              </a:rPr>
              <a:t>&gt;</a:t>
            </a:r>
            <a:r>
              <a:rPr sz="3200">
                <a:latin typeface="Arial MT"/>
                <a:cs typeface="Arial MT"/>
              </a:rPr>
              <a:t/>
            </a:r>
            <a:br>
              <a:rPr sz="3200">
                <a:latin typeface="Arial MT"/>
                <a:cs typeface="Arial MT"/>
              </a:rPr>
            </a:br>
            <a:r>
              <a:rPr sz="3200" dirty="0">
                <a:solidFill>
                  <a:srgbClr val="0000CD"/>
                </a:solidFill>
                <a:latin typeface="Arial MT"/>
                <a:cs typeface="Arial MT"/>
                <a:sym typeface="+mn-ea"/>
              </a:rPr>
              <a:t>&lt;</a:t>
            </a:r>
            <a:r>
              <a:rPr sz="3200" dirty="0">
                <a:solidFill>
                  <a:srgbClr val="A32A2A"/>
                </a:solidFill>
                <a:latin typeface="Arial MT"/>
                <a:cs typeface="Arial MT"/>
                <a:sym typeface="+mn-ea"/>
              </a:rPr>
              <a:t>/html</a:t>
            </a:r>
            <a:r>
              <a:rPr sz="3200" dirty="0">
                <a:solidFill>
                  <a:srgbClr val="0000CD"/>
                </a:solidFill>
                <a:latin typeface="Arial MT"/>
                <a:cs typeface="Arial MT"/>
                <a:sym typeface="+mn-ea"/>
              </a:rPr>
              <a:t>&gt;</a:t>
            </a:r>
            <a:br>
              <a:rPr sz="3200" dirty="0">
                <a:solidFill>
                  <a:srgbClr val="0000CD"/>
                </a:solidFill>
                <a:latin typeface="Arial MT"/>
                <a:cs typeface="Arial MT"/>
                <a:sym typeface="+mn-ea"/>
              </a:rPr>
            </a:br>
            <a:r>
              <a:rPr sz="3200">
                <a:latin typeface="Arial MT"/>
                <a:cs typeface="Arial MT"/>
              </a:rPr>
              <a:t/>
            </a:r>
            <a:br>
              <a:rPr sz="3200">
                <a:latin typeface="Arial MT"/>
                <a:cs typeface="Arial MT"/>
              </a:rPr>
            </a:br>
            <a:r>
              <a:rPr sz="3200" dirty="0">
                <a:latin typeface="Arial" panose="020B0604020202020204"/>
                <a:cs typeface="Arial" panose="020B0604020202020204"/>
                <a:sym typeface="+mn-ea"/>
              </a:rPr>
              <a:t>OUTPUT:</a:t>
            </a:r>
            <a:r>
              <a:rPr sz="3200">
                <a:latin typeface="Arial" panose="020B0604020202020204"/>
                <a:cs typeface="Arial" panose="020B0604020202020204"/>
              </a:rPr>
              <a:t/>
            </a:r>
            <a:br>
              <a:rPr sz="3200">
                <a:latin typeface="Arial" panose="020B0604020202020204"/>
                <a:cs typeface="Arial" panose="020B0604020202020204"/>
              </a:rPr>
            </a:br>
            <a:r>
              <a:rPr sz="3200">
                <a:latin typeface="Arial" panose="020B0604020202020204"/>
                <a:cs typeface="Arial" panose="020B0604020202020204"/>
              </a:rPr>
              <a:t/>
            </a:r>
            <a:br>
              <a:rPr sz="3200">
                <a:latin typeface="Arial" panose="020B0604020202020204"/>
                <a:cs typeface="Arial" panose="020B0604020202020204"/>
              </a:rPr>
            </a:br>
            <a:r>
              <a:rPr sz="3200" dirty="0">
                <a:latin typeface="Arial MT"/>
                <a:cs typeface="Arial MT"/>
                <a:sym typeface="+mn-ea"/>
              </a:rPr>
              <a:t>I</a:t>
            </a:r>
            <a:r>
              <a:rPr sz="3200" spc="-10" dirty="0">
                <a:latin typeface="Arial MT"/>
                <a:cs typeface="Arial MT"/>
                <a:sym typeface="+mn-ea"/>
              </a:rPr>
              <a:t> </a:t>
            </a:r>
            <a:r>
              <a:rPr sz="3200" spc="-5" dirty="0">
                <a:latin typeface="Arial MT"/>
                <a:cs typeface="Arial MT"/>
                <a:sym typeface="+mn-ea"/>
              </a:rPr>
              <a:t>like Volvo, </a:t>
            </a:r>
            <a:r>
              <a:rPr sz="3200" spc="-10" dirty="0">
                <a:latin typeface="Arial MT"/>
                <a:cs typeface="Arial MT"/>
                <a:sym typeface="+mn-ea"/>
              </a:rPr>
              <a:t>BMW</a:t>
            </a:r>
            <a:r>
              <a:rPr sz="3200" spc="15" dirty="0">
                <a:latin typeface="Arial MT"/>
                <a:cs typeface="Arial MT"/>
                <a:sym typeface="+mn-ea"/>
              </a:rPr>
              <a:t> </a:t>
            </a:r>
            <a:r>
              <a:rPr sz="3200" spc="-5" dirty="0">
                <a:latin typeface="Arial MT"/>
                <a:cs typeface="Arial MT"/>
                <a:sym typeface="+mn-ea"/>
              </a:rPr>
              <a:t>and</a:t>
            </a:r>
            <a:r>
              <a:rPr sz="3200" spc="-15" dirty="0">
                <a:latin typeface="Arial MT"/>
                <a:cs typeface="Arial MT"/>
                <a:sym typeface="+mn-ea"/>
              </a:rPr>
              <a:t> </a:t>
            </a:r>
            <a:r>
              <a:rPr sz="3200" spc="-5" dirty="0">
                <a:latin typeface="Arial MT"/>
                <a:cs typeface="Arial MT"/>
                <a:sym typeface="+mn-ea"/>
              </a:rPr>
              <a:t>Toyota.</a:t>
            </a:r>
            <a:endParaRPr lang="en-US" sz="3200"/>
          </a:p>
        </p:txBody>
      </p:sp>
      <p:sp>
        <p:nvSpPr>
          <p:cNvPr id="4" name="Slide Number Placeholder 3">
            <a:extLst>
              <a:ext uri="{FF2B5EF4-FFF2-40B4-BE49-F238E27FC236}">
                <a16:creationId xmlns:a16="http://schemas.microsoft.com/office/drawing/2014/main" xmlns="" id="{03F778FE-FB0F-780F-382C-8E54AC395867}"/>
              </a:ext>
            </a:extLst>
          </p:cNvPr>
          <p:cNvSpPr>
            <a:spLocks noGrp="1"/>
          </p:cNvSpPr>
          <p:nvPr>
            <p:ph type="sldNum" idx="4"/>
          </p:nvPr>
        </p:nvSpPr>
        <p:spPr/>
        <p:txBody>
          <a:bodyPr/>
          <a:lstStyle/>
          <a:p>
            <a:pPr algn="r">
              <a:buNone/>
            </a:pPr>
            <a:fld id="{9A0DB2DC-4C9A-4742-B13C-FB6460FD3503}" type="slidenum">
              <a:rPr lang="en-GB" altLang="en-US" smtClean="0"/>
              <a:pPr algn="r">
                <a:buNone/>
              </a:pPr>
              <a:t>29</a:t>
            </a:fld>
            <a:endParaRPr lang="en-GB"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i="0" dirty="0">
                <a:latin typeface="Times New Roman" panose="02020603050405020304" pitchFamily="18" charset="0"/>
                <a:cs typeface="Times New Roman" panose="02020603050405020304" pitchFamily="18" charset="0"/>
                <a:sym typeface="+mn-ea"/>
              </a:rPr>
              <a:t>Create</a:t>
            </a:r>
            <a:r>
              <a:rPr i="0" spc="-10" dirty="0">
                <a:latin typeface="Times New Roman" panose="02020603050405020304" pitchFamily="18" charset="0"/>
                <a:cs typeface="Times New Roman" panose="02020603050405020304" pitchFamily="18" charset="0"/>
                <a:sym typeface="+mn-ea"/>
              </a:rPr>
              <a:t> </a:t>
            </a:r>
            <a:r>
              <a:rPr i="0" dirty="0">
                <a:latin typeface="Times New Roman" panose="02020603050405020304" pitchFamily="18" charset="0"/>
                <a:cs typeface="Times New Roman" panose="02020603050405020304" pitchFamily="18" charset="0"/>
                <a:sym typeface="+mn-ea"/>
              </a:rPr>
              <a:t>an</a:t>
            </a:r>
            <a:r>
              <a:rPr i="0" spc="-5" dirty="0">
                <a:latin typeface="Times New Roman" panose="02020603050405020304" pitchFamily="18" charset="0"/>
                <a:cs typeface="Times New Roman" panose="02020603050405020304" pitchFamily="18" charset="0"/>
                <a:sym typeface="+mn-ea"/>
              </a:rPr>
              <a:t> </a:t>
            </a:r>
            <a:r>
              <a:rPr i="0" spc="-10" dirty="0">
                <a:latin typeface="Times New Roman" panose="02020603050405020304" pitchFamily="18" charset="0"/>
                <a:cs typeface="Times New Roman" panose="02020603050405020304" pitchFamily="18" charset="0"/>
                <a:sym typeface="+mn-ea"/>
              </a:rPr>
              <a:t>Array</a:t>
            </a:r>
            <a:r>
              <a:rPr i="0" spc="-25" dirty="0">
                <a:latin typeface="Times New Roman" panose="02020603050405020304" pitchFamily="18" charset="0"/>
                <a:cs typeface="Times New Roman" panose="02020603050405020304" pitchFamily="18" charset="0"/>
                <a:sym typeface="+mn-ea"/>
              </a:rPr>
              <a:t> </a:t>
            </a:r>
            <a:r>
              <a:rPr i="0" dirty="0">
                <a:latin typeface="Times New Roman" panose="02020603050405020304" pitchFamily="18" charset="0"/>
                <a:cs typeface="Times New Roman" panose="02020603050405020304" pitchFamily="18" charset="0"/>
                <a:sym typeface="+mn-ea"/>
              </a:rPr>
              <a:t>in</a:t>
            </a:r>
            <a:r>
              <a:rPr i="0" spc="-10" dirty="0">
                <a:latin typeface="Times New Roman" panose="02020603050405020304" pitchFamily="18" charset="0"/>
                <a:cs typeface="Times New Roman" panose="02020603050405020304" pitchFamily="18" charset="0"/>
                <a:sym typeface="+mn-ea"/>
              </a:rPr>
              <a:t> </a:t>
            </a:r>
            <a:r>
              <a:rPr i="0" spc="-5" dirty="0">
                <a:latin typeface="Times New Roman" panose="02020603050405020304" pitchFamily="18" charset="0"/>
                <a:cs typeface="Times New Roman" panose="02020603050405020304" pitchFamily="18" charset="0"/>
                <a:sym typeface="+mn-ea"/>
              </a:rPr>
              <a:t>PHP</a:t>
            </a:r>
            <a:r>
              <a:rPr sz="2900" i="0" dirty="0">
                <a:latin typeface="Times New Roman" panose="02020603050405020304" pitchFamily="18" charset="0"/>
                <a:cs typeface="Times New Roman" panose="02020603050405020304" pitchFamily="18" charset="0"/>
              </a:rPr>
              <a:t/>
            </a:r>
            <a:br>
              <a:rPr sz="2900" i="0" dirty="0">
                <a:latin typeface="Times New Roman" panose="02020603050405020304" pitchFamily="18" charset="0"/>
                <a:cs typeface="Times New Roman" panose="02020603050405020304" pitchFamily="18" charset="0"/>
              </a:rPr>
            </a:br>
            <a:r>
              <a:rPr sz="2900" i="0" dirty="0">
                <a:latin typeface="Times New Roman" panose="02020603050405020304" pitchFamily="18" charset="0"/>
                <a:cs typeface="Times New Roman" panose="02020603050405020304" pitchFamily="18" charset="0"/>
              </a:rPr>
              <a:t/>
            </a:r>
            <a:br>
              <a:rPr sz="2900" i="0" dirty="0">
                <a:latin typeface="Times New Roman" panose="02020603050405020304" pitchFamily="18" charset="0"/>
                <a:cs typeface="Times New Roman" panose="02020603050405020304" pitchFamily="18" charset="0"/>
              </a:rPr>
            </a:br>
            <a:r>
              <a:rPr sz="2900" b="0" i="0" dirty="0">
                <a:latin typeface="Times New Roman" panose="02020603050405020304" pitchFamily="18" charset="0"/>
                <a:cs typeface="Times New Roman" panose="02020603050405020304" pitchFamily="18" charset="0"/>
                <a:sym typeface="+mn-ea"/>
              </a:rPr>
              <a:t>In PHP,</a:t>
            </a:r>
            <a:r>
              <a:rPr sz="2900" b="0" i="0" spc="-10" dirty="0">
                <a:latin typeface="Times New Roman" panose="02020603050405020304" pitchFamily="18" charset="0"/>
                <a:cs typeface="Times New Roman" panose="02020603050405020304" pitchFamily="18" charset="0"/>
                <a:sym typeface="+mn-ea"/>
              </a:rPr>
              <a:t> </a:t>
            </a:r>
            <a:r>
              <a:rPr sz="2900" b="0" i="0" spc="-5" dirty="0">
                <a:latin typeface="Times New Roman" panose="02020603050405020304" pitchFamily="18" charset="0"/>
                <a:cs typeface="Times New Roman" panose="02020603050405020304" pitchFamily="18" charset="0"/>
                <a:sym typeface="+mn-ea"/>
              </a:rPr>
              <a:t>the</a:t>
            </a:r>
            <a:r>
              <a:rPr sz="2900" b="0" i="0" spc="10" dirty="0">
                <a:latin typeface="Times New Roman" panose="02020603050405020304" pitchFamily="18" charset="0"/>
                <a:cs typeface="Times New Roman" panose="02020603050405020304" pitchFamily="18" charset="0"/>
                <a:sym typeface="+mn-ea"/>
              </a:rPr>
              <a:t> </a:t>
            </a:r>
            <a:r>
              <a:rPr sz="2900" b="0" i="0" spc="-5" dirty="0">
                <a:solidFill>
                  <a:srgbClr val="DC123A"/>
                </a:solidFill>
                <a:latin typeface="Times New Roman" panose="02020603050405020304" pitchFamily="18" charset="0"/>
                <a:cs typeface="Times New Roman" panose="02020603050405020304" pitchFamily="18" charset="0"/>
                <a:sym typeface="+mn-ea"/>
              </a:rPr>
              <a:t>array()</a:t>
            </a:r>
            <a:r>
              <a:rPr sz="2900" b="0" i="0" dirty="0">
                <a:solidFill>
                  <a:srgbClr val="DC123A"/>
                </a:solidFill>
                <a:latin typeface="Times New Roman" panose="02020603050405020304" pitchFamily="18" charset="0"/>
                <a:cs typeface="Times New Roman" panose="02020603050405020304" pitchFamily="18" charset="0"/>
                <a:sym typeface="+mn-ea"/>
              </a:rPr>
              <a:t> </a:t>
            </a:r>
            <a:r>
              <a:rPr sz="2900" b="0" i="0" spc="-5" dirty="0">
                <a:latin typeface="Times New Roman" panose="02020603050405020304" pitchFamily="18" charset="0"/>
                <a:cs typeface="Times New Roman" panose="02020603050405020304" pitchFamily="18" charset="0"/>
                <a:sym typeface="+mn-ea"/>
              </a:rPr>
              <a:t>function</a:t>
            </a:r>
            <a:r>
              <a:rPr sz="2900" b="0" i="0" dirty="0">
                <a:latin typeface="Times New Roman" panose="02020603050405020304" pitchFamily="18" charset="0"/>
                <a:cs typeface="Times New Roman" panose="02020603050405020304" pitchFamily="18" charset="0"/>
                <a:sym typeface="+mn-ea"/>
              </a:rPr>
              <a:t> </a:t>
            </a:r>
            <a:r>
              <a:rPr sz="2900" b="0" i="0" spc="-5" dirty="0">
                <a:latin typeface="Times New Roman" panose="02020603050405020304" pitchFamily="18" charset="0"/>
                <a:cs typeface="Times New Roman" panose="02020603050405020304" pitchFamily="18" charset="0"/>
                <a:sym typeface="+mn-ea"/>
              </a:rPr>
              <a:t>is</a:t>
            </a:r>
            <a:r>
              <a:rPr sz="2900" b="0" i="0" dirty="0">
                <a:latin typeface="Times New Roman" panose="02020603050405020304" pitchFamily="18" charset="0"/>
                <a:cs typeface="Times New Roman" panose="02020603050405020304" pitchFamily="18" charset="0"/>
                <a:sym typeface="+mn-ea"/>
              </a:rPr>
              <a:t> </a:t>
            </a:r>
            <a:r>
              <a:rPr sz="2900" b="0" i="0" spc="-5" dirty="0">
                <a:latin typeface="Times New Roman" panose="02020603050405020304" pitchFamily="18" charset="0"/>
                <a:cs typeface="Times New Roman" panose="02020603050405020304" pitchFamily="18" charset="0"/>
                <a:sym typeface="+mn-ea"/>
              </a:rPr>
              <a:t>used</a:t>
            </a:r>
            <a:r>
              <a:rPr sz="2900" b="0" i="0" spc="-10" dirty="0">
                <a:latin typeface="Times New Roman" panose="02020603050405020304" pitchFamily="18" charset="0"/>
                <a:cs typeface="Times New Roman" panose="02020603050405020304" pitchFamily="18" charset="0"/>
                <a:sym typeface="+mn-ea"/>
              </a:rPr>
              <a:t> </a:t>
            </a:r>
            <a:r>
              <a:rPr sz="2900" b="0" i="0" dirty="0">
                <a:latin typeface="Times New Roman" panose="02020603050405020304" pitchFamily="18" charset="0"/>
                <a:cs typeface="Times New Roman" panose="02020603050405020304" pitchFamily="18" charset="0"/>
                <a:sym typeface="+mn-ea"/>
              </a:rPr>
              <a:t>to</a:t>
            </a:r>
            <a:r>
              <a:rPr sz="2900" b="0" i="0" spc="5" dirty="0">
                <a:latin typeface="Times New Roman" panose="02020603050405020304" pitchFamily="18" charset="0"/>
                <a:cs typeface="Times New Roman" panose="02020603050405020304" pitchFamily="18" charset="0"/>
                <a:sym typeface="+mn-ea"/>
              </a:rPr>
              <a:t> </a:t>
            </a:r>
            <a:r>
              <a:rPr sz="2900" b="0" i="0" spc="-5" dirty="0">
                <a:latin typeface="Times New Roman" panose="02020603050405020304" pitchFamily="18" charset="0"/>
                <a:cs typeface="Times New Roman" panose="02020603050405020304" pitchFamily="18" charset="0"/>
                <a:sym typeface="+mn-ea"/>
              </a:rPr>
              <a:t>create an</a:t>
            </a:r>
            <a:r>
              <a:rPr sz="2900" b="0" i="0" spc="-55" dirty="0">
                <a:latin typeface="Times New Roman" panose="02020603050405020304" pitchFamily="18" charset="0"/>
                <a:cs typeface="Times New Roman" panose="02020603050405020304" pitchFamily="18" charset="0"/>
                <a:sym typeface="+mn-ea"/>
              </a:rPr>
              <a:t> </a:t>
            </a:r>
            <a:r>
              <a:rPr sz="2900" b="0" i="0" spc="-5" dirty="0">
                <a:latin typeface="Times New Roman" panose="02020603050405020304" pitchFamily="18" charset="0"/>
                <a:cs typeface="Times New Roman" panose="02020603050405020304" pitchFamily="18" charset="0"/>
                <a:sym typeface="+mn-ea"/>
              </a:rPr>
              <a:t>array:</a:t>
            </a:r>
            <a:r>
              <a:rPr sz="2900" b="0" i="0" dirty="0">
                <a:latin typeface="Times New Roman" panose="02020603050405020304" pitchFamily="18" charset="0"/>
                <a:cs typeface="Times New Roman" panose="02020603050405020304" pitchFamily="18" charset="0"/>
              </a:rPr>
              <a:t/>
            </a:r>
            <a:br>
              <a:rPr sz="2900" b="0" i="0" dirty="0">
                <a:latin typeface="Times New Roman" panose="02020603050405020304" pitchFamily="18" charset="0"/>
                <a:cs typeface="Times New Roman" panose="02020603050405020304" pitchFamily="18" charset="0"/>
              </a:rPr>
            </a:br>
            <a:r>
              <a:rPr sz="2900" b="0" i="0" spc="-5" dirty="0">
                <a:highlight>
                  <a:srgbClr val="FFFF00"/>
                </a:highlight>
                <a:latin typeface="Times New Roman" panose="02020603050405020304" pitchFamily="18" charset="0"/>
                <a:cs typeface="Times New Roman" panose="02020603050405020304" pitchFamily="18" charset="0"/>
                <a:sym typeface="+mn-ea"/>
              </a:rPr>
              <a:t>array();</a:t>
            </a:r>
            <a:r>
              <a:rPr sz="2900" b="0" i="0" dirty="0">
                <a:latin typeface="Times New Roman" panose="02020603050405020304" pitchFamily="18" charset="0"/>
                <a:cs typeface="Times New Roman" panose="02020603050405020304" pitchFamily="18" charset="0"/>
              </a:rPr>
              <a:t/>
            </a:r>
            <a:br>
              <a:rPr sz="2900" b="0" i="0" dirty="0">
                <a:latin typeface="Times New Roman" panose="02020603050405020304" pitchFamily="18" charset="0"/>
                <a:cs typeface="Times New Roman" panose="02020603050405020304" pitchFamily="18" charset="0"/>
              </a:rPr>
            </a:br>
            <a:r>
              <a:rPr sz="2900" b="0" i="0" dirty="0">
                <a:latin typeface="Times New Roman" panose="02020603050405020304" pitchFamily="18" charset="0"/>
                <a:cs typeface="Times New Roman" panose="02020603050405020304" pitchFamily="18" charset="0"/>
                <a:sym typeface="+mn-ea"/>
              </a:rPr>
              <a:t>In</a:t>
            </a:r>
            <a:r>
              <a:rPr sz="2900" b="0" i="0" spc="-5" dirty="0">
                <a:latin typeface="Times New Roman" panose="02020603050405020304" pitchFamily="18" charset="0"/>
                <a:cs typeface="Times New Roman" panose="02020603050405020304" pitchFamily="18" charset="0"/>
                <a:sym typeface="+mn-ea"/>
              </a:rPr>
              <a:t> </a:t>
            </a:r>
            <a:r>
              <a:rPr sz="2900" b="0" i="0" dirty="0">
                <a:latin typeface="Times New Roman" panose="02020603050405020304" pitchFamily="18" charset="0"/>
                <a:cs typeface="Times New Roman" panose="02020603050405020304" pitchFamily="18" charset="0"/>
                <a:sym typeface="+mn-ea"/>
              </a:rPr>
              <a:t>PHP,</a:t>
            </a:r>
            <a:r>
              <a:rPr sz="2900" b="0" i="0" spc="-15" dirty="0">
                <a:latin typeface="Times New Roman" panose="02020603050405020304" pitchFamily="18" charset="0"/>
                <a:cs typeface="Times New Roman" panose="02020603050405020304" pitchFamily="18" charset="0"/>
                <a:sym typeface="+mn-ea"/>
              </a:rPr>
              <a:t> </a:t>
            </a:r>
            <a:r>
              <a:rPr sz="2900" b="0" i="0" spc="-5" dirty="0">
                <a:latin typeface="Times New Roman" panose="02020603050405020304" pitchFamily="18" charset="0"/>
                <a:cs typeface="Times New Roman" panose="02020603050405020304" pitchFamily="18" charset="0"/>
                <a:sym typeface="+mn-ea"/>
              </a:rPr>
              <a:t>there </a:t>
            </a:r>
            <a:r>
              <a:rPr sz="2900" b="0" i="0" dirty="0">
                <a:latin typeface="Times New Roman" panose="02020603050405020304" pitchFamily="18" charset="0"/>
                <a:cs typeface="Times New Roman" panose="02020603050405020304" pitchFamily="18" charset="0"/>
                <a:sym typeface="+mn-ea"/>
              </a:rPr>
              <a:t>are</a:t>
            </a:r>
            <a:r>
              <a:rPr sz="2900" b="0" i="0" spc="-20" dirty="0">
                <a:latin typeface="Times New Roman" panose="02020603050405020304" pitchFamily="18" charset="0"/>
                <a:cs typeface="Times New Roman" panose="02020603050405020304" pitchFamily="18" charset="0"/>
                <a:sym typeface="+mn-ea"/>
              </a:rPr>
              <a:t> </a:t>
            </a:r>
            <a:r>
              <a:rPr sz="2900" b="0" i="0" spc="-5" dirty="0">
                <a:latin typeface="Times New Roman" panose="02020603050405020304" pitchFamily="18" charset="0"/>
                <a:cs typeface="Times New Roman" panose="02020603050405020304" pitchFamily="18" charset="0"/>
                <a:sym typeface="+mn-ea"/>
              </a:rPr>
              <a:t>three types of arrays:</a:t>
            </a:r>
            <a:r>
              <a:rPr sz="2900" b="0" i="0" dirty="0">
                <a:latin typeface="Times New Roman" panose="02020603050405020304" pitchFamily="18" charset="0"/>
                <a:cs typeface="Times New Roman" panose="02020603050405020304" pitchFamily="18" charset="0"/>
              </a:rPr>
              <a:t/>
            </a:r>
            <a:br>
              <a:rPr sz="2900" b="0" i="0" dirty="0">
                <a:latin typeface="Times New Roman" panose="02020603050405020304" pitchFamily="18" charset="0"/>
                <a:cs typeface="Times New Roman" panose="02020603050405020304" pitchFamily="18" charset="0"/>
              </a:rPr>
            </a:br>
            <a:r>
              <a:rPr sz="2900" i="0" dirty="0">
                <a:highlight>
                  <a:srgbClr val="00FFFF"/>
                </a:highlight>
                <a:latin typeface="Times New Roman" panose="02020603050405020304" pitchFamily="18" charset="0"/>
                <a:cs typeface="Times New Roman" panose="02020603050405020304" pitchFamily="18" charset="0"/>
                <a:sym typeface="+mn-ea"/>
              </a:rPr>
              <a:t>Indexed</a:t>
            </a:r>
            <a:r>
              <a:rPr sz="2900" i="0" spc="-20" dirty="0">
                <a:highlight>
                  <a:srgbClr val="00FFFF"/>
                </a:highlight>
                <a:latin typeface="Times New Roman" panose="02020603050405020304" pitchFamily="18" charset="0"/>
                <a:cs typeface="Times New Roman" panose="02020603050405020304" pitchFamily="18" charset="0"/>
                <a:sym typeface="+mn-ea"/>
              </a:rPr>
              <a:t> </a:t>
            </a:r>
            <a:r>
              <a:rPr sz="2900" i="0" spc="-10" dirty="0">
                <a:highlight>
                  <a:srgbClr val="00FFFF"/>
                </a:highlight>
                <a:latin typeface="Times New Roman" panose="02020603050405020304" pitchFamily="18" charset="0"/>
                <a:cs typeface="Times New Roman" panose="02020603050405020304" pitchFamily="18" charset="0"/>
                <a:sym typeface="+mn-ea"/>
              </a:rPr>
              <a:t>arrays</a:t>
            </a:r>
            <a:r>
              <a:rPr sz="2900" b="0" i="0" spc="15" dirty="0">
                <a:highlight>
                  <a:srgbClr val="00FFFF"/>
                </a:highlight>
                <a:latin typeface="Times New Roman" panose="02020603050405020304" pitchFamily="18" charset="0"/>
                <a:cs typeface="Times New Roman" panose="02020603050405020304" pitchFamily="18" charset="0"/>
                <a:sym typeface="+mn-ea"/>
              </a:rPr>
              <a:t> </a:t>
            </a:r>
            <a:r>
              <a:rPr sz="2900" b="0" i="0" dirty="0">
                <a:highlight>
                  <a:srgbClr val="00FFFF"/>
                </a:highlight>
                <a:latin typeface="Times New Roman" panose="02020603050405020304" pitchFamily="18" charset="0"/>
                <a:cs typeface="Times New Roman" panose="02020603050405020304" pitchFamily="18" charset="0"/>
                <a:sym typeface="+mn-ea"/>
              </a:rPr>
              <a:t>-</a:t>
            </a:r>
            <a:r>
              <a:rPr sz="2900" b="0" i="0" spc="-5" dirty="0">
                <a:highlight>
                  <a:srgbClr val="00FFFF"/>
                </a:highlight>
                <a:latin typeface="Times New Roman" panose="02020603050405020304" pitchFamily="18" charset="0"/>
                <a:cs typeface="Times New Roman" panose="02020603050405020304" pitchFamily="18" charset="0"/>
                <a:sym typeface="+mn-ea"/>
              </a:rPr>
              <a:t> Arrays</a:t>
            </a:r>
            <a:r>
              <a:rPr sz="2900" b="0" i="0" spc="10" dirty="0">
                <a:highlight>
                  <a:srgbClr val="00FFFF"/>
                </a:highlight>
                <a:latin typeface="Times New Roman" panose="02020603050405020304" pitchFamily="18" charset="0"/>
                <a:cs typeface="Times New Roman" panose="02020603050405020304" pitchFamily="18" charset="0"/>
                <a:sym typeface="+mn-ea"/>
              </a:rPr>
              <a:t> </a:t>
            </a:r>
            <a:r>
              <a:rPr sz="2900" b="0" i="0" spc="-5" dirty="0">
                <a:highlight>
                  <a:srgbClr val="00FFFF"/>
                </a:highlight>
                <a:latin typeface="Times New Roman" panose="02020603050405020304" pitchFamily="18" charset="0"/>
                <a:cs typeface="Times New Roman" panose="02020603050405020304" pitchFamily="18" charset="0"/>
                <a:sym typeface="+mn-ea"/>
              </a:rPr>
              <a:t>with a</a:t>
            </a:r>
            <a:r>
              <a:rPr sz="2900" b="0" i="0" spc="5" dirty="0">
                <a:highlight>
                  <a:srgbClr val="00FFFF"/>
                </a:highlight>
                <a:latin typeface="Times New Roman" panose="02020603050405020304" pitchFamily="18" charset="0"/>
                <a:cs typeface="Times New Roman" panose="02020603050405020304" pitchFamily="18" charset="0"/>
                <a:sym typeface="+mn-ea"/>
              </a:rPr>
              <a:t> </a:t>
            </a:r>
            <a:r>
              <a:rPr sz="2900" b="0" i="0" spc="-5" dirty="0">
                <a:highlight>
                  <a:srgbClr val="00FFFF"/>
                </a:highlight>
                <a:latin typeface="Times New Roman" panose="02020603050405020304" pitchFamily="18" charset="0"/>
                <a:cs typeface="Times New Roman" panose="02020603050405020304" pitchFamily="18" charset="0"/>
                <a:sym typeface="+mn-ea"/>
              </a:rPr>
              <a:t>numeric</a:t>
            </a:r>
            <a:r>
              <a:rPr sz="2900" b="0" i="0" spc="-70" dirty="0">
                <a:highlight>
                  <a:srgbClr val="00FFFF"/>
                </a:highlight>
                <a:latin typeface="Times New Roman" panose="02020603050405020304" pitchFamily="18" charset="0"/>
                <a:cs typeface="Times New Roman" panose="02020603050405020304" pitchFamily="18" charset="0"/>
                <a:sym typeface="+mn-ea"/>
              </a:rPr>
              <a:t> </a:t>
            </a:r>
            <a:r>
              <a:rPr sz="2900" b="0" i="0" spc="-5" dirty="0">
                <a:highlight>
                  <a:srgbClr val="00FFFF"/>
                </a:highlight>
                <a:latin typeface="Times New Roman" panose="02020603050405020304" pitchFamily="18" charset="0"/>
                <a:cs typeface="Times New Roman" panose="02020603050405020304" pitchFamily="18" charset="0"/>
                <a:sym typeface="+mn-ea"/>
              </a:rPr>
              <a:t>index</a:t>
            </a:r>
            <a:r>
              <a:rPr sz="2900" b="0" i="0" dirty="0">
                <a:highlight>
                  <a:srgbClr val="00FFFF"/>
                </a:highlight>
                <a:latin typeface="Times New Roman" panose="02020603050405020304" pitchFamily="18" charset="0"/>
                <a:cs typeface="Times New Roman" panose="02020603050405020304" pitchFamily="18" charset="0"/>
              </a:rPr>
              <a:t/>
            </a:r>
            <a:br>
              <a:rPr sz="2900" b="0" i="0" dirty="0">
                <a:highlight>
                  <a:srgbClr val="00FFFF"/>
                </a:highlight>
                <a:latin typeface="Times New Roman" panose="02020603050405020304" pitchFamily="18" charset="0"/>
                <a:cs typeface="Times New Roman" panose="02020603050405020304" pitchFamily="18" charset="0"/>
              </a:rPr>
            </a:br>
            <a:r>
              <a:rPr sz="2900" i="0" spc="-5" dirty="0">
                <a:highlight>
                  <a:srgbClr val="00FFFF"/>
                </a:highlight>
                <a:latin typeface="Times New Roman" panose="02020603050405020304" pitchFamily="18" charset="0"/>
                <a:cs typeface="Times New Roman" panose="02020603050405020304" pitchFamily="18" charset="0"/>
                <a:sym typeface="+mn-ea"/>
              </a:rPr>
              <a:t>Associative arrays</a:t>
            </a:r>
            <a:r>
              <a:rPr sz="2900" i="0" spc="10" dirty="0">
                <a:highlight>
                  <a:srgbClr val="00FFFF"/>
                </a:highlight>
                <a:latin typeface="Times New Roman" panose="02020603050405020304" pitchFamily="18" charset="0"/>
                <a:cs typeface="Times New Roman" panose="02020603050405020304" pitchFamily="18" charset="0"/>
                <a:sym typeface="+mn-ea"/>
              </a:rPr>
              <a:t> </a:t>
            </a:r>
            <a:r>
              <a:rPr sz="2900" b="0" i="0" dirty="0">
                <a:highlight>
                  <a:srgbClr val="00FFFF"/>
                </a:highlight>
                <a:latin typeface="Times New Roman" panose="02020603050405020304" pitchFamily="18" charset="0"/>
                <a:cs typeface="Times New Roman" panose="02020603050405020304" pitchFamily="18" charset="0"/>
                <a:sym typeface="+mn-ea"/>
              </a:rPr>
              <a:t>-</a:t>
            </a:r>
            <a:r>
              <a:rPr sz="2900" b="0" i="0" spc="5" dirty="0">
                <a:highlight>
                  <a:srgbClr val="00FFFF"/>
                </a:highlight>
                <a:latin typeface="Times New Roman" panose="02020603050405020304" pitchFamily="18" charset="0"/>
                <a:cs typeface="Times New Roman" panose="02020603050405020304" pitchFamily="18" charset="0"/>
                <a:sym typeface="+mn-ea"/>
              </a:rPr>
              <a:t> </a:t>
            </a:r>
            <a:r>
              <a:rPr sz="2900" b="0" i="0" spc="-5" dirty="0">
                <a:highlight>
                  <a:srgbClr val="00FFFF"/>
                </a:highlight>
                <a:latin typeface="Times New Roman" panose="02020603050405020304" pitchFamily="18" charset="0"/>
                <a:cs typeface="Times New Roman" panose="02020603050405020304" pitchFamily="18" charset="0"/>
                <a:sym typeface="+mn-ea"/>
              </a:rPr>
              <a:t>Arrays</a:t>
            </a:r>
            <a:r>
              <a:rPr sz="2900" b="0" i="0" spc="5" dirty="0">
                <a:highlight>
                  <a:srgbClr val="00FFFF"/>
                </a:highlight>
                <a:latin typeface="Times New Roman" panose="02020603050405020304" pitchFamily="18" charset="0"/>
                <a:cs typeface="Times New Roman" panose="02020603050405020304" pitchFamily="18" charset="0"/>
                <a:sym typeface="+mn-ea"/>
              </a:rPr>
              <a:t> </a:t>
            </a:r>
            <a:r>
              <a:rPr sz="2900" b="0" i="0" spc="-5" dirty="0">
                <a:highlight>
                  <a:srgbClr val="00FFFF"/>
                </a:highlight>
                <a:latin typeface="Times New Roman" panose="02020603050405020304" pitchFamily="18" charset="0"/>
                <a:cs typeface="Times New Roman" panose="02020603050405020304" pitchFamily="18" charset="0"/>
                <a:sym typeface="+mn-ea"/>
              </a:rPr>
              <a:t>with named</a:t>
            </a:r>
            <a:r>
              <a:rPr sz="2900" b="0" i="0" spc="-70" dirty="0">
                <a:highlight>
                  <a:srgbClr val="00FFFF"/>
                </a:highlight>
                <a:latin typeface="Times New Roman" panose="02020603050405020304" pitchFamily="18" charset="0"/>
                <a:cs typeface="Times New Roman" panose="02020603050405020304" pitchFamily="18" charset="0"/>
                <a:sym typeface="+mn-ea"/>
              </a:rPr>
              <a:t> </a:t>
            </a:r>
            <a:r>
              <a:rPr sz="2900" b="0" i="0" spc="-10" dirty="0">
                <a:highlight>
                  <a:srgbClr val="00FFFF"/>
                </a:highlight>
                <a:latin typeface="Times New Roman" panose="02020603050405020304" pitchFamily="18" charset="0"/>
                <a:cs typeface="Times New Roman" panose="02020603050405020304" pitchFamily="18" charset="0"/>
                <a:sym typeface="+mn-ea"/>
              </a:rPr>
              <a:t>keys</a:t>
            </a:r>
            <a:r>
              <a:rPr sz="2900" b="0" i="0" dirty="0">
                <a:highlight>
                  <a:srgbClr val="00FFFF"/>
                </a:highlight>
                <a:latin typeface="Times New Roman" panose="02020603050405020304" pitchFamily="18" charset="0"/>
                <a:cs typeface="Times New Roman" panose="02020603050405020304" pitchFamily="18" charset="0"/>
              </a:rPr>
              <a:t/>
            </a:r>
            <a:br>
              <a:rPr sz="2900" b="0" i="0" dirty="0">
                <a:highlight>
                  <a:srgbClr val="00FFFF"/>
                </a:highlight>
                <a:latin typeface="Times New Roman" panose="02020603050405020304" pitchFamily="18" charset="0"/>
                <a:cs typeface="Times New Roman" panose="02020603050405020304" pitchFamily="18" charset="0"/>
              </a:rPr>
            </a:br>
            <a:r>
              <a:rPr sz="2900" i="0" dirty="0">
                <a:highlight>
                  <a:srgbClr val="00FFFF"/>
                </a:highlight>
                <a:latin typeface="Times New Roman" panose="02020603050405020304" pitchFamily="18" charset="0"/>
                <a:cs typeface="Times New Roman" panose="02020603050405020304" pitchFamily="18" charset="0"/>
                <a:sym typeface="+mn-ea"/>
              </a:rPr>
              <a:t>Multidimensional</a:t>
            </a:r>
            <a:r>
              <a:rPr sz="2900" i="0" spc="-10" dirty="0">
                <a:highlight>
                  <a:srgbClr val="00FFFF"/>
                </a:highlight>
                <a:latin typeface="Times New Roman" panose="02020603050405020304" pitchFamily="18" charset="0"/>
                <a:cs typeface="Times New Roman" panose="02020603050405020304" pitchFamily="18" charset="0"/>
                <a:sym typeface="+mn-ea"/>
              </a:rPr>
              <a:t> arrays</a:t>
            </a:r>
            <a:r>
              <a:rPr sz="2900" b="0" i="0" spc="15" dirty="0">
                <a:highlight>
                  <a:srgbClr val="00FFFF"/>
                </a:highlight>
                <a:latin typeface="Times New Roman" panose="02020603050405020304" pitchFamily="18" charset="0"/>
                <a:cs typeface="Times New Roman" panose="02020603050405020304" pitchFamily="18" charset="0"/>
                <a:sym typeface="+mn-ea"/>
              </a:rPr>
              <a:t> </a:t>
            </a:r>
            <a:r>
              <a:rPr sz="2900" b="0" i="0" dirty="0">
                <a:highlight>
                  <a:srgbClr val="00FFFF"/>
                </a:highlight>
                <a:latin typeface="Times New Roman" panose="02020603050405020304" pitchFamily="18" charset="0"/>
                <a:cs typeface="Times New Roman" panose="02020603050405020304" pitchFamily="18" charset="0"/>
                <a:sym typeface="+mn-ea"/>
              </a:rPr>
              <a:t>- </a:t>
            </a:r>
            <a:r>
              <a:rPr sz="2900" b="0" i="0" spc="-5" dirty="0">
                <a:highlight>
                  <a:srgbClr val="00FFFF"/>
                </a:highlight>
                <a:latin typeface="Times New Roman" panose="02020603050405020304" pitchFamily="18" charset="0"/>
                <a:cs typeface="Times New Roman" panose="02020603050405020304" pitchFamily="18" charset="0"/>
                <a:sym typeface="+mn-ea"/>
              </a:rPr>
              <a:t>Arrays</a:t>
            </a:r>
            <a:r>
              <a:rPr sz="2900" b="0" i="0" dirty="0">
                <a:highlight>
                  <a:srgbClr val="00FFFF"/>
                </a:highlight>
                <a:latin typeface="Times New Roman" panose="02020603050405020304" pitchFamily="18" charset="0"/>
                <a:cs typeface="Times New Roman" panose="02020603050405020304" pitchFamily="18" charset="0"/>
                <a:sym typeface="+mn-ea"/>
              </a:rPr>
              <a:t> </a:t>
            </a:r>
            <a:r>
              <a:rPr sz="2900" b="0" i="0" spc="-5" dirty="0">
                <a:highlight>
                  <a:srgbClr val="00FFFF"/>
                </a:highlight>
                <a:latin typeface="Times New Roman" panose="02020603050405020304" pitchFamily="18" charset="0"/>
                <a:cs typeface="Times New Roman" panose="02020603050405020304" pitchFamily="18" charset="0"/>
                <a:sym typeface="+mn-ea"/>
              </a:rPr>
              <a:t>containing</a:t>
            </a:r>
            <a:r>
              <a:rPr sz="2900" b="0" i="0" spc="-10" dirty="0">
                <a:highlight>
                  <a:srgbClr val="00FFFF"/>
                </a:highlight>
                <a:latin typeface="Times New Roman" panose="02020603050405020304" pitchFamily="18" charset="0"/>
                <a:cs typeface="Times New Roman" panose="02020603050405020304" pitchFamily="18" charset="0"/>
                <a:sym typeface="+mn-ea"/>
              </a:rPr>
              <a:t> </a:t>
            </a:r>
            <a:r>
              <a:rPr sz="2900" b="0" i="0" dirty="0">
                <a:highlight>
                  <a:srgbClr val="00FFFF"/>
                </a:highlight>
                <a:latin typeface="Times New Roman" panose="02020603050405020304" pitchFamily="18" charset="0"/>
                <a:cs typeface="Times New Roman" panose="02020603050405020304" pitchFamily="18" charset="0"/>
                <a:sym typeface="+mn-ea"/>
              </a:rPr>
              <a:t>one</a:t>
            </a:r>
            <a:r>
              <a:rPr sz="2900" b="0" i="0" spc="5" dirty="0">
                <a:highlight>
                  <a:srgbClr val="00FFFF"/>
                </a:highlight>
                <a:latin typeface="Times New Roman" panose="02020603050405020304" pitchFamily="18" charset="0"/>
                <a:cs typeface="Times New Roman" panose="02020603050405020304" pitchFamily="18" charset="0"/>
                <a:sym typeface="+mn-ea"/>
              </a:rPr>
              <a:t> </a:t>
            </a:r>
            <a:r>
              <a:rPr sz="2900" b="0" i="0" dirty="0">
                <a:highlight>
                  <a:srgbClr val="00FFFF"/>
                </a:highlight>
                <a:latin typeface="Times New Roman" panose="02020603050405020304" pitchFamily="18" charset="0"/>
                <a:cs typeface="Times New Roman" panose="02020603050405020304" pitchFamily="18" charset="0"/>
                <a:sym typeface="+mn-ea"/>
              </a:rPr>
              <a:t>or</a:t>
            </a:r>
            <a:r>
              <a:rPr sz="2900" b="0" i="0" spc="-15" dirty="0">
                <a:highlight>
                  <a:srgbClr val="00FFFF"/>
                </a:highlight>
                <a:latin typeface="Times New Roman" panose="02020603050405020304" pitchFamily="18" charset="0"/>
                <a:cs typeface="Times New Roman" panose="02020603050405020304" pitchFamily="18" charset="0"/>
                <a:sym typeface="+mn-ea"/>
              </a:rPr>
              <a:t> </a:t>
            </a:r>
            <a:r>
              <a:rPr sz="2900" b="0" i="0" dirty="0">
                <a:highlight>
                  <a:srgbClr val="00FFFF"/>
                </a:highlight>
                <a:latin typeface="Times New Roman" panose="02020603050405020304" pitchFamily="18" charset="0"/>
                <a:cs typeface="Times New Roman" panose="02020603050405020304" pitchFamily="18" charset="0"/>
                <a:sym typeface="+mn-ea"/>
              </a:rPr>
              <a:t>more</a:t>
            </a:r>
            <a:r>
              <a:rPr sz="2900" b="0" i="0" spc="-5" dirty="0">
                <a:highlight>
                  <a:srgbClr val="00FFFF"/>
                </a:highlight>
                <a:latin typeface="Times New Roman" panose="02020603050405020304" pitchFamily="18" charset="0"/>
                <a:cs typeface="Times New Roman" panose="02020603050405020304" pitchFamily="18" charset="0"/>
                <a:sym typeface="+mn-ea"/>
              </a:rPr>
              <a:t> arrays</a:t>
            </a:r>
            <a:br>
              <a:rPr sz="2900" b="0" i="0" spc="-5" dirty="0">
                <a:highlight>
                  <a:srgbClr val="00FFFF"/>
                </a:highlight>
                <a:latin typeface="Times New Roman" panose="02020603050405020304" pitchFamily="18" charset="0"/>
                <a:cs typeface="Times New Roman" panose="02020603050405020304" pitchFamily="18" charset="0"/>
                <a:sym typeface="+mn-ea"/>
              </a:rPr>
            </a:br>
            <a:r>
              <a:rPr sz="2900" b="0" i="0" dirty="0">
                <a:highlight>
                  <a:srgbClr val="00FFFF"/>
                </a:highlight>
                <a:latin typeface="Times New Roman" panose="02020603050405020304" pitchFamily="18" charset="0"/>
                <a:cs typeface="Times New Roman" panose="02020603050405020304" pitchFamily="18" charset="0"/>
              </a:rPr>
              <a:t/>
            </a:r>
            <a:br>
              <a:rPr sz="2900" b="0" i="0" dirty="0">
                <a:highlight>
                  <a:srgbClr val="00FFFF"/>
                </a:highlight>
                <a:latin typeface="Times New Roman" panose="02020603050405020304" pitchFamily="18" charset="0"/>
                <a:cs typeface="Times New Roman" panose="02020603050405020304" pitchFamily="18" charset="0"/>
              </a:rPr>
            </a:br>
            <a:endParaRPr lang="en-US" sz="2400" b="0" i="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6D59EF49-29FD-7C19-23AE-32582169FA2E}"/>
              </a:ext>
            </a:extLst>
          </p:cNvPr>
          <p:cNvSpPr>
            <a:spLocks noGrp="1"/>
          </p:cNvSpPr>
          <p:nvPr>
            <p:ph type="sldNum" idx="4"/>
          </p:nvPr>
        </p:nvSpPr>
        <p:spPr/>
        <p:txBody>
          <a:bodyPr/>
          <a:lstStyle/>
          <a:p>
            <a:pPr algn="r">
              <a:buNone/>
            </a:pPr>
            <a:fld id="{9A0DB2DC-4C9A-4742-B13C-FB6460FD3503}" type="slidenum">
              <a:rPr lang="en-GB" altLang="en-US" smtClean="0"/>
              <a:pPr algn="r">
                <a:buNone/>
              </a:pPr>
              <a:t>30</a:t>
            </a:fld>
            <a:endParaRPr lang="en-GB"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Font typeface="Arial" panose="020B0604020202020204" pitchFamily="34" charset="0"/>
              <a:buNone/>
            </a:pP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b="0" i="0" dirty="0">
                <a:latin typeface="Times New Roman" panose="02020603050405020304" pitchFamily="18" charset="0"/>
                <a:cs typeface="Times New Roman" panose="02020603050405020304" pitchFamily="18" charset="0"/>
              </a:rPr>
              <a:t>• </a:t>
            </a:r>
            <a:r>
              <a:rPr lang="en-US" i="0" dirty="0" err="1">
                <a:latin typeface="Times New Roman" panose="02020603050405020304" pitchFamily="18" charset="0"/>
                <a:cs typeface="Times New Roman" panose="02020603050405020304" pitchFamily="18" charset="0"/>
              </a:rPr>
              <a:t>rsort</a:t>
            </a:r>
            <a:r>
              <a:rPr lang="en-US" i="0" dirty="0">
                <a:latin typeface="Times New Roman" panose="02020603050405020304" pitchFamily="18" charset="0"/>
                <a:cs typeface="Times New Roman" panose="02020603050405020304" pitchFamily="18" charset="0"/>
              </a:rPr>
              <a:t>() </a:t>
            </a:r>
            <a:r>
              <a:rPr lang="en-US" b="0" i="0" dirty="0">
                <a:latin typeface="Times New Roman" panose="02020603050405020304" pitchFamily="18" charset="0"/>
                <a:cs typeface="Times New Roman" panose="02020603050405020304" pitchFamily="18" charset="0"/>
              </a:rPr>
              <a:t>- sort arrays in descending order</a:t>
            </a:r>
            <a:br>
              <a:rPr lang="en-US" b="0" i="0" dirty="0">
                <a:latin typeface="Times New Roman" panose="02020603050405020304" pitchFamily="18" charset="0"/>
                <a:cs typeface="Times New Roman" panose="02020603050405020304" pitchFamily="18" charset="0"/>
              </a:rPr>
            </a:br>
            <a:r>
              <a:rPr lang="en-US" b="0" i="0" dirty="0">
                <a:latin typeface="Times New Roman" panose="02020603050405020304" pitchFamily="18" charset="0"/>
                <a:cs typeface="Times New Roman" panose="02020603050405020304" pitchFamily="18" charset="0"/>
              </a:rPr>
              <a:t>• </a:t>
            </a:r>
            <a:r>
              <a:rPr lang="en-US" i="0" dirty="0" err="1">
                <a:latin typeface="Times New Roman" panose="02020603050405020304" pitchFamily="18" charset="0"/>
                <a:cs typeface="Times New Roman" panose="02020603050405020304" pitchFamily="18" charset="0"/>
              </a:rPr>
              <a:t>asort</a:t>
            </a:r>
            <a:r>
              <a:rPr lang="en-US" i="0" dirty="0">
                <a:latin typeface="Times New Roman" panose="02020603050405020304" pitchFamily="18" charset="0"/>
                <a:cs typeface="Times New Roman" panose="02020603050405020304" pitchFamily="18" charset="0"/>
              </a:rPr>
              <a:t>() </a:t>
            </a:r>
            <a:r>
              <a:rPr lang="en-US" b="0" i="0" dirty="0">
                <a:latin typeface="Times New Roman" panose="02020603050405020304" pitchFamily="18" charset="0"/>
                <a:cs typeface="Times New Roman" panose="02020603050405020304" pitchFamily="18" charset="0"/>
              </a:rPr>
              <a:t>- sort associative arrays in ascending order, according to the value</a:t>
            </a:r>
            <a:br>
              <a:rPr lang="en-US" b="0" i="0" dirty="0">
                <a:latin typeface="Times New Roman" panose="02020603050405020304" pitchFamily="18" charset="0"/>
                <a:cs typeface="Times New Roman" panose="02020603050405020304" pitchFamily="18" charset="0"/>
              </a:rPr>
            </a:br>
            <a:r>
              <a:rPr lang="en-US" b="0" i="0" dirty="0">
                <a:latin typeface="Times New Roman" panose="02020603050405020304" pitchFamily="18" charset="0"/>
                <a:cs typeface="Times New Roman" panose="02020603050405020304" pitchFamily="18" charset="0"/>
              </a:rPr>
              <a:t>• </a:t>
            </a:r>
            <a:r>
              <a:rPr lang="en-US" i="0" dirty="0" err="1">
                <a:latin typeface="Times New Roman" panose="02020603050405020304" pitchFamily="18" charset="0"/>
                <a:cs typeface="Times New Roman" panose="02020603050405020304" pitchFamily="18" charset="0"/>
              </a:rPr>
              <a:t>ksort</a:t>
            </a:r>
            <a:r>
              <a:rPr lang="en-US" i="0" dirty="0">
                <a:latin typeface="Times New Roman" panose="02020603050405020304" pitchFamily="18" charset="0"/>
                <a:cs typeface="Times New Roman" panose="02020603050405020304" pitchFamily="18" charset="0"/>
              </a:rPr>
              <a:t>() </a:t>
            </a:r>
            <a:r>
              <a:rPr lang="en-US" b="0" i="0" dirty="0">
                <a:latin typeface="Times New Roman" panose="02020603050405020304" pitchFamily="18" charset="0"/>
                <a:cs typeface="Times New Roman" panose="02020603050405020304" pitchFamily="18" charset="0"/>
              </a:rPr>
              <a:t>- sort associative arrays in ascending order, according to the key</a:t>
            </a:r>
            <a:br>
              <a:rPr lang="en-US" b="0" i="0" dirty="0">
                <a:latin typeface="Times New Roman" panose="02020603050405020304" pitchFamily="18" charset="0"/>
                <a:cs typeface="Times New Roman" panose="02020603050405020304" pitchFamily="18" charset="0"/>
              </a:rPr>
            </a:br>
            <a:r>
              <a:rPr lang="en-US" b="0" i="0" dirty="0">
                <a:latin typeface="Times New Roman" panose="02020603050405020304" pitchFamily="18" charset="0"/>
                <a:cs typeface="Times New Roman" panose="02020603050405020304" pitchFamily="18" charset="0"/>
              </a:rPr>
              <a:t>• </a:t>
            </a:r>
            <a:r>
              <a:rPr lang="en-US" i="0" dirty="0" err="1">
                <a:latin typeface="Times New Roman" panose="02020603050405020304" pitchFamily="18" charset="0"/>
                <a:cs typeface="Times New Roman" panose="02020603050405020304" pitchFamily="18" charset="0"/>
              </a:rPr>
              <a:t>arsort</a:t>
            </a:r>
            <a:r>
              <a:rPr lang="en-US" i="0" dirty="0">
                <a:latin typeface="Times New Roman" panose="02020603050405020304" pitchFamily="18" charset="0"/>
                <a:cs typeface="Times New Roman" panose="02020603050405020304" pitchFamily="18" charset="0"/>
              </a:rPr>
              <a:t>() </a:t>
            </a:r>
            <a:r>
              <a:rPr lang="en-US" b="0" i="0" dirty="0">
                <a:latin typeface="Times New Roman" panose="02020603050405020304" pitchFamily="18" charset="0"/>
                <a:cs typeface="Times New Roman" panose="02020603050405020304" pitchFamily="18" charset="0"/>
              </a:rPr>
              <a:t>- sort associative arrays in descending order, according to the value</a:t>
            </a:r>
            <a:br>
              <a:rPr lang="en-US" b="0" i="0" dirty="0">
                <a:latin typeface="Times New Roman" panose="02020603050405020304" pitchFamily="18" charset="0"/>
                <a:cs typeface="Times New Roman" panose="02020603050405020304" pitchFamily="18" charset="0"/>
              </a:rPr>
            </a:br>
            <a:r>
              <a:rPr lang="en-US" b="0" i="0" dirty="0">
                <a:latin typeface="Times New Roman" panose="02020603050405020304" pitchFamily="18" charset="0"/>
                <a:cs typeface="Times New Roman" panose="02020603050405020304" pitchFamily="18" charset="0"/>
              </a:rPr>
              <a:t>• </a:t>
            </a:r>
            <a:r>
              <a:rPr lang="en-US" i="0" dirty="0" err="1">
                <a:latin typeface="Times New Roman" panose="02020603050405020304" pitchFamily="18" charset="0"/>
                <a:cs typeface="Times New Roman" panose="02020603050405020304" pitchFamily="18" charset="0"/>
              </a:rPr>
              <a:t>krsort</a:t>
            </a:r>
            <a:r>
              <a:rPr lang="en-US" i="0" dirty="0">
                <a:latin typeface="Times New Roman" panose="02020603050405020304" pitchFamily="18" charset="0"/>
                <a:cs typeface="Times New Roman" panose="02020603050405020304" pitchFamily="18" charset="0"/>
              </a:rPr>
              <a:t>() </a:t>
            </a:r>
            <a:r>
              <a:rPr lang="en-US" b="0" i="0" dirty="0">
                <a:latin typeface="Times New Roman" panose="02020603050405020304" pitchFamily="18" charset="0"/>
                <a:cs typeface="Times New Roman" panose="02020603050405020304" pitchFamily="18" charset="0"/>
              </a:rPr>
              <a:t>- sort associative arrays in descending order, according to the key</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7133E457-688B-750B-9088-82538B7CDE97}"/>
              </a:ext>
            </a:extLst>
          </p:cNvPr>
          <p:cNvSpPr>
            <a:spLocks noGrp="1"/>
          </p:cNvSpPr>
          <p:nvPr>
            <p:ph type="sldNum" idx="4"/>
          </p:nvPr>
        </p:nvSpPr>
        <p:spPr/>
        <p:txBody>
          <a:bodyPr/>
          <a:lstStyle/>
          <a:p>
            <a:pPr algn="r">
              <a:buNone/>
            </a:pPr>
            <a:fld id="{9A0DB2DC-4C9A-4742-B13C-FB6460FD3503}" type="slidenum">
              <a:rPr lang="en-GB" altLang="en-US" smtClean="0"/>
              <a:pPr algn="r">
                <a:buNone/>
              </a:pPr>
              <a:t>31</a:t>
            </a:fld>
            <a:endParaRPr lang="en-GB"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0" i="0" dirty="0">
                <a:highlight>
                  <a:srgbClr val="FFFF00"/>
                </a:highlight>
                <a:latin typeface="Times New Roman" panose="02020603050405020304" pitchFamily="18" charset="0"/>
                <a:cs typeface="Times New Roman" panose="02020603050405020304" pitchFamily="18" charset="0"/>
                <a:sym typeface="+mn-ea"/>
              </a:rPr>
              <a:t>Rules</a:t>
            </a:r>
            <a:r>
              <a:rPr b="0" i="0" spc="-20" dirty="0">
                <a:highlight>
                  <a:srgbClr val="FFFF00"/>
                </a:highlight>
                <a:latin typeface="Times New Roman" panose="02020603050405020304" pitchFamily="18" charset="0"/>
                <a:cs typeface="Times New Roman" panose="02020603050405020304" pitchFamily="18" charset="0"/>
                <a:sym typeface="+mn-ea"/>
              </a:rPr>
              <a:t> </a:t>
            </a:r>
            <a:r>
              <a:rPr b="0" i="0" dirty="0">
                <a:highlight>
                  <a:srgbClr val="FFFF00"/>
                </a:highlight>
                <a:latin typeface="Times New Roman" panose="02020603050405020304" pitchFamily="18" charset="0"/>
                <a:cs typeface="Times New Roman" panose="02020603050405020304" pitchFamily="18" charset="0"/>
                <a:sym typeface="+mn-ea"/>
              </a:rPr>
              <a:t>for</a:t>
            </a:r>
            <a:r>
              <a:rPr b="0" i="0" spc="-15" dirty="0">
                <a:highlight>
                  <a:srgbClr val="FFFF00"/>
                </a:highlight>
                <a:latin typeface="Times New Roman" panose="02020603050405020304" pitchFamily="18" charset="0"/>
                <a:cs typeface="Times New Roman" panose="02020603050405020304" pitchFamily="18" charset="0"/>
                <a:sym typeface="+mn-ea"/>
              </a:rPr>
              <a:t> </a:t>
            </a:r>
            <a:r>
              <a:rPr b="0" i="0" spc="-5" dirty="0">
                <a:highlight>
                  <a:srgbClr val="FFFF00"/>
                </a:highlight>
                <a:latin typeface="Times New Roman" panose="02020603050405020304" pitchFamily="18" charset="0"/>
                <a:cs typeface="Times New Roman" panose="02020603050405020304" pitchFamily="18" charset="0"/>
                <a:sym typeface="+mn-ea"/>
              </a:rPr>
              <a:t>PHP</a:t>
            </a:r>
            <a:r>
              <a:rPr b="0" i="0" spc="-15" dirty="0">
                <a:highlight>
                  <a:srgbClr val="FFFF00"/>
                </a:highlight>
                <a:latin typeface="Times New Roman" panose="02020603050405020304" pitchFamily="18" charset="0"/>
                <a:cs typeface="Times New Roman" panose="02020603050405020304" pitchFamily="18" charset="0"/>
                <a:sym typeface="+mn-ea"/>
              </a:rPr>
              <a:t> </a:t>
            </a:r>
            <a:r>
              <a:rPr b="0" i="0" spc="-5" dirty="0">
                <a:highlight>
                  <a:srgbClr val="FFFF00"/>
                </a:highlight>
                <a:latin typeface="Times New Roman" panose="02020603050405020304" pitchFamily="18" charset="0"/>
                <a:cs typeface="Times New Roman" panose="02020603050405020304" pitchFamily="18" charset="0"/>
                <a:sym typeface="+mn-ea"/>
              </a:rPr>
              <a:t>variables:</a:t>
            </a:r>
            <a:r>
              <a:rPr sz="2800" b="0" i="0" dirty="0">
                <a:latin typeface="Times New Roman" panose="02020603050405020304" pitchFamily="18" charset="0"/>
                <a:cs typeface="Times New Roman" panose="02020603050405020304" pitchFamily="18" charset="0"/>
              </a:rPr>
              <a:t/>
            </a:r>
            <a:br>
              <a:rPr sz="2800" b="0" i="0" dirty="0">
                <a:latin typeface="Times New Roman" panose="02020603050405020304" pitchFamily="18" charset="0"/>
                <a:cs typeface="Times New Roman" panose="02020603050405020304" pitchFamily="18" charset="0"/>
              </a:rPr>
            </a:br>
            <a:r>
              <a:rPr sz="2800" b="0" i="0" dirty="0">
                <a:latin typeface="Times New Roman" panose="02020603050405020304" pitchFamily="18" charset="0"/>
                <a:cs typeface="Times New Roman" panose="02020603050405020304" pitchFamily="18" charset="0"/>
              </a:rPr>
              <a:t/>
            </a:r>
            <a:br>
              <a:rPr sz="2800" b="0" i="0" dirty="0">
                <a:latin typeface="Times New Roman" panose="02020603050405020304" pitchFamily="18" charset="0"/>
                <a:cs typeface="Times New Roman" panose="02020603050405020304" pitchFamily="18" charset="0"/>
              </a:rPr>
            </a:br>
            <a:endParaRPr lang="en-US" sz="2800" b="0" i="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09B91545-5573-1163-0C1F-C388EEFF38DF}"/>
              </a:ext>
            </a:extLst>
          </p:cNvPr>
          <p:cNvSpPr>
            <a:spLocks noGrp="1"/>
          </p:cNvSpPr>
          <p:nvPr>
            <p:ph type="sldNum" idx="4"/>
          </p:nvPr>
        </p:nvSpPr>
        <p:spPr/>
        <p:txBody>
          <a:bodyPr/>
          <a:lstStyle/>
          <a:p>
            <a:pPr algn="r">
              <a:buNone/>
            </a:pPr>
            <a:fld id="{9A0DB2DC-4C9A-4742-B13C-FB6460FD3503}" type="slidenum">
              <a:rPr lang="en-GB" altLang="en-US" smtClean="0"/>
              <a:pPr algn="r">
                <a:buNone/>
              </a:pPr>
              <a:t>32</a:t>
            </a:fld>
            <a:endParaRPr lang="en-GB" altLang="en-US" dirty="0"/>
          </a:p>
        </p:txBody>
      </p:sp>
      <p:sp>
        <p:nvSpPr>
          <p:cNvPr id="5" name="TextBox 4">
            <a:extLst>
              <a:ext uri="{FF2B5EF4-FFF2-40B4-BE49-F238E27FC236}">
                <a16:creationId xmlns:a16="http://schemas.microsoft.com/office/drawing/2014/main" xmlns="" id="{3F9B01E5-6965-7333-1B0F-9F23749C190F}"/>
              </a:ext>
            </a:extLst>
          </p:cNvPr>
          <p:cNvSpPr txBox="1"/>
          <p:nvPr/>
        </p:nvSpPr>
        <p:spPr>
          <a:xfrm>
            <a:off x="505541" y="1268760"/>
            <a:ext cx="8902819" cy="4832092"/>
          </a:xfrm>
          <a:prstGeom prst="rect">
            <a:avLst/>
          </a:prstGeom>
          <a:noFill/>
        </p:spPr>
        <p:txBody>
          <a:bodyPr wrap="square">
            <a:spAutoFit/>
          </a:bodyPr>
          <a:lstStyle/>
          <a:p>
            <a:pPr marL="457200" indent="-457200">
              <a:buFont typeface="Arial" panose="020B0604020202020204" pitchFamily="34" charset="0"/>
              <a:buChar char="•"/>
            </a:pPr>
            <a:r>
              <a:rPr lang="en-US" sz="2800" b="0" i="0" dirty="0">
                <a:latin typeface="Times New Roman" panose="02020603050405020304" pitchFamily="18" charset="0"/>
                <a:cs typeface="Times New Roman" panose="02020603050405020304" pitchFamily="18" charset="0"/>
                <a:sym typeface="+mn-ea"/>
              </a:rPr>
              <a:t>A </a:t>
            </a:r>
            <a:r>
              <a:rPr lang="en-US" sz="2800" b="0" i="0" spc="-5" dirty="0">
                <a:latin typeface="Times New Roman" panose="02020603050405020304" pitchFamily="18" charset="0"/>
                <a:cs typeface="Times New Roman" panose="02020603050405020304" pitchFamily="18" charset="0"/>
                <a:sym typeface="+mn-ea"/>
              </a:rPr>
              <a:t>variable</a:t>
            </a:r>
            <a:r>
              <a:rPr lang="en-US" sz="2800" b="0" i="0" spc="5" dirty="0">
                <a:latin typeface="Times New Roman" panose="02020603050405020304" pitchFamily="18" charset="0"/>
                <a:cs typeface="Times New Roman" panose="02020603050405020304" pitchFamily="18" charset="0"/>
                <a:sym typeface="+mn-ea"/>
              </a:rPr>
              <a:t> </a:t>
            </a:r>
            <a:r>
              <a:rPr lang="en-US" sz="2800" b="0" i="0" spc="-5" dirty="0">
                <a:latin typeface="Times New Roman" panose="02020603050405020304" pitchFamily="18" charset="0"/>
                <a:cs typeface="Times New Roman" panose="02020603050405020304" pitchFamily="18" charset="0"/>
                <a:sym typeface="+mn-ea"/>
              </a:rPr>
              <a:t>can have</a:t>
            </a:r>
            <a:r>
              <a:rPr lang="en-US" sz="2800" b="0" i="0" dirty="0">
                <a:latin typeface="Times New Roman" panose="02020603050405020304" pitchFamily="18" charset="0"/>
                <a:cs typeface="Times New Roman" panose="02020603050405020304" pitchFamily="18" charset="0"/>
                <a:sym typeface="+mn-ea"/>
              </a:rPr>
              <a:t> </a:t>
            </a:r>
            <a:r>
              <a:rPr lang="en-US" sz="2800" b="0" i="0" spc="-5" dirty="0">
                <a:latin typeface="Times New Roman" panose="02020603050405020304" pitchFamily="18" charset="0"/>
                <a:cs typeface="Times New Roman" panose="02020603050405020304" pitchFamily="18" charset="0"/>
                <a:sym typeface="+mn-ea"/>
              </a:rPr>
              <a:t>a</a:t>
            </a:r>
            <a:r>
              <a:rPr lang="en-US" sz="2800" b="0" i="0" dirty="0">
                <a:latin typeface="Times New Roman" panose="02020603050405020304" pitchFamily="18" charset="0"/>
                <a:cs typeface="Times New Roman" panose="02020603050405020304" pitchFamily="18" charset="0"/>
                <a:sym typeface="+mn-ea"/>
              </a:rPr>
              <a:t> short</a:t>
            </a:r>
            <a:r>
              <a:rPr lang="en-US" sz="2800" b="0" i="0" spc="5" dirty="0">
                <a:latin typeface="Times New Roman" panose="02020603050405020304" pitchFamily="18" charset="0"/>
                <a:cs typeface="Times New Roman" panose="02020603050405020304" pitchFamily="18" charset="0"/>
                <a:sym typeface="+mn-ea"/>
              </a:rPr>
              <a:t> </a:t>
            </a:r>
            <a:r>
              <a:rPr lang="en-US" sz="2800" b="0" i="0" spc="-5" dirty="0">
                <a:latin typeface="Times New Roman" panose="02020603050405020304" pitchFamily="18" charset="0"/>
                <a:cs typeface="Times New Roman" panose="02020603050405020304" pitchFamily="18" charset="0"/>
                <a:sym typeface="+mn-ea"/>
              </a:rPr>
              <a:t>name</a:t>
            </a:r>
            <a:r>
              <a:rPr lang="en-US" sz="2800" b="0" i="0" dirty="0">
                <a:latin typeface="Times New Roman" panose="02020603050405020304" pitchFamily="18" charset="0"/>
                <a:cs typeface="Times New Roman" panose="02020603050405020304" pitchFamily="18" charset="0"/>
                <a:sym typeface="+mn-ea"/>
              </a:rPr>
              <a:t> </a:t>
            </a:r>
            <a:r>
              <a:rPr lang="en-US" sz="2800" b="0" i="0" spc="-5" dirty="0">
                <a:latin typeface="Times New Roman" panose="02020603050405020304" pitchFamily="18" charset="0"/>
                <a:cs typeface="Times New Roman" panose="02020603050405020304" pitchFamily="18" charset="0"/>
                <a:sym typeface="+mn-ea"/>
              </a:rPr>
              <a:t>(like</a:t>
            </a:r>
            <a:r>
              <a:rPr lang="en-US" sz="2800" b="0" i="0" spc="5" dirty="0">
                <a:latin typeface="Times New Roman" panose="02020603050405020304" pitchFamily="18" charset="0"/>
                <a:cs typeface="Times New Roman" panose="02020603050405020304" pitchFamily="18" charset="0"/>
                <a:sym typeface="+mn-ea"/>
              </a:rPr>
              <a:t> </a:t>
            </a:r>
            <a:r>
              <a:rPr lang="en-US" sz="2800" b="0" i="0" dirty="0">
                <a:latin typeface="Times New Roman" panose="02020603050405020304" pitchFamily="18" charset="0"/>
                <a:cs typeface="Times New Roman" panose="02020603050405020304" pitchFamily="18" charset="0"/>
                <a:sym typeface="+mn-ea"/>
              </a:rPr>
              <a:t>x</a:t>
            </a:r>
            <a:r>
              <a:rPr lang="en-US" sz="2800" b="0" i="0" spc="-10" dirty="0">
                <a:latin typeface="Times New Roman" panose="02020603050405020304" pitchFamily="18" charset="0"/>
                <a:cs typeface="Times New Roman" panose="02020603050405020304" pitchFamily="18" charset="0"/>
                <a:sym typeface="+mn-ea"/>
              </a:rPr>
              <a:t> </a:t>
            </a:r>
            <a:r>
              <a:rPr lang="en-US" sz="2800" b="0" i="0" dirty="0">
                <a:latin typeface="Times New Roman" panose="02020603050405020304" pitchFamily="18" charset="0"/>
                <a:cs typeface="Times New Roman" panose="02020603050405020304" pitchFamily="18" charset="0"/>
                <a:sym typeface="+mn-ea"/>
              </a:rPr>
              <a:t>and</a:t>
            </a:r>
            <a:r>
              <a:rPr lang="en-US" sz="2800" b="0" i="0" spc="-5" dirty="0">
                <a:latin typeface="Times New Roman" panose="02020603050405020304" pitchFamily="18" charset="0"/>
                <a:cs typeface="Times New Roman" panose="02020603050405020304" pitchFamily="18" charset="0"/>
                <a:sym typeface="+mn-ea"/>
              </a:rPr>
              <a:t> </a:t>
            </a:r>
            <a:r>
              <a:rPr lang="en-US" sz="2800" b="0" i="0" spc="-10" dirty="0">
                <a:latin typeface="Times New Roman" panose="02020603050405020304" pitchFamily="18" charset="0"/>
                <a:cs typeface="Times New Roman" panose="02020603050405020304" pitchFamily="18" charset="0"/>
                <a:sym typeface="+mn-ea"/>
              </a:rPr>
              <a:t>y)</a:t>
            </a:r>
            <a:r>
              <a:rPr lang="en-US" sz="2800" b="0" i="0" dirty="0">
                <a:latin typeface="Times New Roman" panose="02020603050405020304" pitchFamily="18" charset="0"/>
                <a:cs typeface="Times New Roman" panose="02020603050405020304" pitchFamily="18" charset="0"/>
                <a:sym typeface="+mn-ea"/>
              </a:rPr>
              <a:t> </a:t>
            </a:r>
            <a:r>
              <a:rPr lang="en-US" sz="2800" b="0" i="0" spc="-5" dirty="0">
                <a:latin typeface="Times New Roman" panose="02020603050405020304" pitchFamily="18" charset="0"/>
                <a:cs typeface="Times New Roman" panose="02020603050405020304" pitchFamily="18" charset="0"/>
                <a:sym typeface="+mn-ea"/>
              </a:rPr>
              <a:t>or</a:t>
            </a:r>
            <a:r>
              <a:rPr lang="en-US" sz="2800" b="0" i="0" spc="5" dirty="0">
                <a:latin typeface="Times New Roman" panose="02020603050405020304" pitchFamily="18" charset="0"/>
                <a:cs typeface="Times New Roman" panose="02020603050405020304" pitchFamily="18" charset="0"/>
                <a:sym typeface="+mn-ea"/>
              </a:rPr>
              <a:t> </a:t>
            </a:r>
            <a:r>
              <a:rPr lang="en-US" sz="2800" b="0" i="0" spc="-5" dirty="0">
                <a:latin typeface="Times New Roman" panose="02020603050405020304" pitchFamily="18" charset="0"/>
                <a:cs typeface="Times New Roman" panose="02020603050405020304" pitchFamily="18" charset="0"/>
                <a:sym typeface="+mn-ea"/>
              </a:rPr>
              <a:t>a</a:t>
            </a:r>
            <a:r>
              <a:rPr lang="en-US" sz="2800" b="0" i="0" spc="5" dirty="0">
                <a:latin typeface="Times New Roman" panose="02020603050405020304" pitchFamily="18" charset="0"/>
                <a:cs typeface="Times New Roman" panose="02020603050405020304" pitchFamily="18" charset="0"/>
                <a:sym typeface="+mn-ea"/>
              </a:rPr>
              <a:t> </a:t>
            </a:r>
            <a:r>
              <a:rPr lang="en-US" sz="2800" b="0" i="0" dirty="0">
                <a:latin typeface="Times New Roman" panose="02020603050405020304" pitchFamily="18" charset="0"/>
                <a:cs typeface="Times New Roman" panose="02020603050405020304" pitchFamily="18" charset="0"/>
                <a:sym typeface="+mn-ea"/>
              </a:rPr>
              <a:t>more</a:t>
            </a:r>
            <a:r>
              <a:rPr lang="en-US" sz="2800" b="0" i="0" spc="-10" dirty="0">
                <a:latin typeface="Times New Roman" panose="02020603050405020304" pitchFamily="18" charset="0"/>
                <a:cs typeface="Times New Roman" panose="02020603050405020304" pitchFamily="18" charset="0"/>
                <a:sym typeface="+mn-ea"/>
              </a:rPr>
              <a:t> </a:t>
            </a:r>
            <a:r>
              <a:rPr lang="en-US" sz="2800" b="0" i="0" spc="-5" dirty="0">
                <a:latin typeface="Times New Roman" panose="02020603050405020304" pitchFamily="18" charset="0"/>
                <a:cs typeface="Times New Roman" panose="02020603050405020304" pitchFamily="18" charset="0"/>
                <a:sym typeface="+mn-ea"/>
              </a:rPr>
              <a:t>descriptive</a:t>
            </a:r>
            <a:r>
              <a:rPr lang="en-US" sz="2800" b="0" i="0" spc="5" dirty="0">
                <a:latin typeface="Times New Roman" panose="02020603050405020304" pitchFamily="18" charset="0"/>
                <a:cs typeface="Times New Roman" panose="02020603050405020304" pitchFamily="18" charset="0"/>
                <a:sym typeface="+mn-ea"/>
              </a:rPr>
              <a:t> </a:t>
            </a:r>
            <a:r>
              <a:rPr lang="en-US" sz="2800" b="0" i="0" spc="-5" dirty="0">
                <a:latin typeface="Times New Roman" panose="02020603050405020304" pitchFamily="18" charset="0"/>
                <a:cs typeface="Times New Roman" panose="02020603050405020304" pitchFamily="18" charset="0"/>
                <a:sym typeface="+mn-ea"/>
              </a:rPr>
              <a:t>name (age, </a:t>
            </a:r>
            <a:r>
              <a:rPr lang="en-US" sz="2800" b="0" i="0" spc="-320" dirty="0">
                <a:latin typeface="Times New Roman" panose="02020603050405020304" pitchFamily="18" charset="0"/>
                <a:cs typeface="Times New Roman" panose="02020603050405020304" pitchFamily="18" charset="0"/>
                <a:sym typeface="+mn-ea"/>
              </a:rPr>
              <a:t> </a:t>
            </a:r>
            <a:r>
              <a:rPr lang="en-US" sz="2800" b="0" i="0" spc="-5" dirty="0" err="1">
                <a:latin typeface="Times New Roman" panose="02020603050405020304" pitchFamily="18" charset="0"/>
                <a:cs typeface="Times New Roman" panose="02020603050405020304" pitchFamily="18" charset="0"/>
                <a:sym typeface="+mn-ea"/>
              </a:rPr>
              <a:t>carname</a:t>
            </a:r>
            <a:r>
              <a:rPr lang="en-US" sz="2800" b="0" i="0" spc="-5" dirty="0">
                <a:latin typeface="Times New Roman" panose="02020603050405020304" pitchFamily="18" charset="0"/>
                <a:cs typeface="Times New Roman" panose="02020603050405020304" pitchFamily="18" charset="0"/>
                <a:sym typeface="+mn-ea"/>
              </a:rPr>
              <a:t>,</a:t>
            </a:r>
            <a:r>
              <a:rPr lang="en-US" sz="2800" b="0" i="0" spc="-15" dirty="0">
                <a:latin typeface="Times New Roman" panose="02020603050405020304" pitchFamily="18" charset="0"/>
                <a:cs typeface="Times New Roman" panose="02020603050405020304" pitchFamily="18" charset="0"/>
                <a:sym typeface="+mn-ea"/>
              </a:rPr>
              <a:t> </a:t>
            </a:r>
            <a:r>
              <a:rPr lang="en-US" sz="2800" b="0" i="0" spc="-5" dirty="0" err="1">
                <a:latin typeface="Times New Roman" panose="02020603050405020304" pitchFamily="18" charset="0"/>
                <a:cs typeface="Times New Roman" panose="02020603050405020304" pitchFamily="18" charset="0"/>
                <a:sym typeface="+mn-ea"/>
              </a:rPr>
              <a:t>total_volume</a:t>
            </a:r>
            <a:r>
              <a:rPr lang="en-US" sz="2800" b="0" i="0" spc="-5" dirty="0">
                <a:latin typeface="Times New Roman" panose="02020603050405020304" pitchFamily="18" charset="0"/>
                <a:cs typeface="Times New Roman" panose="02020603050405020304" pitchFamily="18" charset="0"/>
                <a:sym typeface="+mn-ea"/>
              </a:rPr>
              <a:t>).</a:t>
            </a:r>
          </a:p>
          <a:p>
            <a:pPr marL="457200" indent="-457200">
              <a:buFont typeface="Arial" panose="020B0604020202020204" pitchFamily="34" charset="0"/>
              <a:buChar char="•"/>
            </a:pPr>
            <a:r>
              <a:rPr lang="en-US" sz="2800" b="0" i="0" dirty="0">
                <a:latin typeface="Times New Roman" panose="02020603050405020304" pitchFamily="18" charset="0"/>
                <a:cs typeface="Times New Roman" panose="02020603050405020304" pitchFamily="18" charset="0"/>
                <a:sym typeface="+mn-ea"/>
              </a:rPr>
              <a:t>A </a:t>
            </a:r>
            <a:r>
              <a:rPr lang="en-US" sz="2800" b="0" i="0" spc="-5" dirty="0">
                <a:latin typeface="Times New Roman" panose="02020603050405020304" pitchFamily="18" charset="0"/>
                <a:cs typeface="Times New Roman" panose="02020603050405020304" pitchFamily="18" charset="0"/>
                <a:sym typeface="+mn-ea"/>
              </a:rPr>
              <a:t>variable</a:t>
            </a:r>
            <a:r>
              <a:rPr lang="en-US" sz="2800" b="0" i="0" spc="5" dirty="0">
                <a:latin typeface="Times New Roman" panose="02020603050405020304" pitchFamily="18" charset="0"/>
                <a:cs typeface="Times New Roman" panose="02020603050405020304" pitchFamily="18" charset="0"/>
                <a:sym typeface="+mn-ea"/>
              </a:rPr>
              <a:t> </a:t>
            </a:r>
            <a:r>
              <a:rPr lang="en-US" sz="2800" b="0" i="0" dirty="0">
                <a:latin typeface="Times New Roman" panose="02020603050405020304" pitchFamily="18" charset="0"/>
                <a:cs typeface="Times New Roman" panose="02020603050405020304" pitchFamily="18" charset="0"/>
                <a:sym typeface="+mn-ea"/>
              </a:rPr>
              <a:t>starts</a:t>
            </a:r>
            <a:r>
              <a:rPr lang="en-US" sz="2800" b="0" i="0" spc="5" dirty="0">
                <a:latin typeface="Times New Roman" panose="02020603050405020304" pitchFamily="18" charset="0"/>
                <a:cs typeface="Times New Roman" panose="02020603050405020304" pitchFamily="18" charset="0"/>
                <a:sym typeface="+mn-ea"/>
              </a:rPr>
              <a:t> </a:t>
            </a:r>
            <a:r>
              <a:rPr lang="en-US" sz="2800" b="0" i="0" spc="-5" dirty="0">
                <a:latin typeface="Times New Roman" panose="02020603050405020304" pitchFamily="18" charset="0"/>
                <a:cs typeface="Times New Roman" panose="02020603050405020304" pitchFamily="18" charset="0"/>
                <a:sym typeface="+mn-ea"/>
              </a:rPr>
              <a:t>with</a:t>
            </a:r>
            <a:r>
              <a:rPr lang="en-US" sz="2800" b="0" i="0" spc="5" dirty="0">
                <a:latin typeface="Times New Roman" panose="02020603050405020304" pitchFamily="18" charset="0"/>
                <a:cs typeface="Times New Roman" panose="02020603050405020304" pitchFamily="18" charset="0"/>
                <a:sym typeface="+mn-ea"/>
              </a:rPr>
              <a:t> </a:t>
            </a:r>
            <a:r>
              <a:rPr lang="en-US" sz="2800" b="0" i="0" spc="-5" dirty="0">
                <a:latin typeface="Times New Roman" panose="02020603050405020304" pitchFamily="18" charset="0"/>
                <a:cs typeface="Times New Roman" panose="02020603050405020304" pitchFamily="18" charset="0"/>
                <a:sym typeface="+mn-ea"/>
              </a:rPr>
              <a:t>the</a:t>
            </a:r>
            <a:r>
              <a:rPr lang="en-US" sz="2800" b="0" i="0" dirty="0">
                <a:latin typeface="Times New Roman" panose="02020603050405020304" pitchFamily="18" charset="0"/>
                <a:cs typeface="Times New Roman" panose="02020603050405020304" pitchFamily="18" charset="0"/>
                <a:sym typeface="+mn-ea"/>
              </a:rPr>
              <a:t> </a:t>
            </a:r>
            <a:r>
              <a:rPr lang="en-US" sz="2800" b="0" i="0" spc="-5" dirty="0">
                <a:latin typeface="Times New Roman" panose="02020603050405020304" pitchFamily="18" charset="0"/>
                <a:cs typeface="Times New Roman" panose="02020603050405020304" pitchFamily="18" charset="0"/>
                <a:sym typeface="+mn-ea"/>
              </a:rPr>
              <a:t>$</a:t>
            </a:r>
            <a:r>
              <a:rPr lang="en-US" sz="2800" b="0" i="0" dirty="0">
                <a:latin typeface="Times New Roman" panose="02020603050405020304" pitchFamily="18" charset="0"/>
                <a:cs typeface="Times New Roman" panose="02020603050405020304" pitchFamily="18" charset="0"/>
                <a:sym typeface="+mn-ea"/>
              </a:rPr>
              <a:t> </a:t>
            </a:r>
            <a:r>
              <a:rPr lang="en-US" sz="2800" b="0" i="0" spc="-5" dirty="0">
                <a:latin typeface="Times New Roman" panose="02020603050405020304" pitchFamily="18" charset="0"/>
                <a:cs typeface="Times New Roman" panose="02020603050405020304" pitchFamily="18" charset="0"/>
                <a:sym typeface="+mn-ea"/>
              </a:rPr>
              <a:t>sign, followed</a:t>
            </a:r>
            <a:r>
              <a:rPr lang="en-US" sz="2800" b="0" i="0" spc="5" dirty="0">
                <a:latin typeface="Times New Roman" panose="02020603050405020304" pitchFamily="18" charset="0"/>
                <a:cs typeface="Times New Roman" panose="02020603050405020304" pitchFamily="18" charset="0"/>
                <a:sym typeface="+mn-ea"/>
              </a:rPr>
              <a:t> </a:t>
            </a:r>
            <a:r>
              <a:rPr lang="en-US" sz="2800" b="0" i="0" dirty="0">
                <a:latin typeface="Times New Roman" panose="02020603050405020304" pitchFamily="18" charset="0"/>
                <a:cs typeface="Times New Roman" panose="02020603050405020304" pitchFamily="18" charset="0"/>
                <a:sym typeface="+mn-ea"/>
              </a:rPr>
              <a:t>by</a:t>
            </a:r>
            <a:r>
              <a:rPr lang="en-US" sz="2800" b="0" i="0" spc="-15" dirty="0">
                <a:latin typeface="Times New Roman" panose="02020603050405020304" pitchFamily="18" charset="0"/>
                <a:cs typeface="Times New Roman" panose="02020603050405020304" pitchFamily="18" charset="0"/>
                <a:sym typeface="+mn-ea"/>
              </a:rPr>
              <a:t> </a:t>
            </a:r>
            <a:r>
              <a:rPr lang="en-US" sz="2800" b="0" i="0" spc="-5" dirty="0">
                <a:latin typeface="Times New Roman" panose="02020603050405020304" pitchFamily="18" charset="0"/>
                <a:cs typeface="Times New Roman" panose="02020603050405020304" pitchFamily="18" charset="0"/>
                <a:sym typeface="+mn-ea"/>
              </a:rPr>
              <a:t>the</a:t>
            </a:r>
            <a:r>
              <a:rPr lang="en-US" sz="2800" b="0" i="0" spc="5" dirty="0">
                <a:latin typeface="Times New Roman" panose="02020603050405020304" pitchFamily="18" charset="0"/>
                <a:cs typeface="Times New Roman" panose="02020603050405020304" pitchFamily="18" charset="0"/>
                <a:sym typeface="+mn-ea"/>
              </a:rPr>
              <a:t> </a:t>
            </a:r>
            <a:r>
              <a:rPr lang="en-US" sz="2800" b="0" i="0" spc="-5" dirty="0">
                <a:latin typeface="Times New Roman" panose="02020603050405020304" pitchFamily="18" charset="0"/>
                <a:cs typeface="Times New Roman" panose="02020603050405020304" pitchFamily="18" charset="0"/>
                <a:sym typeface="+mn-ea"/>
              </a:rPr>
              <a:t>name</a:t>
            </a:r>
            <a:r>
              <a:rPr lang="en-US" sz="2800" b="0" i="0" spc="5" dirty="0">
                <a:latin typeface="Times New Roman" panose="02020603050405020304" pitchFamily="18" charset="0"/>
                <a:cs typeface="Times New Roman" panose="02020603050405020304" pitchFamily="18" charset="0"/>
                <a:sym typeface="+mn-ea"/>
              </a:rPr>
              <a:t> </a:t>
            </a:r>
            <a:r>
              <a:rPr lang="en-US" sz="2800" b="0" i="0" spc="-5" dirty="0">
                <a:latin typeface="Times New Roman" panose="02020603050405020304" pitchFamily="18" charset="0"/>
                <a:cs typeface="Times New Roman" panose="02020603050405020304" pitchFamily="18" charset="0"/>
                <a:sym typeface="+mn-ea"/>
              </a:rPr>
              <a:t>of</a:t>
            </a:r>
            <a:r>
              <a:rPr lang="en-US" sz="2800" b="0" i="0" spc="5" dirty="0">
                <a:latin typeface="Times New Roman" panose="02020603050405020304" pitchFamily="18" charset="0"/>
                <a:cs typeface="Times New Roman" panose="02020603050405020304" pitchFamily="18" charset="0"/>
                <a:sym typeface="+mn-ea"/>
              </a:rPr>
              <a:t> </a:t>
            </a:r>
            <a:r>
              <a:rPr lang="en-US" sz="2800" b="0" i="0" spc="-5" dirty="0">
                <a:latin typeface="Times New Roman" panose="02020603050405020304" pitchFamily="18" charset="0"/>
                <a:cs typeface="Times New Roman" panose="02020603050405020304" pitchFamily="18" charset="0"/>
                <a:sym typeface="+mn-ea"/>
              </a:rPr>
              <a:t>the</a:t>
            </a:r>
            <a:r>
              <a:rPr lang="en-US" sz="2800" b="0" i="0" spc="-15" dirty="0">
                <a:latin typeface="Times New Roman" panose="02020603050405020304" pitchFamily="18" charset="0"/>
                <a:cs typeface="Times New Roman" panose="02020603050405020304" pitchFamily="18" charset="0"/>
                <a:sym typeface="+mn-ea"/>
              </a:rPr>
              <a:t> </a:t>
            </a:r>
            <a:r>
              <a:rPr lang="en-US" sz="2800" b="0" i="0" spc="-10" dirty="0">
                <a:latin typeface="Times New Roman" panose="02020603050405020304" pitchFamily="18" charset="0"/>
                <a:cs typeface="Times New Roman" panose="02020603050405020304" pitchFamily="18" charset="0"/>
                <a:sym typeface="+mn-ea"/>
              </a:rPr>
              <a:t>variable.</a:t>
            </a:r>
          </a:p>
          <a:p>
            <a:pPr marL="457200" indent="-457200">
              <a:buFont typeface="Arial" panose="020B0604020202020204" pitchFamily="34" charset="0"/>
              <a:buChar char="•"/>
            </a:pPr>
            <a:r>
              <a:rPr lang="en-US" sz="2800" b="0" i="0" dirty="0">
                <a:latin typeface="Times New Roman" panose="02020603050405020304" pitchFamily="18" charset="0"/>
                <a:cs typeface="Times New Roman" panose="02020603050405020304" pitchFamily="18" charset="0"/>
                <a:sym typeface="+mn-ea"/>
              </a:rPr>
              <a:t>A</a:t>
            </a:r>
            <a:r>
              <a:rPr lang="en-US" sz="2800" b="0" i="0" spc="5" dirty="0">
                <a:latin typeface="Times New Roman" panose="02020603050405020304" pitchFamily="18" charset="0"/>
                <a:cs typeface="Times New Roman" panose="02020603050405020304" pitchFamily="18" charset="0"/>
                <a:sym typeface="+mn-ea"/>
              </a:rPr>
              <a:t> </a:t>
            </a:r>
            <a:r>
              <a:rPr lang="en-US" sz="2800" b="0" i="0" spc="-5" dirty="0">
                <a:latin typeface="Times New Roman" panose="02020603050405020304" pitchFamily="18" charset="0"/>
                <a:cs typeface="Times New Roman" panose="02020603050405020304" pitchFamily="18" charset="0"/>
                <a:sym typeface="+mn-ea"/>
              </a:rPr>
              <a:t>variable</a:t>
            </a:r>
            <a:r>
              <a:rPr lang="en-US" sz="2800" b="0" i="0" spc="5" dirty="0">
                <a:latin typeface="Times New Roman" panose="02020603050405020304" pitchFamily="18" charset="0"/>
                <a:cs typeface="Times New Roman" panose="02020603050405020304" pitchFamily="18" charset="0"/>
                <a:sym typeface="+mn-ea"/>
              </a:rPr>
              <a:t> </a:t>
            </a:r>
            <a:r>
              <a:rPr lang="en-US" sz="2800" b="0" i="0" spc="-5" dirty="0">
                <a:latin typeface="Times New Roman" panose="02020603050405020304" pitchFamily="18" charset="0"/>
                <a:cs typeface="Times New Roman" panose="02020603050405020304" pitchFamily="18" charset="0"/>
                <a:sym typeface="+mn-ea"/>
              </a:rPr>
              <a:t>name</a:t>
            </a:r>
            <a:r>
              <a:rPr lang="en-US" sz="2800" b="0" i="0" spc="-10" dirty="0">
                <a:latin typeface="Times New Roman" panose="02020603050405020304" pitchFamily="18" charset="0"/>
                <a:cs typeface="Times New Roman" panose="02020603050405020304" pitchFamily="18" charset="0"/>
                <a:sym typeface="+mn-ea"/>
              </a:rPr>
              <a:t> </a:t>
            </a:r>
            <a:r>
              <a:rPr lang="en-US" sz="2800" b="0" i="0" dirty="0">
                <a:latin typeface="Times New Roman" panose="02020603050405020304" pitchFamily="18" charset="0"/>
                <a:cs typeface="Times New Roman" panose="02020603050405020304" pitchFamily="18" charset="0"/>
                <a:sym typeface="+mn-ea"/>
              </a:rPr>
              <a:t>must</a:t>
            </a:r>
            <a:r>
              <a:rPr lang="en-US" sz="2800" b="0" i="0" spc="-5" dirty="0">
                <a:latin typeface="Times New Roman" panose="02020603050405020304" pitchFamily="18" charset="0"/>
                <a:cs typeface="Times New Roman" panose="02020603050405020304" pitchFamily="18" charset="0"/>
                <a:sym typeface="+mn-ea"/>
              </a:rPr>
              <a:t> </a:t>
            </a:r>
            <a:r>
              <a:rPr lang="en-US" sz="2800" b="0" i="0" dirty="0">
                <a:latin typeface="Times New Roman" panose="02020603050405020304" pitchFamily="18" charset="0"/>
                <a:cs typeface="Times New Roman" panose="02020603050405020304" pitchFamily="18" charset="0"/>
                <a:sym typeface="+mn-ea"/>
              </a:rPr>
              <a:t>start</a:t>
            </a:r>
            <a:r>
              <a:rPr lang="en-US" sz="2800" b="0" i="0" spc="5" dirty="0">
                <a:latin typeface="Times New Roman" panose="02020603050405020304" pitchFamily="18" charset="0"/>
                <a:cs typeface="Times New Roman" panose="02020603050405020304" pitchFamily="18" charset="0"/>
                <a:sym typeface="+mn-ea"/>
              </a:rPr>
              <a:t> </a:t>
            </a:r>
            <a:r>
              <a:rPr lang="en-US" sz="2800" b="0" i="0" spc="-5" dirty="0">
                <a:latin typeface="Times New Roman" panose="02020603050405020304" pitchFamily="18" charset="0"/>
                <a:cs typeface="Times New Roman" panose="02020603050405020304" pitchFamily="18" charset="0"/>
                <a:sym typeface="+mn-ea"/>
              </a:rPr>
              <a:t>with</a:t>
            </a:r>
            <a:r>
              <a:rPr lang="en-US" sz="2800" b="0" i="0" spc="5" dirty="0">
                <a:latin typeface="Times New Roman" panose="02020603050405020304" pitchFamily="18" charset="0"/>
                <a:cs typeface="Times New Roman" panose="02020603050405020304" pitchFamily="18" charset="0"/>
                <a:sym typeface="+mn-ea"/>
              </a:rPr>
              <a:t> </a:t>
            </a:r>
            <a:r>
              <a:rPr lang="en-US" sz="2800" b="0" i="0" spc="-5" dirty="0">
                <a:latin typeface="Times New Roman" panose="02020603050405020304" pitchFamily="18" charset="0"/>
                <a:cs typeface="Times New Roman" panose="02020603050405020304" pitchFamily="18" charset="0"/>
                <a:sym typeface="+mn-ea"/>
              </a:rPr>
              <a:t>a</a:t>
            </a:r>
            <a:r>
              <a:rPr lang="en-US" sz="2800" b="0" i="0" spc="10" dirty="0">
                <a:latin typeface="Times New Roman" panose="02020603050405020304" pitchFamily="18" charset="0"/>
                <a:cs typeface="Times New Roman" panose="02020603050405020304" pitchFamily="18" charset="0"/>
                <a:sym typeface="+mn-ea"/>
              </a:rPr>
              <a:t> </a:t>
            </a:r>
            <a:r>
              <a:rPr lang="en-US" sz="2800" b="0" i="0" spc="-5" dirty="0">
                <a:latin typeface="Times New Roman" panose="02020603050405020304" pitchFamily="18" charset="0"/>
                <a:cs typeface="Times New Roman" panose="02020603050405020304" pitchFamily="18" charset="0"/>
                <a:sym typeface="+mn-ea"/>
              </a:rPr>
              <a:t>letter</a:t>
            </a:r>
            <a:r>
              <a:rPr lang="en-US" sz="2800" b="0" i="0" spc="5" dirty="0">
                <a:latin typeface="Times New Roman" panose="02020603050405020304" pitchFamily="18" charset="0"/>
                <a:cs typeface="Times New Roman" panose="02020603050405020304" pitchFamily="18" charset="0"/>
                <a:sym typeface="+mn-ea"/>
              </a:rPr>
              <a:t> </a:t>
            </a:r>
            <a:r>
              <a:rPr lang="en-US" sz="2800" b="0" i="0" spc="-5" dirty="0">
                <a:latin typeface="Times New Roman" panose="02020603050405020304" pitchFamily="18" charset="0"/>
                <a:cs typeface="Times New Roman" panose="02020603050405020304" pitchFamily="18" charset="0"/>
                <a:sym typeface="+mn-ea"/>
              </a:rPr>
              <a:t>or</a:t>
            </a:r>
            <a:r>
              <a:rPr lang="en-US" sz="2800" b="0" i="0" spc="5" dirty="0">
                <a:latin typeface="Times New Roman" panose="02020603050405020304" pitchFamily="18" charset="0"/>
                <a:cs typeface="Times New Roman" panose="02020603050405020304" pitchFamily="18" charset="0"/>
                <a:sym typeface="+mn-ea"/>
              </a:rPr>
              <a:t> </a:t>
            </a:r>
            <a:r>
              <a:rPr lang="en-US" sz="2800" b="0" i="0" spc="-5" dirty="0">
                <a:latin typeface="Times New Roman" panose="02020603050405020304" pitchFamily="18" charset="0"/>
                <a:cs typeface="Times New Roman" panose="02020603050405020304" pitchFamily="18" charset="0"/>
                <a:sym typeface="+mn-ea"/>
              </a:rPr>
              <a:t>the underscore character.</a:t>
            </a:r>
          </a:p>
          <a:p>
            <a:pPr marL="457200" indent="-457200">
              <a:buFont typeface="Arial" panose="020B0604020202020204" pitchFamily="34" charset="0"/>
              <a:buChar char="•"/>
            </a:pPr>
            <a:r>
              <a:rPr lang="en-US" sz="2800" b="0" i="0" dirty="0">
                <a:latin typeface="Times New Roman" panose="02020603050405020304" pitchFamily="18" charset="0"/>
                <a:cs typeface="Times New Roman" panose="02020603050405020304" pitchFamily="18" charset="0"/>
                <a:sym typeface="+mn-ea"/>
              </a:rPr>
              <a:t>A</a:t>
            </a:r>
            <a:r>
              <a:rPr lang="en-US" sz="2800" b="0" i="0" spc="-5" dirty="0">
                <a:latin typeface="Times New Roman" panose="02020603050405020304" pitchFamily="18" charset="0"/>
                <a:cs typeface="Times New Roman" panose="02020603050405020304" pitchFamily="18" charset="0"/>
                <a:sym typeface="+mn-ea"/>
              </a:rPr>
              <a:t> variable</a:t>
            </a:r>
            <a:r>
              <a:rPr lang="en-US" sz="2800" b="0" i="0" dirty="0">
                <a:latin typeface="Times New Roman" panose="02020603050405020304" pitchFamily="18" charset="0"/>
                <a:cs typeface="Times New Roman" panose="02020603050405020304" pitchFamily="18" charset="0"/>
                <a:sym typeface="+mn-ea"/>
              </a:rPr>
              <a:t> </a:t>
            </a:r>
            <a:r>
              <a:rPr lang="en-US" sz="2800" b="0" i="0" spc="-5" dirty="0">
                <a:latin typeface="Times New Roman" panose="02020603050405020304" pitchFamily="18" charset="0"/>
                <a:cs typeface="Times New Roman" panose="02020603050405020304" pitchFamily="18" charset="0"/>
                <a:sym typeface="+mn-ea"/>
              </a:rPr>
              <a:t>name</a:t>
            </a:r>
            <a:r>
              <a:rPr lang="en-US" sz="2800" b="0" i="0" spc="-10" dirty="0">
                <a:latin typeface="Times New Roman" panose="02020603050405020304" pitchFamily="18" charset="0"/>
                <a:cs typeface="Times New Roman" panose="02020603050405020304" pitchFamily="18" charset="0"/>
                <a:sym typeface="+mn-ea"/>
              </a:rPr>
              <a:t> </a:t>
            </a:r>
            <a:r>
              <a:rPr lang="en-US" sz="2800" b="0" i="0" spc="-5" dirty="0">
                <a:latin typeface="Times New Roman" panose="02020603050405020304" pitchFamily="18" charset="0"/>
                <a:cs typeface="Times New Roman" panose="02020603050405020304" pitchFamily="18" charset="0"/>
                <a:sym typeface="+mn-ea"/>
              </a:rPr>
              <a:t>cannot</a:t>
            </a:r>
            <a:r>
              <a:rPr lang="en-US" sz="2800" b="0" i="0" dirty="0">
                <a:latin typeface="Times New Roman" panose="02020603050405020304" pitchFamily="18" charset="0"/>
                <a:cs typeface="Times New Roman" panose="02020603050405020304" pitchFamily="18" charset="0"/>
                <a:sym typeface="+mn-ea"/>
              </a:rPr>
              <a:t> start </a:t>
            </a:r>
            <a:r>
              <a:rPr lang="en-US" sz="2800" b="0" i="0" spc="-5" dirty="0">
                <a:latin typeface="Times New Roman" panose="02020603050405020304" pitchFamily="18" charset="0"/>
                <a:cs typeface="Times New Roman" panose="02020603050405020304" pitchFamily="18" charset="0"/>
                <a:sym typeface="+mn-ea"/>
              </a:rPr>
              <a:t>with</a:t>
            </a:r>
            <a:r>
              <a:rPr lang="en-US" sz="2800" b="0" i="0" dirty="0">
                <a:latin typeface="Times New Roman" panose="02020603050405020304" pitchFamily="18" charset="0"/>
                <a:cs typeface="Times New Roman" panose="02020603050405020304" pitchFamily="18" charset="0"/>
                <a:sym typeface="+mn-ea"/>
              </a:rPr>
              <a:t> </a:t>
            </a:r>
            <a:r>
              <a:rPr lang="en-US" sz="2800" b="0" i="0" spc="-5" dirty="0">
                <a:latin typeface="Times New Roman" panose="02020603050405020304" pitchFamily="18" charset="0"/>
                <a:cs typeface="Times New Roman" panose="02020603050405020304" pitchFamily="18" charset="0"/>
                <a:sym typeface="+mn-ea"/>
              </a:rPr>
              <a:t>a</a:t>
            </a:r>
            <a:r>
              <a:rPr lang="en-US" sz="2800" b="0" i="0" spc="10" dirty="0">
                <a:latin typeface="Times New Roman" panose="02020603050405020304" pitchFamily="18" charset="0"/>
                <a:cs typeface="Times New Roman" panose="02020603050405020304" pitchFamily="18" charset="0"/>
                <a:sym typeface="+mn-ea"/>
              </a:rPr>
              <a:t> </a:t>
            </a:r>
            <a:r>
              <a:rPr lang="en-US" sz="2800" b="0" i="0" spc="-15" dirty="0">
                <a:latin typeface="Times New Roman" panose="02020603050405020304" pitchFamily="18" charset="0"/>
                <a:cs typeface="Times New Roman" panose="02020603050405020304" pitchFamily="18" charset="0"/>
                <a:sym typeface="+mn-ea"/>
              </a:rPr>
              <a:t>number</a:t>
            </a:r>
            <a:r>
              <a:rPr lang="en-US" sz="2800" b="0" i="0" dirty="0">
                <a:latin typeface="Times New Roman" panose="02020603050405020304" pitchFamily="18" charset="0"/>
                <a:cs typeface="Times New Roman" panose="02020603050405020304" pitchFamily="18" charset="0"/>
              </a:rPr>
              <a:t/>
            </a:r>
            <a:br>
              <a:rPr lang="en-US" sz="2800" b="0" i="0" dirty="0">
                <a:latin typeface="Times New Roman" panose="02020603050405020304" pitchFamily="18" charset="0"/>
                <a:cs typeface="Times New Roman" panose="02020603050405020304" pitchFamily="18" charset="0"/>
              </a:rPr>
            </a:br>
            <a:r>
              <a:rPr lang="en-US" sz="2800" b="0" i="0" dirty="0">
                <a:latin typeface="Times New Roman" panose="02020603050405020304" pitchFamily="18" charset="0"/>
                <a:cs typeface="Times New Roman" panose="02020603050405020304" pitchFamily="18" charset="0"/>
                <a:sym typeface="+mn-ea"/>
              </a:rPr>
              <a:t>A </a:t>
            </a:r>
            <a:r>
              <a:rPr lang="en-US" sz="2800" b="0" i="0" spc="-5" dirty="0">
                <a:latin typeface="Times New Roman" panose="02020603050405020304" pitchFamily="18" charset="0"/>
                <a:cs typeface="Times New Roman" panose="02020603050405020304" pitchFamily="18" charset="0"/>
                <a:sym typeface="+mn-ea"/>
              </a:rPr>
              <a:t>variable</a:t>
            </a:r>
            <a:r>
              <a:rPr lang="en-US" sz="2800" b="0" i="0" spc="5" dirty="0">
                <a:latin typeface="Times New Roman" panose="02020603050405020304" pitchFamily="18" charset="0"/>
                <a:cs typeface="Times New Roman" panose="02020603050405020304" pitchFamily="18" charset="0"/>
                <a:sym typeface="+mn-ea"/>
              </a:rPr>
              <a:t> </a:t>
            </a:r>
            <a:r>
              <a:rPr lang="en-US" sz="2800" b="0" i="0" spc="-5" dirty="0">
                <a:latin typeface="Times New Roman" panose="02020603050405020304" pitchFamily="18" charset="0"/>
                <a:cs typeface="Times New Roman" panose="02020603050405020304" pitchFamily="18" charset="0"/>
                <a:sym typeface="+mn-ea"/>
              </a:rPr>
              <a:t>name </a:t>
            </a:r>
            <a:r>
              <a:rPr lang="en-US" sz="2800" b="0" i="0" dirty="0">
                <a:latin typeface="Times New Roman" panose="02020603050405020304" pitchFamily="18" charset="0"/>
                <a:cs typeface="Times New Roman" panose="02020603050405020304" pitchFamily="18" charset="0"/>
                <a:sym typeface="+mn-ea"/>
              </a:rPr>
              <a:t>can</a:t>
            </a:r>
            <a:r>
              <a:rPr lang="en-US" sz="2800" b="0" i="0" spc="-5" dirty="0">
                <a:latin typeface="Times New Roman" panose="02020603050405020304" pitchFamily="18" charset="0"/>
                <a:cs typeface="Times New Roman" panose="02020603050405020304" pitchFamily="18" charset="0"/>
                <a:sym typeface="+mn-ea"/>
              </a:rPr>
              <a:t> only</a:t>
            </a:r>
            <a:r>
              <a:rPr lang="en-US" sz="2800" b="0" i="0" spc="-10" dirty="0">
                <a:latin typeface="Times New Roman" panose="02020603050405020304" pitchFamily="18" charset="0"/>
                <a:cs typeface="Times New Roman" panose="02020603050405020304" pitchFamily="18" charset="0"/>
                <a:sym typeface="+mn-ea"/>
              </a:rPr>
              <a:t> </a:t>
            </a:r>
            <a:r>
              <a:rPr lang="en-US" sz="2800" b="0" i="0" dirty="0">
                <a:latin typeface="Times New Roman" panose="02020603050405020304" pitchFamily="18" charset="0"/>
                <a:cs typeface="Times New Roman" panose="02020603050405020304" pitchFamily="18" charset="0"/>
                <a:sym typeface="+mn-ea"/>
              </a:rPr>
              <a:t>contain </a:t>
            </a:r>
            <a:r>
              <a:rPr lang="en-US" sz="2800" b="0" i="0" spc="-5" dirty="0">
                <a:latin typeface="Times New Roman" panose="02020603050405020304" pitchFamily="18" charset="0"/>
                <a:cs typeface="Times New Roman" panose="02020603050405020304" pitchFamily="18" charset="0"/>
                <a:sym typeface="+mn-ea"/>
              </a:rPr>
              <a:t>alpha-numeric</a:t>
            </a:r>
            <a:r>
              <a:rPr lang="en-US" sz="2800" b="0" i="0" spc="5" dirty="0">
                <a:latin typeface="Times New Roman" panose="02020603050405020304" pitchFamily="18" charset="0"/>
                <a:cs typeface="Times New Roman" panose="02020603050405020304" pitchFamily="18" charset="0"/>
                <a:sym typeface="+mn-ea"/>
              </a:rPr>
              <a:t> </a:t>
            </a:r>
            <a:r>
              <a:rPr lang="en-US" sz="2800" b="0" i="0" dirty="0">
                <a:latin typeface="Times New Roman" panose="02020603050405020304" pitchFamily="18" charset="0"/>
                <a:cs typeface="Times New Roman" panose="02020603050405020304" pitchFamily="18" charset="0"/>
                <a:sym typeface="+mn-ea"/>
              </a:rPr>
              <a:t>characters</a:t>
            </a:r>
            <a:r>
              <a:rPr lang="en-US" sz="2800" b="0" i="0" spc="-10" dirty="0">
                <a:latin typeface="Times New Roman" panose="02020603050405020304" pitchFamily="18" charset="0"/>
                <a:cs typeface="Times New Roman" panose="02020603050405020304" pitchFamily="18" charset="0"/>
                <a:sym typeface="+mn-ea"/>
              </a:rPr>
              <a:t> </a:t>
            </a:r>
            <a:r>
              <a:rPr lang="en-US" sz="2800" b="0" i="0" spc="-5" dirty="0">
                <a:latin typeface="Times New Roman" panose="02020603050405020304" pitchFamily="18" charset="0"/>
                <a:cs typeface="Times New Roman" panose="02020603050405020304" pitchFamily="18" charset="0"/>
                <a:sym typeface="+mn-ea"/>
              </a:rPr>
              <a:t>and</a:t>
            </a:r>
            <a:r>
              <a:rPr lang="en-US" sz="2800" b="0" i="0" spc="5" dirty="0">
                <a:latin typeface="Times New Roman" panose="02020603050405020304" pitchFamily="18" charset="0"/>
                <a:cs typeface="Times New Roman" panose="02020603050405020304" pitchFamily="18" charset="0"/>
                <a:sym typeface="+mn-ea"/>
              </a:rPr>
              <a:t> </a:t>
            </a:r>
            <a:r>
              <a:rPr lang="en-US" sz="2800" b="0" i="0" spc="-5" dirty="0">
                <a:latin typeface="Times New Roman" panose="02020603050405020304" pitchFamily="18" charset="0"/>
                <a:cs typeface="Times New Roman" panose="02020603050405020304" pitchFamily="18" charset="0"/>
                <a:sym typeface="+mn-ea"/>
              </a:rPr>
              <a:t>underscores</a:t>
            </a:r>
            <a:r>
              <a:rPr lang="en-US" sz="2800" b="0" i="0" spc="5" dirty="0">
                <a:latin typeface="Times New Roman" panose="02020603050405020304" pitchFamily="18" charset="0"/>
                <a:cs typeface="Times New Roman" panose="02020603050405020304" pitchFamily="18" charset="0"/>
                <a:sym typeface="+mn-ea"/>
              </a:rPr>
              <a:t> (A- </a:t>
            </a:r>
            <a:r>
              <a:rPr lang="en-US" sz="2800" b="0" i="0" spc="-320" dirty="0">
                <a:latin typeface="Times New Roman" panose="02020603050405020304" pitchFamily="18" charset="0"/>
                <a:cs typeface="Times New Roman" panose="02020603050405020304" pitchFamily="18" charset="0"/>
                <a:sym typeface="+mn-ea"/>
              </a:rPr>
              <a:t> </a:t>
            </a:r>
            <a:r>
              <a:rPr lang="en-US" sz="2800" b="0" i="0" spc="-10" dirty="0">
                <a:latin typeface="Times New Roman" panose="02020603050405020304" pitchFamily="18" charset="0"/>
                <a:cs typeface="Times New Roman" panose="02020603050405020304" pitchFamily="18" charset="0"/>
                <a:sym typeface="+mn-ea"/>
              </a:rPr>
              <a:t>z,</a:t>
            </a:r>
            <a:r>
              <a:rPr lang="en-US" sz="2800" b="0" i="0" spc="-5" dirty="0">
                <a:latin typeface="Times New Roman" panose="02020603050405020304" pitchFamily="18" charset="0"/>
                <a:cs typeface="Times New Roman" panose="02020603050405020304" pitchFamily="18" charset="0"/>
                <a:sym typeface="+mn-ea"/>
              </a:rPr>
              <a:t> </a:t>
            </a:r>
            <a:r>
              <a:rPr lang="en-US" sz="2800" b="0" i="0" dirty="0">
                <a:latin typeface="Times New Roman" panose="02020603050405020304" pitchFamily="18" charset="0"/>
                <a:cs typeface="Times New Roman" panose="02020603050405020304" pitchFamily="18" charset="0"/>
                <a:sym typeface="+mn-ea"/>
              </a:rPr>
              <a:t>0-9, </a:t>
            </a:r>
            <a:r>
              <a:rPr lang="en-US" sz="2800" b="0" i="0" spc="-5" dirty="0">
                <a:latin typeface="Times New Roman" panose="02020603050405020304" pitchFamily="18" charset="0"/>
                <a:cs typeface="Times New Roman" panose="02020603050405020304" pitchFamily="18" charset="0"/>
                <a:sym typeface="+mn-ea"/>
              </a:rPr>
              <a:t>and</a:t>
            </a:r>
            <a:r>
              <a:rPr lang="en-US" sz="2800" b="0" i="0" spc="-10" dirty="0">
                <a:latin typeface="Times New Roman" panose="02020603050405020304" pitchFamily="18" charset="0"/>
                <a:cs typeface="Times New Roman" panose="02020603050405020304" pitchFamily="18" charset="0"/>
                <a:sym typeface="+mn-ea"/>
              </a:rPr>
              <a:t> </a:t>
            </a:r>
            <a:r>
              <a:rPr lang="en-US" sz="2800" b="0" i="0" spc="-5" dirty="0">
                <a:latin typeface="Times New Roman" panose="02020603050405020304" pitchFamily="18" charset="0"/>
                <a:cs typeface="Times New Roman" panose="02020603050405020304" pitchFamily="18" charset="0"/>
                <a:sym typeface="+mn-ea"/>
              </a:rPr>
              <a:t>_</a:t>
            </a:r>
            <a:r>
              <a:rPr lang="en-US" sz="2800" b="0" i="0" spc="-10" dirty="0">
                <a:latin typeface="Times New Roman" panose="02020603050405020304" pitchFamily="18" charset="0"/>
                <a:cs typeface="Times New Roman" panose="02020603050405020304" pitchFamily="18" charset="0"/>
                <a:sym typeface="+mn-ea"/>
              </a:rPr>
              <a:t> </a:t>
            </a:r>
            <a:r>
              <a:rPr lang="en-US" sz="2800" b="0" i="0" dirty="0">
                <a:latin typeface="Times New Roman" panose="02020603050405020304" pitchFamily="18" charset="0"/>
                <a:cs typeface="Times New Roman" panose="02020603050405020304" pitchFamily="18" charset="0"/>
                <a:sym typeface="+mn-ea"/>
              </a:rPr>
              <a:t>).</a:t>
            </a:r>
          </a:p>
          <a:p>
            <a:pPr marL="457200" indent="-457200">
              <a:buFont typeface="Arial" panose="020B0604020202020204" pitchFamily="34" charset="0"/>
              <a:buChar char="•"/>
            </a:pPr>
            <a:r>
              <a:rPr lang="en-US" sz="2800" b="0" i="0" spc="-5" dirty="0">
                <a:latin typeface="Times New Roman" panose="02020603050405020304" pitchFamily="18" charset="0"/>
                <a:cs typeface="Times New Roman" panose="02020603050405020304" pitchFamily="18" charset="0"/>
                <a:sym typeface="+mn-ea"/>
              </a:rPr>
              <a:t>Variable</a:t>
            </a:r>
            <a:r>
              <a:rPr lang="en-US" sz="2800" b="0" i="0" dirty="0">
                <a:latin typeface="Times New Roman" panose="02020603050405020304" pitchFamily="18" charset="0"/>
                <a:cs typeface="Times New Roman" panose="02020603050405020304" pitchFamily="18" charset="0"/>
                <a:sym typeface="+mn-ea"/>
              </a:rPr>
              <a:t> </a:t>
            </a:r>
            <a:r>
              <a:rPr lang="en-US" sz="2800" b="0" i="0" spc="-5" dirty="0">
                <a:latin typeface="Times New Roman" panose="02020603050405020304" pitchFamily="18" charset="0"/>
                <a:cs typeface="Times New Roman" panose="02020603050405020304" pitchFamily="18" charset="0"/>
                <a:sym typeface="+mn-ea"/>
              </a:rPr>
              <a:t>names</a:t>
            </a:r>
            <a:r>
              <a:rPr lang="en-US" sz="2800" b="0" i="0" dirty="0">
                <a:latin typeface="Times New Roman" panose="02020603050405020304" pitchFamily="18" charset="0"/>
                <a:cs typeface="Times New Roman" panose="02020603050405020304" pitchFamily="18" charset="0"/>
                <a:sym typeface="+mn-ea"/>
              </a:rPr>
              <a:t> </a:t>
            </a:r>
            <a:r>
              <a:rPr lang="en-US" sz="2800" b="0" i="0" spc="-5" dirty="0">
                <a:latin typeface="Times New Roman" panose="02020603050405020304" pitchFamily="18" charset="0"/>
                <a:cs typeface="Times New Roman" panose="02020603050405020304" pitchFamily="18" charset="0"/>
                <a:sym typeface="+mn-ea"/>
              </a:rPr>
              <a:t>are</a:t>
            </a:r>
            <a:r>
              <a:rPr lang="en-US" sz="2800" b="0" i="0" spc="10" dirty="0">
                <a:latin typeface="Times New Roman" panose="02020603050405020304" pitchFamily="18" charset="0"/>
                <a:cs typeface="Times New Roman" panose="02020603050405020304" pitchFamily="18" charset="0"/>
                <a:sym typeface="+mn-ea"/>
              </a:rPr>
              <a:t> </a:t>
            </a:r>
            <a:r>
              <a:rPr lang="en-US" sz="2800" b="0" i="0" spc="-5" dirty="0">
                <a:latin typeface="Times New Roman" panose="02020603050405020304" pitchFamily="18" charset="0"/>
                <a:cs typeface="Times New Roman" panose="02020603050405020304" pitchFamily="18" charset="0"/>
                <a:sym typeface="+mn-ea"/>
              </a:rPr>
              <a:t>case-sensitive</a:t>
            </a:r>
            <a:r>
              <a:rPr lang="en-US" sz="2800" b="0" i="0" spc="10" dirty="0">
                <a:latin typeface="Times New Roman" panose="02020603050405020304" pitchFamily="18" charset="0"/>
                <a:cs typeface="Times New Roman" panose="02020603050405020304" pitchFamily="18" charset="0"/>
                <a:sym typeface="+mn-ea"/>
              </a:rPr>
              <a:t> </a:t>
            </a:r>
            <a:r>
              <a:rPr lang="en-US" sz="2800" b="0" i="0" spc="-5" dirty="0">
                <a:latin typeface="Times New Roman" panose="02020603050405020304" pitchFamily="18" charset="0"/>
                <a:cs typeface="Times New Roman" panose="02020603050405020304" pitchFamily="18" charset="0"/>
                <a:sym typeface="+mn-ea"/>
              </a:rPr>
              <a:t>($age</a:t>
            </a:r>
            <a:r>
              <a:rPr lang="en-US" sz="2800" b="0" i="0" spc="10" dirty="0">
                <a:latin typeface="Times New Roman" panose="02020603050405020304" pitchFamily="18" charset="0"/>
                <a:cs typeface="Times New Roman" panose="02020603050405020304" pitchFamily="18" charset="0"/>
                <a:sym typeface="+mn-ea"/>
              </a:rPr>
              <a:t> </a:t>
            </a:r>
            <a:r>
              <a:rPr lang="en-US" sz="2800" b="0" i="0" spc="-5" dirty="0">
                <a:latin typeface="Times New Roman" panose="02020603050405020304" pitchFamily="18" charset="0"/>
                <a:cs typeface="Times New Roman" panose="02020603050405020304" pitchFamily="18" charset="0"/>
                <a:sym typeface="+mn-ea"/>
              </a:rPr>
              <a:t>and</a:t>
            </a:r>
            <a:r>
              <a:rPr lang="en-US" sz="2800" b="0" i="0" dirty="0">
                <a:latin typeface="Times New Roman" panose="02020603050405020304" pitchFamily="18" charset="0"/>
                <a:cs typeface="Times New Roman" panose="02020603050405020304" pitchFamily="18" charset="0"/>
                <a:sym typeface="+mn-ea"/>
              </a:rPr>
              <a:t> $AGE are</a:t>
            </a:r>
            <a:r>
              <a:rPr lang="en-US" sz="2800" b="0" i="0" spc="15" dirty="0">
                <a:latin typeface="Times New Roman" panose="02020603050405020304" pitchFamily="18" charset="0"/>
                <a:cs typeface="Times New Roman" panose="02020603050405020304" pitchFamily="18" charset="0"/>
                <a:sym typeface="+mn-ea"/>
              </a:rPr>
              <a:t> </a:t>
            </a:r>
            <a:r>
              <a:rPr lang="en-US" sz="2800" b="0" i="0" spc="-10" dirty="0">
                <a:latin typeface="Times New Roman" panose="02020603050405020304" pitchFamily="18" charset="0"/>
                <a:cs typeface="Times New Roman" panose="02020603050405020304" pitchFamily="18" charset="0"/>
                <a:sym typeface="+mn-ea"/>
              </a:rPr>
              <a:t>two</a:t>
            </a:r>
            <a:r>
              <a:rPr lang="en-US" sz="2800" b="0" i="0" spc="10" dirty="0">
                <a:latin typeface="Times New Roman" panose="02020603050405020304" pitchFamily="18" charset="0"/>
                <a:cs typeface="Times New Roman" panose="02020603050405020304" pitchFamily="18" charset="0"/>
                <a:sym typeface="+mn-ea"/>
              </a:rPr>
              <a:t> </a:t>
            </a:r>
            <a:r>
              <a:rPr lang="en-US" sz="2800" b="0" i="0" spc="-5" dirty="0">
                <a:latin typeface="Times New Roman" panose="02020603050405020304" pitchFamily="18" charset="0"/>
                <a:cs typeface="Times New Roman" panose="02020603050405020304" pitchFamily="18" charset="0"/>
                <a:sym typeface="+mn-ea"/>
              </a:rPr>
              <a:t>different</a:t>
            </a:r>
            <a:r>
              <a:rPr lang="en-US" sz="2800" b="0" i="0" spc="-50" dirty="0">
                <a:latin typeface="Times New Roman" panose="02020603050405020304" pitchFamily="18" charset="0"/>
                <a:cs typeface="Times New Roman" panose="02020603050405020304" pitchFamily="18" charset="0"/>
                <a:sym typeface="+mn-ea"/>
              </a:rPr>
              <a:t> </a:t>
            </a:r>
            <a:r>
              <a:rPr lang="en-US" sz="2800" b="0" i="0" spc="-5" dirty="0">
                <a:latin typeface="Times New Roman" panose="02020603050405020304" pitchFamily="18" charset="0"/>
                <a:cs typeface="Times New Roman" panose="02020603050405020304" pitchFamily="18" charset="0"/>
                <a:sym typeface="+mn-ea"/>
              </a:rPr>
              <a:t>variables)</a:t>
            </a:r>
            <a:endParaRPr lang="en-IN" sz="2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i="0" spc="-5" dirty="0">
                <a:latin typeface="Times New Roman" panose="02020603050405020304" pitchFamily="18" charset="0"/>
                <a:cs typeface="Times New Roman" panose="02020603050405020304" pitchFamily="18" charset="0"/>
                <a:sym typeface="+mn-ea"/>
              </a:rPr>
              <a:t>PHP</a:t>
            </a:r>
            <a:r>
              <a:rPr i="0" spc="-15" dirty="0">
                <a:latin typeface="Times New Roman" panose="02020603050405020304" pitchFamily="18" charset="0"/>
                <a:cs typeface="Times New Roman" panose="02020603050405020304" pitchFamily="18" charset="0"/>
                <a:sym typeface="+mn-ea"/>
              </a:rPr>
              <a:t> </a:t>
            </a:r>
            <a:r>
              <a:rPr i="0" spc="-5" dirty="0">
                <a:latin typeface="Times New Roman" panose="02020603050405020304" pitchFamily="18" charset="0"/>
                <a:cs typeface="Times New Roman" panose="02020603050405020304" pitchFamily="18" charset="0"/>
                <a:sym typeface="+mn-ea"/>
              </a:rPr>
              <a:t>Variables</a:t>
            </a:r>
            <a:r>
              <a:rPr i="0" spc="-15" dirty="0">
                <a:latin typeface="Times New Roman" panose="02020603050405020304" pitchFamily="18" charset="0"/>
                <a:cs typeface="Times New Roman" panose="02020603050405020304" pitchFamily="18" charset="0"/>
                <a:sym typeface="+mn-ea"/>
              </a:rPr>
              <a:t> </a:t>
            </a:r>
            <a:r>
              <a:rPr i="0" spc="-5" dirty="0">
                <a:latin typeface="Times New Roman" panose="02020603050405020304" pitchFamily="18" charset="0"/>
                <a:cs typeface="Times New Roman" panose="02020603050405020304" pitchFamily="18" charset="0"/>
                <a:sym typeface="+mn-ea"/>
              </a:rPr>
              <a:t>Scope</a:t>
            </a:r>
            <a:r>
              <a:rPr sz="2400" b="0" i="0">
                <a:latin typeface="Times New Roman" panose="02020603050405020304" pitchFamily="18" charset="0"/>
                <a:cs typeface="Times New Roman" panose="02020603050405020304" pitchFamily="18" charset="0"/>
              </a:rPr>
              <a:t/>
            </a:r>
            <a:br>
              <a:rPr sz="2400" b="0" i="0">
                <a:latin typeface="Times New Roman" panose="02020603050405020304" pitchFamily="18" charset="0"/>
                <a:cs typeface="Times New Roman" panose="02020603050405020304" pitchFamily="18" charset="0"/>
              </a:rPr>
            </a:br>
            <a:r>
              <a:rPr sz="2400" b="0" i="0">
                <a:latin typeface="Times New Roman" panose="02020603050405020304" pitchFamily="18" charset="0"/>
                <a:cs typeface="Times New Roman" panose="02020603050405020304" pitchFamily="18" charset="0"/>
              </a:rPr>
              <a:t/>
            </a:r>
            <a:br>
              <a:rPr sz="2400" b="0" i="0">
                <a:latin typeface="Times New Roman" panose="02020603050405020304" pitchFamily="18" charset="0"/>
                <a:cs typeface="Times New Roman" panose="02020603050405020304" pitchFamily="18" charset="0"/>
              </a:rPr>
            </a:br>
            <a:r>
              <a:rPr sz="2400" b="0" i="0" dirty="0">
                <a:latin typeface="Times New Roman" panose="02020603050405020304" pitchFamily="18" charset="0"/>
                <a:cs typeface="Times New Roman" panose="02020603050405020304" pitchFamily="18" charset="0"/>
                <a:sym typeface="+mn-ea"/>
              </a:rPr>
              <a:t>In</a:t>
            </a:r>
            <a:r>
              <a:rPr sz="2400" b="0" i="0" spc="5" dirty="0">
                <a:latin typeface="Times New Roman" panose="02020603050405020304" pitchFamily="18" charset="0"/>
                <a:cs typeface="Times New Roman" panose="02020603050405020304" pitchFamily="18" charset="0"/>
                <a:sym typeface="+mn-ea"/>
              </a:rPr>
              <a:t> </a:t>
            </a:r>
            <a:r>
              <a:rPr sz="2400" b="0" i="0" dirty="0">
                <a:latin typeface="Times New Roman" panose="02020603050405020304" pitchFamily="18" charset="0"/>
                <a:cs typeface="Times New Roman" panose="02020603050405020304" pitchFamily="18" charset="0"/>
                <a:sym typeface="+mn-ea"/>
              </a:rPr>
              <a:t>PHP,</a:t>
            </a:r>
            <a:r>
              <a:rPr sz="2400" b="0" i="0" spc="-5" dirty="0">
                <a:latin typeface="Times New Roman" panose="02020603050405020304" pitchFamily="18" charset="0"/>
                <a:cs typeface="Times New Roman" panose="02020603050405020304" pitchFamily="18" charset="0"/>
                <a:sym typeface="+mn-ea"/>
              </a:rPr>
              <a:t> variables</a:t>
            </a:r>
            <a:r>
              <a:rPr sz="2400" b="0" i="0" spc="5"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can be</a:t>
            </a:r>
            <a:r>
              <a:rPr sz="2400" b="0" i="0" spc="5"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declared anywhere</a:t>
            </a:r>
            <a:r>
              <a:rPr sz="2400" b="0" i="0" spc="5"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in</a:t>
            </a:r>
            <a:r>
              <a:rPr sz="2400" b="0" i="0" spc="10"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the</a:t>
            </a:r>
            <a:r>
              <a:rPr sz="2400" b="0" i="0" spc="-15"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script.</a:t>
            </a:r>
            <a:r>
              <a:rPr sz="2400" b="0" i="0">
                <a:latin typeface="Times New Roman" panose="02020603050405020304" pitchFamily="18" charset="0"/>
                <a:cs typeface="Times New Roman" panose="02020603050405020304" pitchFamily="18" charset="0"/>
              </a:rPr>
              <a:t/>
            </a:r>
            <a:br>
              <a:rPr sz="2400" b="0" i="0">
                <a:latin typeface="Times New Roman" panose="02020603050405020304" pitchFamily="18" charset="0"/>
                <a:cs typeface="Times New Roman" panose="02020603050405020304" pitchFamily="18" charset="0"/>
              </a:rPr>
            </a:br>
            <a:r>
              <a:rPr sz="2400" b="0" i="0" spc="-5" dirty="0">
                <a:latin typeface="Times New Roman" panose="02020603050405020304" pitchFamily="18" charset="0"/>
                <a:cs typeface="Times New Roman" panose="02020603050405020304" pitchFamily="18" charset="0"/>
                <a:sym typeface="+mn-ea"/>
              </a:rPr>
              <a:t>The</a:t>
            </a:r>
            <a:r>
              <a:rPr sz="2400" b="0" i="0"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scope of</a:t>
            </a:r>
            <a:r>
              <a:rPr sz="2400" b="0" i="0" spc="15"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a</a:t>
            </a:r>
            <a:r>
              <a:rPr sz="2400" b="0" i="0"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variable</a:t>
            </a:r>
            <a:r>
              <a:rPr sz="2400" b="0" i="0" spc="5"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is</a:t>
            </a:r>
            <a:r>
              <a:rPr sz="2400" b="0" i="0" spc="5"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the</a:t>
            </a:r>
            <a:r>
              <a:rPr sz="2400" b="0" i="0" spc="5"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part</a:t>
            </a:r>
            <a:r>
              <a:rPr sz="2400" b="0" i="0" spc="5"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of</a:t>
            </a:r>
            <a:r>
              <a:rPr sz="2400" b="0" i="0" spc="5" dirty="0">
                <a:latin typeface="Times New Roman" panose="02020603050405020304" pitchFamily="18" charset="0"/>
                <a:cs typeface="Times New Roman" panose="02020603050405020304" pitchFamily="18" charset="0"/>
                <a:sym typeface="+mn-ea"/>
              </a:rPr>
              <a:t> </a:t>
            </a:r>
            <a:r>
              <a:rPr sz="2400" b="0" i="0" dirty="0">
                <a:latin typeface="Times New Roman" panose="02020603050405020304" pitchFamily="18" charset="0"/>
                <a:cs typeface="Times New Roman" panose="02020603050405020304" pitchFamily="18" charset="0"/>
                <a:sym typeface="+mn-ea"/>
              </a:rPr>
              <a:t>the</a:t>
            </a:r>
            <a:r>
              <a:rPr sz="2400" b="0" i="0" spc="-5" dirty="0">
                <a:latin typeface="Times New Roman" panose="02020603050405020304" pitchFamily="18" charset="0"/>
                <a:cs typeface="Times New Roman" panose="02020603050405020304" pitchFamily="18" charset="0"/>
                <a:sym typeface="+mn-ea"/>
              </a:rPr>
              <a:t> script</a:t>
            </a:r>
            <a:r>
              <a:rPr sz="2400" b="0" i="0"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where</a:t>
            </a:r>
            <a:r>
              <a:rPr sz="2400" b="0" i="0" spc="5"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the</a:t>
            </a:r>
            <a:r>
              <a:rPr sz="2400" b="0" i="0" spc="5"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variable</a:t>
            </a:r>
            <a:r>
              <a:rPr sz="2400" b="0" i="0" spc="5" dirty="0">
                <a:latin typeface="Times New Roman" panose="02020603050405020304" pitchFamily="18" charset="0"/>
                <a:cs typeface="Times New Roman" panose="02020603050405020304" pitchFamily="18" charset="0"/>
                <a:sym typeface="+mn-ea"/>
              </a:rPr>
              <a:t> </a:t>
            </a:r>
            <a:r>
              <a:rPr sz="2400" b="0" i="0" spc="-10" dirty="0">
                <a:latin typeface="Times New Roman" panose="02020603050405020304" pitchFamily="18" charset="0"/>
                <a:cs typeface="Times New Roman" panose="02020603050405020304" pitchFamily="18" charset="0"/>
                <a:sym typeface="+mn-ea"/>
              </a:rPr>
              <a:t>can</a:t>
            </a:r>
            <a:r>
              <a:rPr sz="2400" b="0" i="0" spc="5"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be </a:t>
            </a:r>
            <a:r>
              <a:rPr sz="2400" b="0" i="0" spc="-320"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referenced/used.</a:t>
            </a:r>
            <a:r>
              <a:rPr sz="2400" b="0" i="0">
                <a:latin typeface="Times New Roman" panose="02020603050405020304" pitchFamily="18" charset="0"/>
                <a:cs typeface="Times New Roman" panose="02020603050405020304" pitchFamily="18" charset="0"/>
              </a:rPr>
              <a:t/>
            </a:r>
            <a:br>
              <a:rPr sz="2400" b="0" i="0">
                <a:latin typeface="Times New Roman" panose="02020603050405020304" pitchFamily="18" charset="0"/>
                <a:cs typeface="Times New Roman" panose="02020603050405020304" pitchFamily="18" charset="0"/>
              </a:rPr>
            </a:br>
            <a:r>
              <a:rPr sz="2400" b="0" i="0" spc="-5" dirty="0">
                <a:latin typeface="Times New Roman" panose="02020603050405020304" pitchFamily="18" charset="0"/>
                <a:cs typeface="Times New Roman" panose="02020603050405020304" pitchFamily="18" charset="0"/>
                <a:sym typeface="+mn-ea"/>
              </a:rPr>
              <a:t>PHP</a:t>
            </a:r>
            <a:r>
              <a:rPr sz="2400" b="0" i="0"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has</a:t>
            </a:r>
            <a:r>
              <a:rPr sz="2400" b="0" i="0" spc="-15"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three</a:t>
            </a:r>
            <a:r>
              <a:rPr sz="2400" b="0" i="0"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different</a:t>
            </a:r>
            <a:r>
              <a:rPr sz="2400" b="0" i="0"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variable</a:t>
            </a:r>
            <a:r>
              <a:rPr sz="2400" b="0" i="0"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scopes:</a:t>
            </a:r>
            <a:r>
              <a:rPr sz="2400" b="0" i="0">
                <a:latin typeface="Times New Roman" panose="02020603050405020304" pitchFamily="18" charset="0"/>
                <a:cs typeface="Times New Roman" panose="02020603050405020304" pitchFamily="18" charset="0"/>
              </a:rPr>
              <a:t/>
            </a:r>
            <a:br>
              <a:rPr sz="2400" b="0" i="0">
                <a:latin typeface="Times New Roman" panose="02020603050405020304" pitchFamily="18" charset="0"/>
                <a:cs typeface="Times New Roman" panose="02020603050405020304" pitchFamily="18" charset="0"/>
              </a:rPr>
            </a:br>
            <a:r>
              <a:rPr sz="2400" b="0" i="0" dirty="0">
                <a:highlight>
                  <a:srgbClr val="FFFF00"/>
                </a:highlight>
                <a:latin typeface="Times New Roman" panose="02020603050405020304" pitchFamily="18" charset="0"/>
                <a:cs typeface="Times New Roman" panose="02020603050405020304" pitchFamily="18" charset="0"/>
                <a:sym typeface="+mn-ea"/>
              </a:rPr>
              <a:t>local</a:t>
            </a:r>
            <a:r>
              <a:rPr sz="2400" b="0" i="0">
                <a:highlight>
                  <a:srgbClr val="FFFF00"/>
                </a:highlight>
                <a:latin typeface="Times New Roman" panose="02020603050405020304" pitchFamily="18" charset="0"/>
                <a:cs typeface="Times New Roman" panose="02020603050405020304" pitchFamily="18" charset="0"/>
              </a:rPr>
              <a:t/>
            </a:r>
            <a:br>
              <a:rPr sz="2400" b="0" i="0">
                <a:highlight>
                  <a:srgbClr val="FFFF00"/>
                </a:highlight>
                <a:latin typeface="Times New Roman" panose="02020603050405020304" pitchFamily="18" charset="0"/>
                <a:cs typeface="Times New Roman" panose="02020603050405020304" pitchFamily="18" charset="0"/>
              </a:rPr>
            </a:br>
            <a:r>
              <a:rPr sz="2400" b="0" i="0" spc="-5" dirty="0">
                <a:highlight>
                  <a:srgbClr val="FFFF00"/>
                </a:highlight>
                <a:latin typeface="Times New Roman" panose="02020603050405020304" pitchFamily="18" charset="0"/>
                <a:cs typeface="Times New Roman" panose="02020603050405020304" pitchFamily="18" charset="0"/>
                <a:sym typeface="+mn-ea"/>
              </a:rPr>
              <a:t>global</a:t>
            </a:r>
            <a:r>
              <a:rPr sz="2400" b="0" i="0">
                <a:highlight>
                  <a:srgbClr val="FFFF00"/>
                </a:highlight>
                <a:latin typeface="Times New Roman" panose="02020603050405020304" pitchFamily="18" charset="0"/>
                <a:cs typeface="Times New Roman" panose="02020603050405020304" pitchFamily="18" charset="0"/>
              </a:rPr>
              <a:t/>
            </a:r>
            <a:br>
              <a:rPr sz="2400" b="0" i="0">
                <a:highlight>
                  <a:srgbClr val="FFFF00"/>
                </a:highlight>
                <a:latin typeface="Times New Roman" panose="02020603050405020304" pitchFamily="18" charset="0"/>
                <a:cs typeface="Times New Roman" panose="02020603050405020304" pitchFamily="18" charset="0"/>
              </a:rPr>
            </a:br>
            <a:r>
              <a:rPr sz="2400" b="0" i="0" dirty="0">
                <a:highlight>
                  <a:srgbClr val="FFFF00"/>
                </a:highlight>
                <a:latin typeface="Times New Roman" panose="02020603050405020304" pitchFamily="18" charset="0"/>
                <a:cs typeface="Times New Roman" panose="02020603050405020304" pitchFamily="18" charset="0"/>
                <a:sym typeface="+mn-ea"/>
              </a:rPr>
              <a:t>static</a:t>
            </a:r>
            <a:r>
              <a:rPr sz="2400" b="0" i="0">
                <a:latin typeface="Times New Roman" panose="02020603050405020304" pitchFamily="18" charset="0"/>
                <a:cs typeface="Times New Roman" panose="02020603050405020304" pitchFamily="18" charset="0"/>
              </a:rPr>
              <a:t/>
            </a:r>
            <a:br>
              <a:rPr sz="2400" b="0" i="0">
                <a:latin typeface="Times New Roman" panose="02020603050405020304" pitchFamily="18" charset="0"/>
                <a:cs typeface="Times New Roman" panose="02020603050405020304" pitchFamily="18" charset="0"/>
              </a:rPr>
            </a:br>
            <a:r>
              <a:rPr sz="2400" b="0" i="0">
                <a:latin typeface="Times New Roman" panose="02020603050405020304" pitchFamily="18" charset="0"/>
                <a:cs typeface="Times New Roman" panose="02020603050405020304" pitchFamily="18" charset="0"/>
              </a:rPr>
              <a:t/>
            </a:r>
            <a:br>
              <a:rPr sz="2400" b="0" i="0">
                <a:latin typeface="Times New Roman" panose="02020603050405020304" pitchFamily="18" charset="0"/>
                <a:cs typeface="Times New Roman" panose="02020603050405020304" pitchFamily="18" charset="0"/>
              </a:rPr>
            </a:br>
            <a:r>
              <a:rPr sz="2400" b="0" i="0" dirty="0">
                <a:highlight>
                  <a:srgbClr val="00FFFF"/>
                </a:highlight>
                <a:latin typeface="Times New Roman" panose="02020603050405020304" pitchFamily="18" charset="0"/>
                <a:cs typeface="Times New Roman" panose="02020603050405020304" pitchFamily="18" charset="0"/>
                <a:sym typeface="+mn-ea"/>
              </a:rPr>
              <a:t>Global</a:t>
            </a:r>
            <a:r>
              <a:rPr sz="2400" b="0" i="0" spc="-20" dirty="0">
                <a:highlight>
                  <a:srgbClr val="00FFFF"/>
                </a:highlight>
                <a:latin typeface="Times New Roman" panose="02020603050405020304" pitchFamily="18" charset="0"/>
                <a:cs typeface="Times New Roman" panose="02020603050405020304" pitchFamily="18" charset="0"/>
                <a:sym typeface="+mn-ea"/>
              </a:rPr>
              <a:t> </a:t>
            </a:r>
            <a:r>
              <a:rPr sz="2400" b="0" i="0" dirty="0">
                <a:highlight>
                  <a:srgbClr val="00FFFF"/>
                </a:highlight>
                <a:latin typeface="Times New Roman" panose="02020603050405020304" pitchFamily="18" charset="0"/>
                <a:cs typeface="Times New Roman" panose="02020603050405020304" pitchFamily="18" charset="0"/>
                <a:sym typeface="+mn-ea"/>
              </a:rPr>
              <a:t>and</a:t>
            </a:r>
            <a:r>
              <a:rPr sz="2400" b="0" i="0" spc="-20" dirty="0">
                <a:highlight>
                  <a:srgbClr val="00FFFF"/>
                </a:highlight>
                <a:latin typeface="Times New Roman" panose="02020603050405020304" pitchFamily="18" charset="0"/>
                <a:cs typeface="Times New Roman" panose="02020603050405020304" pitchFamily="18" charset="0"/>
                <a:sym typeface="+mn-ea"/>
              </a:rPr>
              <a:t> </a:t>
            </a:r>
            <a:r>
              <a:rPr sz="2400" b="0" i="0" spc="-5" dirty="0">
                <a:highlight>
                  <a:srgbClr val="00FFFF"/>
                </a:highlight>
                <a:latin typeface="Times New Roman" panose="02020603050405020304" pitchFamily="18" charset="0"/>
                <a:cs typeface="Times New Roman" panose="02020603050405020304" pitchFamily="18" charset="0"/>
                <a:sym typeface="+mn-ea"/>
              </a:rPr>
              <a:t>Local</a:t>
            </a:r>
            <a:r>
              <a:rPr sz="2400" b="0" i="0" spc="-25" dirty="0">
                <a:highlight>
                  <a:srgbClr val="00FFFF"/>
                </a:highlight>
                <a:latin typeface="Times New Roman" panose="02020603050405020304" pitchFamily="18" charset="0"/>
                <a:cs typeface="Times New Roman" panose="02020603050405020304" pitchFamily="18" charset="0"/>
                <a:sym typeface="+mn-ea"/>
              </a:rPr>
              <a:t> </a:t>
            </a:r>
            <a:r>
              <a:rPr sz="2400" b="0" i="0" spc="-5" dirty="0">
                <a:highlight>
                  <a:srgbClr val="00FFFF"/>
                </a:highlight>
                <a:latin typeface="Times New Roman" panose="02020603050405020304" pitchFamily="18" charset="0"/>
                <a:cs typeface="Times New Roman" panose="02020603050405020304" pitchFamily="18" charset="0"/>
                <a:sym typeface="+mn-ea"/>
              </a:rPr>
              <a:t>Scope</a:t>
            </a:r>
            <a:r>
              <a:rPr sz="2400" b="0" i="0">
                <a:highlight>
                  <a:srgbClr val="00FFFF"/>
                </a:highlight>
                <a:latin typeface="Times New Roman" panose="02020603050405020304" pitchFamily="18" charset="0"/>
                <a:cs typeface="Times New Roman" panose="02020603050405020304" pitchFamily="18" charset="0"/>
              </a:rPr>
              <a:t/>
            </a:r>
            <a:br>
              <a:rPr sz="2400" b="0" i="0">
                <a:highlight>
                  <a:srgbClr val="00FFFF"/>
                </a:highlight>
                <a:latin typeface="Times New Roman" panose="02020603050405020304" pitchFamily="18" charset="0"/>
                <a:cs typeface="Times New Roman" panose="02020603050405020304" pitchFamily="18" charset="0"/>
              </a:rPr>
            </a:br>
            <a:r>
              <a:rPr sz="2400" b="0" i="0">
                <a:latin typeface="Times New Roman" panose="02020603050405020304" pitchFamily="18" charset="0"/>
                <a:cs typeface="Times New Roman" panose="02020603050405020304" pitchFamily="18" charset="0"/>
              </a:rPr>
              <a:t/>
            </a:r>
            <a:br>
              <a:rPr sz="2400" b="0" i="0">
                <a:latin typeface="Times New Roman" panose="02020603050405020304" pitchFamily="18" charset="0"/>
                <a:cs typeface="Times New Roman" panose="02020603050405020304" pitchFamily="18" charset="0"/>
              </a:rPr>
            </a:br>
            <a:r>
              <a:rPr sz="2400" b="0" i="0" dirty="0">
                <a:latin typeface="Times New Roman" panose="02020603050405020304" pitchFamily="18" charset="0"/>
                <a:cs typeface="Times New Roman" panose="02020603050405020304" pitchFamily="18" charset="0"/>
                <a:sym typeface="+mn-ea"/>
              </a:rPr>
              <a:t>A</a:t>
            </a:r>
            <a:r>
              <a:rPr sz="2400" b="0" i="0" spc="5"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variable</a:t>
            </a:r>
            <a:r>
              <a:rPr sz="2400" b="0" i="0" spc="10"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declared</a:t>
            </a:r>
            <a:r>
              <a:rPr sz="2400" b="0" i="0" spc="20"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outside</a:t>
            </a:r>
            <a:r>
              <a:rPr sz="2400" b="0" i="0" spc="20"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a function</a:t>
            </a:r>
            <a:r>
              <a:rPr sz="2400" b="0" i="0" spc="10"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has a</a:t>
            </a:r>
            <a:r>
              <a:rPr sz="2400" b="0" i="0"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GLOBAL</a:t>
            </a:r>
            <a:r>
              <a:rPr sz="2400" b="0" i="0" spc="5"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SCOPE</a:t>
            </a:r>
            <a:r>
              <a:rPr sz="2400" b="0" i="0" spc="10"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and can</a:t>
            </a:r>
            <a:r>
              <a:rPr sz="2400" b="0" i="0" spc="10"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only</a:t>
            </a:r>
            <a:r>
              <a:rPr sz="2400" b="0" i="0" spc="-10" dirty="0">
                <a:latin typeface="Times New Roman" panose="02020603050405020304" pitchFamily="18" charset="0"/>
                <a:cs typeface="Times New Roman" panose="02020603050405020304" pitchFamily="18" charset="0"/>
                <a:sym typeface="+mn-ea"/>
              </a:rPr>
              <a:t> </a:t>
            </a:r>
            <a:r>
              <a:rPr sz="2400" b="0" i="0" dirty="0">
                <a:latin typeface="Times New Roman" panose="02020603050405020304" pitchFamily="18" charset="0"/>
                <a:cs typeface="Times New Roman" panose="02020603050405020304" pitchFamily="18" charset="0"/>
                <a:sym typeface="+mn-ea"/>
              </a:rPr>
              <a:t>be </a:t>
            </a:r>
            <a:r>
              <a:rPr sz="2400" b="0" i="0" spc="-320"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accessed</a:t>
            </a:r>
            <a:r>
              <a:rPr sz="2400" b="0" i="0"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outside</a:t>
            </a:r>
            <a:r>
              <a:rPr sz="2400" b="0" i="0" spc="-10"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a</a:t>
            </a:r>
            <a:r>
              <a:rPr sz="2400" b="0" i="0" spc="-10"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function:</a:t>
            </a:r>
            <a:r>
              <a:rPr sz="2400" b="0" i="0">
                <a:latin typeface="Times New Roman" panose="02020603050405020304" pitchFamily="18" charset="0"/>
                <a:cs typeface="Times New Roman" panose="02020603050405020304" pitchFamily="18" charset="0"/>
              </a:rPr>
              <a:t/>
            </a:r>
            <a:br>
              <a:rPr sz="2400" b="0" i="0">
                <a:latin typeface="Times New Roman" panose="02020603050405020304" pitchFamily="18" charset="0"/>
                <a:cs typeface="Times New Roman" panose="02020603050405020304" pitchFamily="18" charset="0"/>
              </a:rPr>
            </a:br>
            <a:endParaRPr lang="en-US" sz="2400" b="0" i="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AAA9D877-4A3B-07F5-AB37-9E9744233D09}"/>
              </a:ext>
            </a:extLst>
          </p:cNvPr>
          <p:cNvSpPr>
            <a:spLocks noGrp="1"/>
          </p:cNvSpPr>
          <p:nvPr>
            <p:ph type="sldNum" idx="4"/>
          </p:nvPr>
        </p:nvSpPr>
        <p:spPr/>
        <p:txBody>
          <a:bodyPr/>
          <a:lstStyle/>
          <a:p>
            <a:pPr algn="r">
              <a:buNone/>
            </a:pPr>
            <a:fld id="{9A0DB2DC-4C9A-4742-B13C-FB6460FD3503}" type="slidenum">
              <a:rPr lang="en-GB" altLang="en-US" smtClean="0"/>
              <a:pPr algn="r">
                <a:buNone/>
              </a:pPr>
              <a:t>33</a:t>
            </a:fld>
            <a:endParaRPr lang="en-GB"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992" y="140343"/>
            <a:ext cx="8913840" cy="1143480"/>
          </a:xfrm>
        </p:spPr>
        <p:txBody>
          <a:bodyPr/>
          <a:lstStyle/>
          <a:p>
            <a:r>
              <a:rPr lang="en-US" sz="2700" b="0" i="0" dirty="0">
                <a:solidFill>
                  <a:srgbClr val="A32A2A"/>
                </a:solidFill>
                <a:latin typeface="Times New Roman" panose="02020603050405020304" pitchFamily="18" charset="0"/>
                <a:cs typeface="Times New Roman" panose="02020603050405020304" pitchFamily="18" charset="0"/>
                <a:sym typeface="+mn-ea"/>
              </a:rPr>
              <a:t>&lt;</a:t>
            </a:r>
            <a:r>
              <a:rPr sz="2700" b="0" i="0" dirty="0">
                <a:solidFill>
                  <a:srgbClr val="A32A2A"/>
                </a:solidFill>
                <a:latin typeface="Times New Roman" panose="02020603050405020304" pitchFamily="18" charset="0"/>
                <a:cs typeface="Times New Roman" panose="02020603050405020304" pitchFamily="18" charset="0"/>
                <a:sym typeface="+mn-ea"/>
              </a:rPr>
              <a:t>html</a:t>
            </a:r>
            <a:r>
              <a:rPr sz="2700" b="0" i="0" dirty="0">
                <a:solidFill>
                  <a:srgbClr val="0000CD"/>
                </a:solidFill>
                <a:latin typeface="Times New Roman" panose="02020603050405020304" pitchFamily="18" charset="0"/>
                <a:cs typeface="Times New Roman" panose="02020603050405020304" pitchFamily="18" charset="0"/>
                <a:sym typeface="+mn-ea"/>
              </a:rPr>
              <a:t>&gt;</a:t>
            </a:r>
            <a:r>
              <a:rPr sz="2700" b="0" i="0" dirty="0">
                <a:latin typeface="Times New Roman" panose="02020603050405020304" pitchFamily="18" charset="0"/>
                <a:cs typeface="Times New Roman" panose="02020603050405020304" pitchFamily="18" charset="0"/>
              </a:rPr>
              <a:t/>
            </a:r>
            <a:br>
              <a:rPr sz="2700" b="0" i="0" dirty="0">
                <a:latin typeface="Times New Roman" panose="02020603050405020304" pitchFamily="18" charset="0"/>
                <a:cs typeface="Times New Roman" panose="02020603050405020304" pitchFamily="18" charset="0"/>
              </a:rPr>
            </a:br>
            <a:r>
              <a:rPr sz="2700" b="0" i="0" spc="-5" dirty="0">
                <a:solidFill>
                  <a:srgbClr val="0000CD"/>
                </a:solidFill>
                <a:latin typeface="Times New Roman" panose="02020603050405020304" pitchFamily="18" charset="0"/>
                <a:cs typeface="Times New Roman" panose="02020603050405020304" pitchFamily="18" charset="0"/>
                <a:sym typeface="+mn-ea"/>
              </a:rPr>
              <a:t>&lt;</a:t>
            </a:r>
            <a:r>
              <a:rPr sz="2700" b="0" i="0" spc="-5" dirty="0">
                <a:solidFill>
                  <a:srgbClr val="A32A2A"/>
                </a:solidFill>
                <a:latin typeface="Times New Roman" panose="02020603050405020304" pitchFamily="18" charset="0"/>
                <a:cs typeface="Times New Roman" panose="02020603050405020304" pitchFamily="18" charset="0"/>
                <a:sym typeface="+mn-ea"/>
              </a:rPr>
              <a:t>body</a:t>
            </a:r>
            <a:r>
              <a:rPr sz="2700" b="0" i="0" spc="-5" dirty="0">
                <a:solidFill>
                  <a:srgbClr val="0000CD"/>
                </a:solidFill>
                <a:latin typeface="Times New Roman" panose="02020603050405020304" pitchFamily="18" charset="0"/>
                <a:cs typeface="Times New Roman" panose="02020603050405020304" pitchFamily="18" charset="0"/>
                <a:sym typeface="+mn-ea"/>
              </a:rPr>
              <a:t>&gt;</a:t>
            </a:r>
            <a:r>
              <a:rPr sz="2700" b="0" i="0" dirty="0">
                <a:latin typeface="Times New Roman" panose="02020603050405020304" pitchFamily="18" charset="0"/>
                <a:cs typeface="Times New Roman" panose="02020603050405020304" pitchFamily="18" charset="0"/>
              </a:rPr>
              <a:t/>
            </a:r>
            <a:br>
              <a:rPr sz="2700" b="0" i="0" dirty="0">
                <a:latin typeface="Times New Roman" panose="02020603050405020304" pitchFamily="18" charset="0"/>
                <a:cs typeface="Times New Roman" panose="02020603050405020304" pitchFamily="18" charset="0"/>
              </a:rPr>
            </a:br>
            <a:r>
              <a:rPr sz="2700" b="0" i="0" spc="-5" dirty="0">
                <a:solidFill>
                  <a:srgbClr val="FF0000"/>
                </a:solidFill>
                <a:latin typeface="Times New Roman" panose="02020603050405020304" pitchFamily="18" charset="0"/>
                <a:cs typeface="Times New Roman" panose="02020603050405020304" pitchFamily="18" charset="0"/>
                <a:sym typeface="+mn-ea"/>
              </a:rPr>
              <a:t>&lt;?php</a:t>
            </a:r>
            <a:r>
              <a:rPr sz="2700" b="0" i="0" dirty="0">
                <a:latin typeface="Times New Roman" panose="02020603050405020304" pitchFamily="18" charset="0"/>
                <a:cs typeface="Times New Roman" panose="02020603050405020304" pitchFamily="18" charset="0"/>
              </a:rPr>
              <a:t/>
            </a:r>
            <a:br>
              <a:rPr sz="2700" b="0" i="0" dirty="0">
                <a:latin typeface="Times New Roman" panose="02020603050405020304" pitchFamily="18" charset="0"/>
                <a:cs typeface="Times New Roman" panose="02020603050405020304" pitchFamily="18" charset="0"/>
              </a:rPr>
            </a:br>
            <a:r>
              <a:rPr sz="2700" b="0" i="0" spc="-5" dirty="0">
                <a:latin typeface="Times New Roman" panose="02020603050405020304" pitchFamily="18" charset="0"/>
                <a:cs typeface="Times New Roman" panose="02020603050405020304" pitchFamily="18" charset="0"/>
                <a:sym typeface="+mn-ea"/>
              </a:rPr>
              <a:t>$x</a:t>
            </a:r>
            <a:r>
              <a:rPr sz="2700" b="0" i="0" spc="-25" dirty="0">
                <a:latin typeface="Times New Roman" panose="02020603050405020304" pitchFamily="18" charset="0"/>
                <a:cs typeface="Times New Roman" panose="02020603050405020304" pitchFamily="18" charset="0"/>
                <a:sym typeface="+mn-ea"/>
              </a:rPr>
              <a:t> </a:t>
            </a:r>
            <a:r>
              <a:rPr sz="2700" b="0" i="0" dirty="0">
                <a:latin typeface="Times New Roman" panose="02020603050405020304" pitchFamily="18" charset="0"/>
                <a:cs typeface="Times New Roman" panose="02020603050405020304" pitchFamily="18" charset="0"/>
                <a:sym typeface="+mn-ea"/>
              </a:rPr>
              <a:t>=</a:t>
            </a:r>
            <a:r>
              <a:rPr sz="2700" b="0" i="0" spc="-10" dirty="0">
                <a:latin typeface="Times New Roman" panose="02020603050405020304" pitchFamily="18" charset="0"/>
                <a:cs typeface="Times New Roman" panose="02020603050405020304" pitchFamily="18" charset="0"/>
                <a:sym typeface="+mn-ea"/>
              </a:rPr>
              <a:t> </a:t>
            </a:r>
            <a:r>
              <a:rPr sz="2700" b="0" i="0" spc="-5" dirty="0">
                <a:solidFill>
                  <a:srgbClr val="FF0000"/>
                </a:solidFill>
                <a:latin typeface="Times New Roman" panose="02020603050405020304" pitchFamily="18" charset="0"/>
                <a:cs typeface="Times New Roman" panose="02020603050405020304" pitchFamily="18" charset="0"/>
                <a:sym typeface="+mn-ea"/>
              </a:rPr>
              <a:t>5</a:t>
            </a:r>
            <a:r>
              <a:rPr sz="2700" b="0" i="0" spc="-5" dirty="0">
                <a:latin typeface="Times New Roman" panose="02020603050405020304" pitchFamily="18" charset="0"/>
                <a:cs typeface="Times New Roman" panose="02020603050405020304" pitchFamily="18" charset="0"/>
                <a:sym typeface="+mn-ea"/>
              </a:rPr>
              <a:t>; </a:t>
            </a:r>
            <a:r>
              <a:rPr sz="2700" b="0" i="0" dirty="0">
                <a:solidFill>
                  <a:srgbClr val="008000"/>
                </a:solidFill>
                <a:latin typeface="Times New Roman" panose="02020603050405020304" pitchFamily="18" charset="0"/>
                <a:cs typeface="Times New Roman" panose="02020603050405020304" pitchFamily="18" charset="0"/>
                <a:sym typeface="+mn-ea"/>
              </a:rPr>
              <a:t>//</a:t>
            </a:r>
            <a:r>
              <a:rPr sz="2700" b="0" i="0" spc="-5" dirty="0">
                <a:solidFill>
                  <a:srgbClr val="008000"/>
                </a:solidFill>
                <a:latin typeface="Times New Roman" panose="02020603050405020304" pitchFamily="18" charset="0"/>
                <a:cs typeface="Times New Roman" panose="02020603050405020304" pitchFamily="18" charset="0"/>
                <a:sym typeface="+mn-ea"/>
              </a:rPr>
              <a:t> global</a:t>
            </a:r>
            <a:r>
              <a:rPr sz="2700" b="0" i="0" spc="-15" dirty="0">
                <a:solidFill>
                  <a:srgbClr val="008000"/>
                </a:solidFill>
                <a:latin typeface="Times New Roman" panose="02020603050405020304" pitchFamily="18" charset="0"/>
                <a:cs typeface="Times New Roman" panose="02020603050405020304" pitchFamily="18" charset="0"/>
                <a:sym typeface="+mn-ea"/>
              </a:rPr>
              <a:t> </a:t>
            </a:r>
            <a:r>
              <a:rPr sz="2700" b="0" i="0" spc="-5" dirty="0">
                <a:solidFill>
                  <a:srgbClr val="008000"/>
                </a:solidFill>
                <a:latin typeface="Times New Roman" panose="02020603050405020304" pitchFamily="18" charset="0"/>
                <a:cs typeface="Times New Roman" panose="02020603050405020304" pitchFamily="18" charset="0"/>
                <a:sym typeface="+mn-ea"/>
              </a:rPr>
              <a:t>scope </a:t>
            </a:r>
            <a:r>
              <a:rPr lang="en-US" sz="2700" b="0" i="0" spc="-305" dirty="0">
                <a:solidFill>
                  <a:srgbClr val="008000"/>
                </a:solidFill>
                <a:latin typeface="Times New Roman" panose="02020603050405020304" pitchFamily="18" charset="0"/>
                <a:cs typeface="Times New Roman" panose="02020603050405020304" pitchFamily="18" charset="0"/>
                <a:sym typeface="+mn-ea"/>
              </a:rPr>
              <a:t/>
            </a:r>
            <a:br>
              <a:rPr lang="en-US" sz="2700" b="0" i="0" spc="-305" dirty="0">
                <a:solidFill>
                  <a:srgbClr val="008000"/>
                </a:solidFill>
                <a:latin typeface="Times New Roman" panose="02020603050405020304" pitchFamily="18" charset="0"/>
                <a:cs typeface="Times New Roman" panose="02020603050405020304" pitchFamily="18" charset="0"/>
                <a:sym typeface="+mn-ea"/>
              </a:rPr>
            </a:br>
            <a:r>
              <a:rPr sz="2700" b="0" i="0" dirty="0">
                <a:solidFill>
                  <a:srgbClr val="0000CD"/>
                </a:solidFill>
                <a:latin typeface="Times New Roman" panose="02020603050405020304" pitchFamily="18" charset="0"/>
                <a:cs typeface="Times New Roman" panose="02020603050405020304" pitchFamily="18" charset="0"/>
                <a:sym typeface="+mn-ea"/>
              </a:rPr>
              <a:t>function</a:t>
            </a:r>
            <a:r>
              <a:rPr sz="2700" b="0" i="0" spc="-25" dirty="0">
                <a:solidFill>
                  <a:srgbClr val="0000CD"/>
                </a:solidFill>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myTest()</a:t>
            </a:r>
            <a:r>
              <a:rPr sz="2700" b="0" i="0" spc="-10" dirty="0">
                <a:latin typeface="Times New Roman" panose="02020603050405020304" pitchFamily="18" charset="0"/>
                <a:cs typeface="Times New Roman" panose="02020603050405020304" pitchFamily="18" charset="0"/>
                <a:sym typeface="+mn-ea"/>
              </a:rPr>
              <a:t> </a:t>
            </a:r>
            <a:r>
              <a:rPr sz="2700" b="0" i="0" dirty="0">
                <a:latin typeface="Times New Roman" panose="02020603050405020304" pitchFamily="18" charset="0"/>
                <a:cs typeface="Times New Roman" panose="02020603050405020304" pitchFamily="18" charset="0"/>
                <a:sym typeface="+mn-ea"/>
              </a:rPr>
              <a:t>{</a:t>
            </a:r>
            <a:r>
              <a:rPr sz="2700" b="0" i="0" dirty="0">
                <a:latin typeface="Times New Roman" panose="02020603050405020304" pitchFamily="18" charset="0"/>
                <a:cs typeface="Times New Roman" panose="02020603050405020304" pitchFamily="18" charset="0"/>
              </a:rPr>
              <a:t/>
            </a:r>
            <a:br>
              <a:rPr sz="2700" b="0" i="0" dirty="0">
                <a:latin typeface="Times New Roman" panose="02020603050405020304" pitchFamily="18" charset="0"/>
                <a:cs typeface="Times New Roman" panose="02020603050405020304" pitchFamily="18" charset="0"/>
              </a:rPr>
            </a:br>
            <a:r>
              <a:rPr sz="2700" b="0" i="0" dirty="0">
                <a:solidFill>
                  <a:srgbClr val="008000"/>
                </a:solidFill>
                <a:latin typeface="Times New Roman" panose="02020603050405020304" pitchFamily="18" charset="0"/>
                <a:cs typeface="Times New Roman" panose="02020603050405020304" pitchFamily="18" charset="0"/>
                <a:sym typeface="+mn-ea"/>
              </a:rPr>
              <a:t>//</a:t>
            </a:r>
            <a:r>
              <a:rPr sz="2700" b="0" i="0" spc="5" dirty="0">
                <a:solidFill>
                  <a:srgbClr val="008000"/>
                </a:solidFill>
                <a:latin typeface="Times New Roman" panose="02020603050405020304" pitchFamily="18" charset="0"/>
                <a:cs typeface="Times New Roman" panose="02020603050405020304" pitchFamily="18" charset="0"/>
                <a:sym typeface="+mn-ea"/>
              </a:rPr>
              <a:t> </a:t>
            </a:r>
            <a:r>
              <a:rPr sz="2700" b="0" i="0" spc="-5" dirty="0">
                <a:solidFill>
                  <a:srgbClr val="008000"/>
                </a:solidFill>
                <a:latin typeface="Times New Roman" panose="02020603050405020304" pitchFamily="18" charset="0"/>
                <a:cs typeface="Times New Roman" panose="02020603050405020304" pitchFamily="18" charset="0"/>
                <a:sym typeface="+mn-ea"/>
              </a:rPr>
              <a:t>using</a:t>
            </a:r>
            <a:r>
              <a:rPr sz="2700" b="0" i="0" dirty="0">
                <a:solidFill>
                  <a:srgbClr val="008000"/>
                </a:solidFill>
                <a:latin typeface="Times New Roman" panose="02020603050405020304" pitchFamily="18" charset="0"/>
                <a:cs typeface="Times New Roman" panose="02020603050405020304" pitchFamily="18" charset="0"/>
                <a:sym typeface="+mn-ea"/>
              </a:rPr>
              <a:t> x</a:t>
            </a:r>
            <a:r>
              <a:rPr sz="2700" b="0" i="0" spc="-5" dirty="0">
                <a:solidFill>
                  <a:srgbClr val="008000"/>
                </a:solidFill>
                <a:latin typeface="Times New Roman" panose="02020603050405020304" pitchFamily="18" charset="0"/>
                <a:cs typeface="Times New Roman" panose="02020603050405020304" pitchFamily="18" charset="0"/>
                <a:sym typeface="+mn-ea"/>
              </a:rPr>
              <a:t> inside</a:t>
            </a:r>
            <a:r>
              <a:rPr sz="2700" b="0" i="0" dirty="0">
                <a:solidFill>
                  <a:srgbClr val="008000"/>
                </a:solidFill>
                <a:latin typeface="Times New Roman" panose="02020603050405020304" pitchFamily="18" charset="0"/>
                <a:cs typeface="Times New Roman" panose="02020603050405020304" pitchFamily="18" charset="0"/>
                <a:sym typeface="+mn-ea"/>
              </a:rPr>
              <a:t> </a:t>
            </a:r>
            <a:r>
              <a:rPr sz="2700" b="0" i="0" spc="-5" dirty="0">
                <a:solidFill>
                  <a:srgbClr val="008000"/>
                </a:solidFill>
                <a:latin typeface="Times New Roman" panose="02020603050405020304" pitchFamily="18" charset="0"/>
                <a:cs typeface="Times New Roman" panose="02020603050405020304" pitchFamily="18" charset="0"/>
                <a:sym typeface="+mn-ea"/>
              </a:rPr>
              <a:t>this</a:t>
            </a:r>
            <a:r>
              <a:rPr sz="2700" b="0" i="0" dirty="0">
                <a:solidFill>
                  <a:srgbClr val="008000"/>
                </a:solidFill>
                <a:latin typeface="Times New Roman" panose="02020603050405020304" pitchFamily="18" charset="0"/>
                <a:cs typeface="Times New Roman" panose="02020603050405020304" pitchFamily="18" charset="0"/>
                <a:sym typeface="+mn-ea"/>
              </a:rPr>
              <a:t> </a:t>
            </a:r>
            <a:r>
              <a:rPr sz="2700" b="0" i="0" spc="-5" dirty="0">
                <a:solidFill>
                  <a:srgbClr val="008000"/>
                </a:solidFill>
                <a:latin typeface="Times New Roman" panose="02020603050405020304" pitchFamily="18" charset="0"/>
                <a:cs typeface="Times New Roman" panose="02020603050405020304" pitchFamily="18" charset="0"/>
                <a:sym typeface="+mn-ea"/>
              </a:rPr>
              <a:t>function</a:t>
            </a:r>
            <a:r>
              <a:rPr sz="2700" b="0" i="0" spc="15" dirty="0">
                <a:solidFill>
                  <a:srgbClr val="008000"/>
                </a:solidFill>
                <a:latin typeface="Times New Roman" panose="02020603050405020304" pitchFamily="18" charset="0"/>
                <a:cs typeface="Times New Roman" panose="02020603050405020304" pitchFamily="18" charset="0"/>
                <a:sym typeface="+mn-ea"/>
              </a:rPr>
              <a:t> </a:t>
            </a:r>
            <a:r>
              <a:rPr sz="2700" b="0" i="0" spc="-10" dirty="0">
                <a:solidFill>
                  <a:srgbClr val="008000"/>
                </a:solidFill>
                <a:latin typeface="Times New Roman" panose="02020603050405020304" pitchFamily="18" charset="0"/>
                <a:cs typeface="Times New Roman" panose="02020603050405020304" pitchFamily="18" charset="0"/>
                <a:sym typeface="+mn-ea"/>
              </a:rPr>
              <a:t>will</a:t>
            </a:r>
            <a:r>
              <a:rPr sz="2700" b="0" i="0" dirty="0">
                <a:solidFill>
                  <a:srgbClr val="008000"/>
                </a:solidFill>
                <a:latin typeface="Times New Roman" panose="02020603050405020304" pitchFamily="18" charset="0"/>
                <a:cs typeface="Times New Roman" panose="02020603050405020304" pitchFamily="18" charset="0"/>
                <a:sym typeface="+mn-ea"/>
              </a:rPr>
              <a:t> </a:t>
            </a:r>
            <a:r>
              <a:rPr sz="2700" b="0" i="0" spc="-5" dirty="0">
                <a:solidFill>
                  <a:srgbClr val="008000"/>
                </a:solidFill>
                <a:latin typeface="Times New Roman" panose="02020603050405020304" pitchFamily="18" charset="0"/>
                <a:cs typeface="Times New Roman" panose="02020603050405020304" pitchFamily="18" charset="0"/>
                <a:sym typeface="+mn-ea"/>
              </a:rPr>
              <a:t>generate</a:t>
            </a:r>
            <a:r>
              <a:rPr sz="2700" b="0" i="0" dirty="0">
                <a:solidFill>
                  <a:srgbClr val="008000"/>
                </a:solidFill>
                <a:latin typeface="Times New Roman" panose="02020603050405020304" pitchFamily="18" charset="0"/>
                <a:cs typeface="Times New Roman" panose="02020603050405020304" pitchFamily="18" charset="0"/>
                <a:sym typeface="+mn-ea"/>
              </a:rPr>
              <a:t> </a:t>
            </a:r>
            <a:r>
              <a:rPr sz="2700" b="0" i="0" spc="-5" dirty="0">
                <a:solidFill>
                  <a:srgbClr val="008000"/>
                </a:solidFill>
                <a:latin typeface="Times New Roman" panose="02020603050405020304" pitchFamily="18" charset="0"/>
                <a:cs typeface="Times New Roman" panose="02020603050405020304" pitchFamily="18" charset="0"/>
                <a:sym typeface="+mn-ea"/>
              </a:rPr>
              <a:t>an </a:t>
            </a:r>
            <a:r>
              <a:rPr sz="2700" b="0" i="0" dirty="0">
                <a:solidFill>
                  <a:srgbClr val="008000"/>
                </a:solidFill>
                <a:latin typeface="Times New Roman" panose="02020603050405020304" pitchFamily="18" charset="0"/>
                <a:cs typeface="Times New Roman" panose="02020603050405020304" pitchFamily="18" charset="0"/>
                <a:sym typeface="+mn-ea"/>
              </a:rPr>
              <a:t>error </a:t>
            </a:r>
            <a:r>
              <a:rPr sz="2700" b="0" i="0" spc="-305" dirty="0">
                <a:solidFill>
                  <a:srgbClr val="008000"/>
                </a:solidFill>
                <a:latin typeface="Times New Roman" panose="02020603050405020304" pitchFamily="18" charset="0"/>
                <a:cs typeface="Times New Roman" panose="02020603050405020304" pitchFamily="18" charset="0"/>
                <a:sym typeface="+mn-ea"/>
              </a:rPr>
              <a:t> </a:t>
            </a:r>
            <a:r>
              <a:rPr sz="2700" b="0" i="0" spc="-5" dirty="0">
                <a:solidFill>
                  <a:srgbClr val="0000CD"/>
                </a:solidFill>
                <a:latin typeface="Times New Roman" panose="02020603050405020304" pitchFamily="18" charset="0"/>
                <a:cs typeface="Times New Roman" panose="02020603050405020304" pitchFamily="18" charset="0"/>
                <a:sym typeface="+mn-ea"/>
              </a:rPr>
              <a:t>echo </a:t>
            </a:r>
            <a:r>
              <a:rPr sz="2700" b="0" i="0" spc="-5" dirty="0">
                <a:solidFill>
                  <a:srgbClr val="A32A2A"/>
                </a:solidFill>
                <a:latin typeface="Times New Roman" panose="02020603050405020304" pitchFamily="18" charset="0"/>
                <a:cs typeface="Times New Roman" panose="02020603050405020304" pitchFamily="18" charset="0"/>
                <a:sym typeface="+mn-ea"/>
              </a:rPr>
              <a:t>"&lt;p&gt;Variable</a:t>
            </a:r>
            <a:r>
              <a:rPr sz="2700" b="0" i="0" spc="15" dirty="0">
                <a:solidFill>
                  <a:srgbClr val="A32A2A"/>
                </a:solidFill>
                <a:latin typeface="Times New Roman" panose="02020603050405020304" pitchFamily="18" charset="0"/>
                <a:cs typeface="Times New Roman" panose="02020603050405020304" pitchFamily="18" charset="0"/>
                <a:sym typeface="+mn-ea"/>
              </a:rPr>
              <a:t> </a:t>
            </a:r>
            <a:r>
              <a:rPr sz="2700" b="0" i="0" dirty="0">
                <a:solidFill>
                  <a:srgbClr val="A32A2A"/>
                </a:solidFill>
                <a:latin typeface="Times New Roman" panose="02020603050405020304" pitchFamily="18" charset="0"/>
                <a:cs typeface="Times New Roman" panose="02020603050405020304" pitchFamily="18" charset="0"/>
                <a:sym typeface="+mn-ea"/>
              </a:rPr>
              <a:t>x</a:t>
            </a:r>
            <a:r>
              <a:rPr sz="2700" b="0" i="0" spc="-10" dirty="0">
                <a:solidFill>
                  <a:srgbClr val="A32A2A"/>
                </a:solidFill>
                <a:latin typeface="Times New Roman" panose="02020603050405020304" pitchFamily="18" charset="0"/>
                <a:cs typeface="Times New Roman" panose="02020603050405020304" pitchFamily="18" charset="0"/>
                <a:sym typeface="+mn-ea"/>
              </a:rPr>
              <a:t> </a:t>
            </a:r>
            <a:r>
              <a:rPr sz="2700" b="0" i="0" spc="-5" dirty="0">
                <a:solidFill>
                  <a:srgbClr val="A32A2A"/>
                </a:solidFill>
                <a:latin typeface="Times New Roman" panose="02020603050405020304" pitchFamily="18" charset="0"/>
                <a:cs typeface="Times New Roman" panose="02020603050405020304" pitchFamily="18" charset="0"/>
                <a:sym typeface="+mn-ea"/>
              </a:rPr>
              <a:t>inside</a:t>
            </a:r>
            <a:r>
              <a:rPr sz="2700" b="0" i="0" dirty="0">
                <a:solidFill>
                  <a:srgbClr val="A32A2A"/>
                </a:solidFill>
                <a:latin typeface="Times New Roman" panose="02020603050405020304" pitchFamily="18" charset="0"/>
                <a:cs typeface="Times New Roman" panose="02020603050405020304" pitchFamily="18" charset="0"/>
                <a:sym typeface="+mn-ea"/>
              </a:rPr>
              <a:t> function</a:t>
            </a:r>
            <a:r>
              <a:rPr sz="2700" b="0" i="0" spc="-5" dirty="0">
                <a:solidFill>
                  <a:srgbClr val="A32A2A"/>
                </a:solidFill>
                <a:latin typeface="Times New Roman" panose="02020603050405020304" pitchFamily="18" charset="0"/>
                <a:cs typeface="Times New Roman" panose="02020603050405020304" pitchFamily="18" charset="0"/>
                <a:sym typeface="+mn-ea"/>
              </a:rPr>
              <a:t> is:</a:t>
            </a:r>
            <a:r>
              <a:rPr sz="2700" b="0" i="0" spc="10" dirty="0">
                <a:solidFill>
                  <a:srgbClr val="A32A2A"/>
                </a:solidFill>
                <a:latin typeface="Times New Roman" panose="02020603050405020304" pitchFamily="18" charset="0"/>
                <a:cs typeface="Times New Roman" panose="02020603050405020304" pitchFamily="18" charset="0"/>
                <a:sym typeface="+mn-ea"/>
              </a:rPr>
              <a:t> </a:t>
            </a:r>
            <a:r>
              <a:rPr sz="2700" b="0" i="0" spc="-5" dirty="0">
                <a:solidFill>
                  <a:srgbClr val="A32A2A"/>
                </a:solidFill>
                <a:latin typeface="Times New Roman" panose="02020603050405020304" pitchFamily="18" charset="0"/>
                <a:cs typeface="Times New Roman" panose="02020603050405020304" pitchFamily="18" charset="0"/>
                <a:sym typeface="+mn-ea"/>
              </a:rPr>
              <a:t>$x&lt;/p&gt;"</a:t>
            </a:r>
            <a:r>
              <a:rPr sz="2700" b="0" i="0" spc="-5" dirty="0">
                <a:latin typeface="Times New Roman" panose="02020603050405020304" pitchFamily="18" charset="0"/>
                <a:cs typeface="Times New Roman" panose="02020603050405020304" pitchFamily="18" charset="0"/>
                <a:sym typeface="+mn-ea"/>
              </a:rPr>
              <a:t>;</a:t>
            </a:r>
            <a:r>
              <a:rPr sz="2700" b="0" i="0" dirty="0">
                <a:latin typeface="Times New Roman" panose="02020603050405020304" pitchFamily="18" charset="0"/>
                <a:cs typeface="Times New Roman" panose="02020603050405020304" pitchFamily="18" charset="0"/>
              </a:rPr>
              <a:t/>
            </a:r>
            <a:br>
              <a:rPr sz="2700" b="0" i="0" dirty="0">
                <a:latin typeface="Times New Roman" panose="02020603050405020304" pitchFamily="18" charset="0"/>
                <a:cs typeface="Times New Roman" panose="02020603050405020304" pitchFamily="18" charset="0"/>
              </a:rPr>
            </a:br>
            <a:r>
              <a:rPr sz="2700" b="0" i="0" dirty="0">
                <a:latin typeface="Times New Roman" panose="02020603050405020304" pitchFamily="18" charset="0"/>
                <a:cs typeface="Times New Roman" panose="02020603050405020304" pitchFamily="18" charset="0"/>
                <a:sym typeface="+mn-ea"/>
              </a:rPr>
              <a:t>}</a:t>
            </a:r>
            <a:r>
              <a:rPr sz="2700" b="0" i="0" dirty="0">
                <a:latin typeface="Times New Roman" panose="02020603050405020304" pitchFamily="18" charset="0"/>
                <a:cs typeface="Times New Roman" panose="02020603050405020304" pitchFamily="18" charset="0"/>
              </a:rPr>
              <a:t/>
            </a:r>
            <a:br>
              <a:rPr sz="2700" b="0" i="0" dirty="0">
                <a:latin typeface="Times New Roman" panose="02020603050405020304" pitchFamily="18" charset="0"/>
                <a:cs typeface="Times New Roman" panose="02020603050405020304" pitchFamily="18" charset="0"/>
              </a:rPr>
            </a:br>
            <a:r>
              <a:rPr sz="2700" b="0" i="0" spc="-5" dirty="0">
                <a:latin typeface="Times New Roman" panose="02020603050405020304" pitchFamily="18" charset="0"/>
                <a:cs typeface="Times New Roman" panose="02020603050405020304" pitchFamily="18" charset="0"/>
                <a:sym typeface="+mn-ea"/>
              </a:rPr>
              <a:t>myTest();</a:t>
            </a:r>
            <a:r>
              <a:rPr sz="2700" b="0" i="0" dirty="0">
                <a:latin typeface="Times New Roman" panose="02020603050405020304" pitchFamily="18" charset="0"/>
                <a:cs typeface="Times New Roman" panose="02020603050405020304" pitchFamily="18" charset="0"/>
              </a:rPr>
              <a:t/>
            </a:r>
            <a:br>
              <a:rPr sz="2700" b="0" i="0" dirty="0">
                <a:latin typeface="Times New Roman" panose="02020603050405020304" pitchFamily="18" charset="0"/>
                <a:cs typeface="Times New Roman" panose="02020603050405020304" pitchFamily="18" charset="0"/>
              </a:rPr>
            </a:br>
            <a:r>
              <a:rPr sz="2700" b="0" i="0" spc="-5" dirty="0">
                <a:solidFill>
                  <a:srgbClr val="0000CD"/>
                </a:solidFill>
                <a:latin typeface="Times New Roman" panose="02020603050405020304" pitchFamily="18" charset="0"/>
                <a:cs typeface="Times New Roman" panose="02020603050405020304" pitchFamily="18" charset="0"/>
                <a:sym typeface="+mn-ea"/>
              </a:rPr>
              <a:t>echo</a:t>
            </a:r>
            <a:r>
              <a:rPr sz="2700" b="0" i="0" spc="-10" dirty="0">
                <a:solidFill>
                  <a:srgbClr val="0000CD"/>
                </a:solidFill>
                <a:latin typeface="Times New Roman" panose="02020603050405020304" pitchFamily="18" charset="0"/>
                <a:cs typeface="Times New Roman" panose="02020603050405020304" pitchFamily="18" charset="0"/>
                <a:sym typeface="+mn-ea"/>
              </a:rPr>
              <a:t> </a:t>
            </a:r>
            <a:r>
              <a:rPr sz="2700" b="0" i="0" spc="-5" dirty="0">
                <a:solidFill>
                  <a:srgbClr val="A32A2A"/>
                </a:solidFill>
                <a:latin typeface="Times New Roman" panose="02020603050405020304" pitchFamily="18" charset="0"/>
                <a:cs typeface="Times New Roman" panose="02020603050405020304" pitchFamily="18" charset="0"/>
                <a:sym typeface="+mn-ea"/>
              </a:rPr>
              <a:t>"&lt;p&gt;Variable </a:t>
            </a:r>
            <a:r>
              <a:rPr sz="2700" b="0" i="0" dirty="0">
                <a:solidFill>
                  <a:srgbClr val="A32A2A"/>
                </a:solidFill>
                <a:latin typeface="Times New Roman" panose="02020603050405020304" pitchFamily="18" charset="0"/>
                <a:cs typeface="Times New Roman" panose="02020603050405020304" pitchFamily="18" charset="0"/>
                <a:sym typeface="+mn-ea"/>
              </a:rPr>
              <a:t>x</a:t>
            </a:r>
            <a:r>
              <a:rPr sz="2700" b="0" i="0" spc="-15" dirty="0">
                <a:solidFill>
                  <a:srgbClr val="A32A2A"/>
                </a:solidFill>
                <a:latin typeface="Times New Roman" panose="02020603050405020304" pitchFamily="18" charset="0"/>
                <a:cs typeface="Times New Roman" panose="02020603050405020304" pitchFamily="18" charset="0"/>
                <a:sym typeface="+mn-ea"/>
              </a:rPr>
              <a:t> </a:t>
            </a:r>
            <a:r>
              <a:rPr sz="2700" b="0" i="0" dirty="0">
                <a:solidFill>
                  <a:srgbClr val="A32A2A"/>
                </a:solidFill>
                <a:latin typeface="Times New Roman" panose="02020603050405020304" pitchFamily="18" charset="0"/>
                <a:cs typeface="Times New Roman" panose="02020603050405020304" pitchFamily="18" charset="0"/>
                <a:sym typeface="+mn-ea"/>
              </a:rPr>
              <a:t>outside</a:t>
            </a:r>
            <a:r>
              <a:rPr sz="2700" b="0" i="0" spc="-10" dirty="0">
                <a:solidFill>
                  <a:srgbClr val="A32A2A"/>
                </a:solidFill>
                <a:latin typeface="Times New Roman" panose="02020603050405020304" pitchFamily="18" charset="0"/>
                <a:cs typeface="Times New Roman" panose="02020603050405020304" pitchFamily="18" charset="0"/>
                <a:sym typeface="+mn-ea"/>
              </a:rPr>
              <a:t> </a:t>
            </a:r>
            <a:r>
              <a:rPr sz="2700" b="0" i="0" spc="-5" dirty="0">
                <a:solidFill>
                  <a:srgbClr val="A32A2A"/>
                </a:solidFill>
                <a:latin typeface="Times New Roman" panose="02020603050405020304" pitchFamily="18" charset="0"/>
                <a:cs typeface="Times New Roman" panose="02020603050405020304" pitchFamily="18" charset="0"/>
                <a:sym typeface="+mn-ea"/>
              </a:rPr>
              <a:t>function </a:t>
            </a:r>
            <a:r>
              <a:rPr sz="2700" b="0" i="0" dirty="0">
                <a:solidFill>
                  <a:srgbClr val="A32A2A"/>
                </a:solidFill>
                <a:latin typeface="Times New Roman" panose="02020603050405020304" pitchFamily="18" charset="0"/>
                <a:cs typeface="Times New Roman" panose="02020603050405020304" pitchFamily="18" charset="0"/>
                <a:sym typeface="+mn-ea"/>
              </a:rPr>
              <a:t>is:</a:t>
            </a:r>
            <a:r>
              <a:rPr sz="2700" b="0" i="0" dirty="0">
                <a:latin typeface="Times New Roman" panose="02020603050405020304" pitchFamily="18" charset="0"/>
                <a:cs typeface="Times New Roman" panose="02020603050405020304" pitchFamily="18" charset="0"/>
              </a:rPr>
              <a:t/>
            </a:r>
            <a:br>
              <a:rPr sz="2700" b="0" i="0" dirty="0">
                <a:latin typeface="Times New Roman" panose="02020603050405020304" pitchFamily="18" charset="0"/>
                <a:cs typeface="Times New Roman" panose="02020603050405020304" pitchFamily="18" charset="0"/>
              </a:rPr>
            </a:br>
            <a:r>
              <a:rPr sz="2700" b="0" i="0" spc="-5" dirty="0">
                <a:solidFill>
                  <a:srgbClr val="A32A2A"/>
                </a:solidFill>
                <a:latin typeface="Times New Roman" panose="02020603050405020304" pitchFamily="18" charset="0"/>
                <a:cs typeface="Times New Roman" panose="02020603050405020304" pitchFamily="18" charset="0"/>
                <a:sym typeface="+mn-ea"/>
              </a:rPr>
              <a:t>$x&lt;/p&gt;"</a:t>
            </a:r>
            <a:r>
              <a:rPr sz="2700" b="0" i="0" spc="-5" dirty="0">
                <a:latin typeface="Times New Roman" panose="02020603050405020304" pitchFamily="18" charset="0"/>
                <a:cs typeface="Times New Roman" panose="02020603050405020304" pitchFamily="18" charset="0"/>
                <a:sym typeface="+mn-ea"/>
              </a:rPr>
              <a:t>;</a:t>
            </a:r>
            <a:r>
              <a:rPr sz="2700" b="0" i="0" spc="-25" dirty="0">
                <a:latin typeface="Times New Roman" panose="02020603050405020304" pitchFamily="18" charset="0"/>
                <a:cs typeface="Times New Roman" panose="02020603050405020304" pitchFamily="18" charset="0"/>
                <a:sym typeface="+mn-ea"/>
              </a:rPr>
              <a:t> </a:t>
            </a:r>
            <a:r>
              <a:rPr sz="2700" b="0" i="0" spc="-5" dirty="0">
                <a:solidFill>
                  <a:srgbClr val="FF0000"/>
                </a:solidFill>
                <a:latin typeface="Times New Roman" panose="02020603050405020304" pitchFamily="18" charset="0"/>
                <a:cs typeface="Times New Roman" panose="02020603050405020304" pitchFamily="18" charset="0"/>
                <a:sym typeface="+mn-ea"/>
              </a:rPr>
              <a:t>?&gt;</a:t>
            </a:r>
            <a:r>
              <a:rPr sz="2700" b="0" i="0" dirty="0">
                <a:latin typeface="Times New Roman" panose="02020603050405020304" pitchFamily="18" charset="0"/>
                <a:cs typeface="Times New Roman" panose="02020603050405020304" pitchFamily="18" charset="0"/>
              </a:rPr>
              <a:t/>
            </a:r>
            <a:br>
              <a:rPr sz="2700" b="0" i="0" dirty="0">
                <a:latin typeface="Times New Roman" panose="02020603050405020304" pitchFamily="18" charset="0"/>
                <a:cs typeface="Times New Roman" panose="02020603050405020304" pitchFamily="18" charset="0"/>
              </a:rPr>
            </a:br>
            <a:r>
              <a:rPr sz="2700" b="0" i="0" spc="-5" dirty="0">
                <a:solidFill>
                  <a:srgbClr val="0000CD"/>
                </a:solidFill>
                <a:latin typeface="Times New Roman" panose="02020603050405020304" pitchFamily="18" charset="0"/>
                <a:cs typeface="Times New Roman" panose="02020603050405020304" pitchFamily="18" charset="0"/>
                <a:sym typeface="+mn-ea"/>
              </a:rPr>
              <a:t>&lt;</a:t>
            </a:r>
            <a:r>
              <a:rPr sz="2700" b="0" i="0" spc="-5" dirty="0">
                <a:solidFill>
                  <a:srgbClr val="A32A2A"/>
                </a:solidFill>
                <a:latin typeface="Times New Roman" panose="02020603050405020304" pitchFamily="18" charset="0"/>
                <a:cs typeface="Times New Roman" panose="02020603050405020304" pitchFamily="18" charset="0"/>
                <a:sym typeface="+mn-ea"/>
              </a:rPr>
              <a:t>/body</a:t>
            </a:r>
            <a:r>
              <a:rPr sz="2700" b="0" i="0" spc="-5" dirty="0">
                <a:solidFill>
                  <a:srgbClr val="0000CD"/>
                </a:solidFill>
                <a:latin typeface="Times New Roman" panose="02020603050405020304" pitchFamily="18" charset="0"/>
                <a:cs typeface="Times New Roman" panose="02020603050405020304" pitchFamily="18" charset="0"/>
                <a:sym typeface="+mn-ea"/>
              </a:rPr>
              <a:t>&gt;</a:t>
            </a:r>
            <a:r>
              <a:rPr sz="2700" b="0" i="0" dirty="0">
                <a:latin typeface="Times New Roman" panose="02020603050405020304" pitchFamily="18" charset="0"/>
                <a:cs typeface="Times New Roman" panose="02020603050405020304" pitchFamily="18" charset="0"/>
              </a:rPr>
              <a:t/>
            </a:r>
            <a:br>
              <a:rPr sz="2700" b="0" i="0" dirty="0">
                <a:latin typeface="Times New Roman" panose="02020603050405020304" pitchFamily="18" charset="0"/>
                <a:cs typeface="Times New Roman" panose="02020603050405020304" pitchFamily="18" charset="0"/>
              </a:rPr>
            </a:br>
            <a:r>
              <a:rPr sz="2700" b="0" i="0" dirty="0">
                <a:solidFill>
                  <a:srgbClr val="0000CD"/>
                </a:solidFill>
                <a:latin typeface="Times New Roman" panose="02020603050405020304" pitchFamily="18" charset="0"/>
                <a:cs typeface="Times New Roman" panose="02020603050405020304" pitchFamily="18" charset="0"/>
                <a:sym typeface="+mn-ea"/>
              </a:rPr>
              <a:t>&lt;</a:t>
            </a:r>
            <a:r>
              <a:rPr sz="2700" b="0" i="0" dirty="0">
                <a:solidFill>
                  <a:srgbClr val="A32A2A"/>
                </a:solidFill>
                <a:latin typeface="Times New Roman" panose="02020603050405020304" pitchFamily="18" charset="0"/>
                <a:cs typeface="Times New Roman" panose="02020603050405020304" pitchFamily="18" charset="0"/>
                <a:sym typeface="+mn-ea"/>
              </a:rPr>
              <a:t>/html</a:t>
            </a:r>
            <a:r>
              <a:rPr sz="2700" b="0" i="0" dirty="0">
                <a:solidFill>
                  <a:srgbClr val="0000CD"/>
                </a:solidFill>
                <a:latin typeface="Times New Roman" panose="02020603050405020304" pitchFamily="18" charset="0"/>
                <a:cs typeface="Times New Roman" panose="02020603050405020304" pitchFamily="18" charset="0"/>
                <a:sym typeface="+mn-ea"/>
              </a:rPr>
              <a:t>&gt;</a:t>
            </a:r>
            <a:br>
              <a:rPr sz="2700" b="0" i="0" dirty="0">
                <a:solidFill>
                  <a:srgbClr val="0000CD"/>
                </a:solidFill>
                <a:latin typeface="Times New Roman" panose="02020603050405020304" pitchFamily="18" charset="0"/>
                <a:cs typeface="Times New Roman" panose="02020603050405020304" pitchFamily="18" charset="0"/>
                <a:sym typeface="+mn-ea"/>
              </a:rPr>
            </a:br>
            <a:r>
              <a:rPr sz="2700" b="0" i="0" dirty="0">
                <a:highlight>
                  <a:srgbClr val="FFFF00"/>
                </a:highlight>
                <a:latin typeface="Times New Roman" panose="02020603050405020304" pitchFamily="18" charset="0"/>
                <a:cs typeface="Times New Roman" panose="02020603050405020304" pitchFamily="18" charset="0"/>
                <a:sym typeface="+mn-ea"/>
              </a:rPr>
              <a:t>OUTPUT</a:t>
            </a:r>
            <a:r>
              <a:rPr sz="2700" b="0" i="0" dirty="0">
                <a:latin typeface="Times New Roman" panose="02020603050405020304" pitchFamily="18" charset="0"/>
                <a:cs typeface="Times New Roman" panose="02020603050405020304" pitchFamily="18" charset="0"/>
                <a:sym typeface="+mn-ea"/>
              </a:rPr>
              <a:t>:</a:t>
            </a:r>
            <a:r>
              <a:rPr sz="2700" b="0" i="0" dirty="0">
                <a:latin typeface="Times New Roman" panose="02020603050405020304" pitchFamily="18" charset="0"/>
                <a:cs typeface="Times New Roman" panose="02020603050405020304" pitchFamily="18" charset="0"/>
              </a:rPr>
              <a:t/>
            </a:r>
            <a:br>
              <a:rPr sz="2700" b="0" i="0" dirty="0">
                <a:latin typeface="Times New Roman" panose="02020603050405020304" pitchFamily="18" charset="0"/>
                <a:cs typeface="Times New Roman" panose="02020603050405020304" pitchFamily="18" charset="0"/>
              </a:rPr>
            </a:br>
            <a:r>
              <a:rPr sz="2700" b="0" i="0" spc="-5" dirty="0">
                <a:latin typeface="Times New Roman" panose="02020603050405020304" pitchFamily="18" charset="0"/>
                <a:cs typeface="Times New Roman" panose="02020603050405020304" pitchFamily="18" charset="0"/>
                <a:sym typeface="+mn-ea"/>
              </a:rPr>
              <a:t>Variable </a:t>
            </a:r>
            <a:r>
              <a:rPr sz="2700" b="0" i="0" dirty="0">
                <a:latin typeface="Times New Roman" panose="02020603050405020304" pitchFamily="18" charset="0"/>
                <a:cs typeface="Times New Roman" panose="02020603050405020304" pitchFamily="18" charset="0"/>
                <a:sym typeface="+mn-ea"/>
              </a:rPr>
              <a:t>x</a:t>
            </a:r>
            <a:r>
              <a:rPr sz="2700" b="0" i="0" spc="-15"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inside</a:t>
            </a:r>
            <a:r>
              <a:rPr sz="2700" b="0" i="0" spc="-10"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function</a:t>
            </a:r>
            <a:r>
              <a:rPr sz="2700" b="0" i="0" dirty="0">
                <a:latin typeface="Times New Roman" panose="02020603050405020304" pitchFamily="18" charset="0"/>
                <a:cs typeface="Times New Roman" panose="02020603050405020304" pitchFamily="18" charset="0"/>
                <a:sym typeface="+mn-ea"/>
              </a:rPr>
              <a:t> is:</a:t>
            </a:r>
            <a:r>
              <a:rPr sz="2700" b="0" i="0" dirty="0">
                <a:latin typeface="Times New Roman" panose="02020603050405020304" pitchFamily="18" charset="0"/>
                <a:cs typeface="Times New Roman" panose="02020603050405020304" pitchFamily="18" charset="0"/>
              </a:rPr>
              <a:t/>
            </a:r>
            <a:br>
              <a:rPr sz="2700" b="0" i="0" dirty="0">
                <a:latin typeface="Times New Roman" panose="02020603050405020304" pitchFamily="18" charset="0"/>
                <a:cs typeface="Times New Roman" panose="02020603050405020304" pitchFamily="18" charset="0"/>
              </a:rPr>
            </a:br>
            <a:r>
              <a:rPr sz="2700" b="0" i="0" spc="-5" dirty="0">
                <a:latin typeface="Times New Roman" panose="02020603050405020304" pitchFamily="18" charset="0"/>
                <a:cs typeface="Times New Roman" panose="02020603050405020304" pitchFamily="18" charset="0"/>
                <a:sym typeface="+mn-ea"/>
              </a:rPr>
              <a:t>Variable </a:t>
            </a:r>
            <a:r>
              <a:rPr sz="2700" b="0" i="0" dirty="0">
                <a:latin typeface="Times New Roman" panose="02020603050405020304" pitchFamily="18" charset="0"/>
                <a:cs typeface="Times New Roman" panose="02020603050405020304" pitchFamily="18" charset="0"/>
                <a:sym typeface="+mn-ea"/>
              </a:rPr>
              <a:t>x</a:t>
            </a:r>
            <a:r>
              <a:rPr sz="2700" b="0" i="0" spc="-15"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outside</a:t>
            </a:r>
            <a:r>
              <a:rPr sz="2700" b="0" i="0" spc="-15"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function</a:t>
            </a:r>
            <a:r>
              <a:rPr sz="2700" b="0" i="0" dirty="0">
                <a:latin typeface="Times New Roman" panose="02020603050405020304" pitchFamily="18" charset="0"/>
                <a:cs typeface="Times New Roman" panose="02020603050405020304" pitchFamily="18" charset="0"/>
                <a:sym typeface="+mn-ea"/>
              </a:rPr>
              <a:t> is:</a:t>
            </a:r>
            <a:r>
              <a:rPr sz="2700" b="0" i="0" spc="-15" dirty="0">
                <a:latin typeface="Times New Roman" panose="02020603050405020304" pitchFamily="18" charset="0"/>
                <a:cs typeface="Times New Roman" panose="02020603050405020304" pitchFamily="18" charset="0"/>
                <a:sym typeface="+mn-ea"/>
              </a:rPr>
              <a:t> </a:t>
            </a:r>
            <a:r>
              <a:rPr sz="2700" b="0" i="0" spc="-5" dirty="0">
                <a:latin typeface="Times New Roman" panose="02020603050405020304" pitchFamily="18" charset="0"/>
                <a:cs typeface="Times New Roman" panose="02020603050405020304" pitchFamily="18" charset="0"/>
                <a:sym typeface="+mn-ea"/>
              </a:rPr>
              <a:t>5</a:t>
            </a:r>
            <a:endParaRPr lang="en-US" sz="2700" b="0" i="0" dirty="0">
              <a:solidFill>
                <a:srgbClr val="0000CD"/>
              </a:solidFill>
              <a:latin typeface="Times New Roman" panose="02020603050405020304" pitchFamily="18" charset="0"/>
              <a:cs typeface="Times New Roman" panose="02020603050405020304" pitchFamily="18" charset="0"/>
              <a:sym typeface="+mn-ea"/>
            </a:endParaRPr>
          </a:p>
        </p:txBody>
      </p:sp>
      <p:sp>
        <p:nvSpPr>
          <p:cNvPr id="4" name="Slide Number Placeholder 3">
            <a:extLst>
              <a:ext uri="{FF2B5EF4-FFF2-40B4-BE49-F238E27FC236}">
                <a16:creationId xmlns:a16="http://schemas.microsoft.com/office/drawing/2014/main" xmlns="" id="{40C2343C-8701-1880-CAE2-754F76DA7AA1}"/>
              </a:ext>
            </a:extLst>
          </p:cNvPr>
          <p:cNvSpPr>
            <a:spLocks noGrp="1"/>
          </p:cNvSpPr>
          <p:nvPr>
            <p:ph type="sldNum" idx="4"/>
          </p:nvPr>
        </p:nvSpPr>
        <p:spPr/>
        <p:txBody>
          <a:bodyPr/>
          <a:lstStyle/>
          <a:p>
            <a:pPr algn="r">
              <a:buNone/>
            </a:pPr>
            <a:fld id="{9A0DB2DC-4C9A-4742-B13C-FB6460FD3503}" type="slidenum">
              <a:rPr lang="en-GB" altLang="en-US" smtClean="0"/>
              <a:pPr algn="r">
                <a:buNone/>
              </a:pPr>
              <a:t>34</a:t>
            </a:fld>
            <a:endParaRPr lang="en-GB"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0" i="0" dirty="0">
                <a:solidFill>
                  <a:srgbClr val="0000CD"/>
                </a:solidFill>
                <a:latin typeface="Times New Roman" panose="02020603050405020304" pitchFamily="18" charset="0"/>
                <a:cs typeface="Times New Roman" panose="02020603050405020304" pitchFamily="18" charset="0"/>
                <a:sym typeface="+mn-ea"/>
              </a:rPr>
              <a:t>&lt;</a:t>
            </a:r>
            <a:r>
              <a:rPr sz="2800" b="0" i="0" dirty="0">
                <a:solidFill>
                  <a:srgbClr val="A32A2A"/>
                </a:solidFill>
                <a:latin typeface="Times New Roman" panose="02020603050405020304" pitchFamily="18" charset="0"/>
                <a:cs typeface="Times New Roman" panose="02020603050405020304" pitchFamily="18" charset="0"/>
                <a:sym typeface="+mn-ea"/>
              </a:rPr>
              <a:t>html</a:t>
            </a:r>
            <a:r>
              <a:rPr sz="2800" b="0" i="0" dirty="0">
                <a:solidFill>
                  <a:srgbClr val="0000CD"/>
                </a:solidFill>
                <a:latin typeface="Times New Roman" panose="02020603050405020304" pitchFamily="18" charset="0"/>
                <a:cs typeface="Times New Roman" panose="02020603050405020304" pitchFamily="18" charset="0"/>
                <a:sym typeface="+mn-ea"/>
              </a:rPr>
              <a:t>&gt;</a:t>
            </a:r>
            <a:r>
              <a:rPr sz="2800" b="0" i="0">
                <a:latin typeface="Times New Roman" panose="02020603050405020304" pitchFamily="18" charset="0"/>
                <a:cs typeface="Times New Roman" panose="02020603050405020304" pitchFamily="18" charset="0"/>
              </a:rPr>
              <a:t/>
            </a:r>
            <a:br>
              <a:rPr sz="2800" b="0" i="0">
                <a:latin typeface="Times New Roman" panose="02020603050405020304" pitchFamily="18" charset="0"/>
                <a:cs typeface="Times New Roman" panose="02020603050405020304" pitchFamily="18" charset="0"/>
              </a:rPr>
            </a:br>
            <a:r>
              <a:rPr sz="2800" b="0" i="0" spc="-5" dirty="0">
                <a:solidFill>
                  <a:srgbClr val="0000CD"/>
                </a:solidFill>
                <a:latin typeface="Times New Roman" panose="02020603050405020304" pitchFamily="18" charset="0"/>
                <a:cs typeface="Times New Roman" panose="02020603050405020304" pitchFamily="18" charset="0"/>
                <a:sym typeface="+mn-ea"/>
              </a:rPr>
              <a:t>&lt;</a:t>
            </a:r>
            <a:r>
              <a:rPr sz="2800" b="0" i="0" spc="-5" dirty="0">
                <a:solidFill>
                  <a:srgbClr val="A32A2A"/>
                </a:solidFill>
                <a:latin typeface="Times New Roman" panose="02020603050405020304" pitchFamily="18" charset="0"/>
                <a:cs typeface="Times New Roman" panose="02020603050405020304" pitchFamily="18" charset="0"/>
                <a:sym typeface="+mn-ea"/>
              </a:rPr>
              <a:t>body</a:t>
            </a:r>
            <a:r>
              <a:rPr sz="2800" b="0" i="0" spc="-5" dirty="0">
                <a:solidFill>
                  <a:srgbClr val="0000CD"/>
                </a:solidFill>
                <a:latin typeface="Times New Roman" panose="02020603050405020304" pitchFamily="18" charset="0"/>
                <a:cs typeface="Times New Roman" panose="02020603050405020304" pitchFamily="18" charset="0"/>
                <a:sym typeface="+mn-ea"/>
              </a:rPr>
              <a:t>&gt;</a:t>
            </a:r>
            <a:r>
              <a:rPr sz="2800" b="0" i="0">
                <a:latin typeface="Times New Roman" panose="02020603050405020304" pitchFamily="18" charset="0"/>
                <a:cs typeface="Times New Roman" panose="02020603050405020304" pitchFamily="18" charset="0"/>
              </a:rPr>
              <a:t/>
            </a:r>
            <a:br>
              <a:rPr sz="2800" b="0" i="0">
                <a:latin typeface="Times New Roman" panose="02020603050405020304" pitchFamily="18" charset="0"/>
                <a:cs typeface="Times New Roman" panose="02020603050405020304" pitchFamily="18" charset="0"/>
              </a:rPr>
            </a:br>
            <a:r>
              <a:rPr sz="2800" b="0" i="0" spc="-5" dirty="0">
                <a:solidFill>
                  <a:srgbClr val="FF0000"/>
                </a:solidFill>
                <a:latin typeface="Times New Roman" panose="02020603050405020304" pitchFamily="18" charset="0"/>
                <a:cs typeface="Times New Roman" panose="02020603050405020304" pitchFamily="18" charset="0"/>
                <a:sym typeface="+mn-ea"/>
              </a:rPr>
              <a:t>&lt;?php</a:t>
            </a:r>
            <a:r>
              <a:rPr sz="2800" b="0" i="0">
                <a:latin typeface="Times New Roman" panose="02020603050405020304" pitchFamily="18" charset="0"/>
                <a:cs typeface="Times New Roman" panose="02020603050405020304" pitchFamily="18" charset="0"/>
              </a:rPr>
              <a:t/>
            </a:r>
            <a:br>
              <a:rPr sz="2800" b="0" i="0">
                <a:latin typeface="Times New Roman" panose="02020603050405020304" pitchFamily="18" charset="0"/>
                <a:cs typeface="Times New Roman" panose="02020603050405020304" pitchFamily="18" charset="0"/>
              </a:rPr>
            </a:br>
            <a:r>
              <a:rPr sz="2800" b="0" i="0" spc="-5" dirty="0">
                <a:solidFill>
                  <a:srgbClr val="0000CD"/>
                </a:solidFill>
                <a:latin typeface="Times New Roman" panose="02020603050405020304" pitchFamily="18" charset="0"/>
                <a:cs typeface="Times New Roman" panose="02020603050405020304" pitchFamily="18" charset="0"/>
                <a:sym typeface="+mn-ea"/>
              </a:rPr>
              <a:t>function</a:t>
            </a:r>
            <a:r>
              <a:rPr sz="2800" b="0" i="0" spc="-15" dirty="0">
                <a:solidFill>
                  <a:srgbClr val="0000CD"/>
                </a:solidFill>
                <a:latin typeface="Times New Roman" panose="02020603050405020304" pitchFamily="18" charset="0"/>
                <a:cs typeface="Times New Roman" panose="02020603050405020304" pitchFamily="18" charset="0"/>
                <a:sym typeface="+mn-ea"/>
              </a:rPr>
              <a:t> </a:t>
            </a:r>
            <a:r>
              <a:rPr sz="2800" b="0" i="0" spc="-5" dirty="0">
                <a:latin typeface="Times New Roman" panose="02020603050405020304" pitchFamily="18" charset="0"/>
                <a:cs typeface="Times New Roman" panose="02020603050405020304" pitchFamily="18" charset="0"/>
                <a:sym typeface="+mn-ea"/>
              </a:rPr>
              <a:t>myTest()</a:t>
            </a:r>
            <a:r>
              <a:rPr sz="2800" b="0" i="0" spc="-15" dirty="0">
                <a:latin typeface="Times New Roman" panose="02020603050405020304" pitchFamily="18" charset="0"/>
                <a:cs typeface="Times New Roman" panose="02020603050405020304" pitchFamily="18" charset="0"/>
                <a:sym typeface="+mn-ea"/>
              </a:rPr>
              <a:t> </a:t>
            </a:r>
            <a:r>
              <a:rPr sz="2800" b="0" i="0" dirty="0">
                <a:latin typeface="Times New Roman" panose="02020603050405020304" pitchFamily="18" charset="0"/>
                <a:cs typeface="Times New Roman" panose="02020603050405020304" pitchFamily="18" charset="0"/>
                <a:sym typeface="+mn-ea"/>
              </a:rPr>
              <a:t>{</a:t>
            </a:r>
            <a:r>
              <a:rPr sz="2800" b="0" i="0">
                <a:latin typeface="Times New Roman" panose="02020603050405020304" pitchFamily="18" charset="0"/>
                <a:cs typeface="Times New Roman" panose="02020603050405020304" pitchFamily="18" charset="0"/>
              </a:rPr>
              <a:t/>
            </a:r>
            <a:br>
              <a:rPr sz="2800" b="0" i="0">
                <a:latin typeface="Times New Roman" panose="02020603050405020304" pitchFamily="18" charset="0"/>
                <a:cs typeface="Times New Roman" panose="02020603050405020304" pitchFamily="18" charset="0"/>
              </a:rPr>
            </a:br>
            <a:r>
              <a:rPr sz="2800" b="0" i="0" spc="-5" dirty="0">
                <a:latin typeface="Times New Roman" panose="02020603050405020304" pitchFamily="18" charset="0"/>
                <a:cs typeface="Times New Roman" panose="02020603050405020304" pitchFamily="18" charset="0"/>
                <a:sym typeface="+mn-ea"/>
              </a:rPr>
              <a:t>$x</a:t>
            </a:r>
            <a:r>
              <a:rPr sz="2800" b="0" i="0" spc="-25" dirty="0">
                <a:latin typeface="Times New Roman" panose="02020603050405020304" pitchFamily="18" charset="0"/>
                <a:cs typeface="Times New Roman" panose="02020603050405020304" pitchFamily="18" charset="0"/>
                <a:sym typeface="+mn-ea"/>
              </a:rPr>
              <a:t> </a:t>
            </a:r>
            <a:r>
              <a:rPr sz="2800" b="0" i="0" dirty="0">
                <a:latin typeface="Times New Roman" panose="02020603050405020304" pitchFamily="18" charset="0"/>
                <a:cs typeface="Times New Roman" panose="02020603050405020304" pitchFamily="18" charset="0"/>
                <a:sym typeface="+mn-ea"/>
              </a:rPr>
              <a:t>=</a:t>
            </a:r>
            <a:r>
              <a:rPr sz="2800" b="0" i="0" spc="-5" dirty="0">
                <a:latin typeface="Times New Roman" panose="02020603050405020304" pitchFamily="18" charset="0"/>
                <a:cs typeface="Times New Roman" panose="02020603050405020304" pitchFamily="18" charset="0"/>
                <a:sym typeface="+mn-ea"/>
              </a:rPr>
              <a:t> </a:t>
            </a:r>
            <a:r>
              <a:rPr sz="2800" b="0" i="0" dirty="0">
                <a:solidFill>
                  <a:srgbClr val="FF0000"/>
                </a:solidFill>
                <a:latin typeface="Times New Roman" panose="02020603050405020304" pitchFamily="18" charset="0"/>
                <a:cs typeface="Times New Roman" panose="02020603050405020304" pitchFamily="18" charset="0"/>
                <a:sym typeface="+mn-ea"/>
              </a:rPr>
              <a:t>5</a:t>
            </a:r>
            <a:r>
              <a:rPr sz="2800" b="0" i="0" dirty="0">
                <a:latin typeface="Times New Roman" panose="02020603050405020304" pitchFamily="18" charset="0"/>
                <a:cs typeface="Times New Roman" panose="02020603050405020304" pitchFamily="18" charset="0"/>
                <a:sym typeface="+mn-ea"/>
              </a:rPr>
              <a:t>; </a:t>
            </a:r>
            <a:r>
              <a:rPr sz="2800" b="0" i="0" dirty="0">
                <a:solidFill>
                  <a:srgbClr val="008000"/>
                </a:solidFill>
                <a:latin typeface="Times New Roman" panose="02020603050405020304" pitchFamily="18" charset="0"/>
                <a:cs typeface="Times New Roman" panose="02020603050405020304" pitchFamily="18" charset="0"/>
                <a:sym typeface="+mn-ea"/>
              </a:rPr>
              <a:t>//</a:t>
            </a:r>
            <a:r>
              <a:rPr sz="2800" b="0" i="0" spc="-10" dirty="0">
                <a:solidFill>
                  <a:srgbClr val="008000"/>
                </a:solidFill>
                <a:latin typeface="Times New Roman" panose="02020603050405020304" pitchFamily="18" charset="0"/>
                <a:cs typeface="Times New Roman" panose="02020603050405020304" pitchFamily="18" charset="0"/>
                <a:sym typeface="+mn-ea"/>
              </a:rPr>
              <a:t> </a:t>
            </a:r>
            <a:r>
              <a:rPr sz="2800" b="0" i="0" spc="-5" dirty="0">
                <a:solidFill>
                  <a:srgbClr val="008000"/>
                </a:solidFill>
                <a:latin typeface="Times New Roman" panose="02020603050405020304" pitchFamily="18" charset="0"/>
                <a:cs typeface="Times New Roman" panose="02020603050405020304" pitchFamily="18" charset="0"/>
                <a:sym typeface="+mn-ea"/>
              </a:rPr>
              <a:t>local </a:t>
            </a:r>
            <a:r>
              <a:rPr sz="2800" b="0" i="0" spc="-10" dirty="0">
                <a:solidFill>
                  <a:srgbClr val="008000"/>
                </a:solidFill>
                <a:latin typeface="Times New Roman" panose="02020603050405020304" pitchFamily="18" charset="0"/>
                <a:cs typeface="Times New Roman" panose="02020603050405020304" pitchFamily="18" charset="0"/>
                <a:sym typeface="+mn-ea"/>
              </a:rPr>
              <a:t>scope</a:t>
            </a:r>
            <a:r>
              <a:rPr sz="2800" b="0" i="0">
                <a:latin typeface="Times New Roman" panose="02020603050405020304" pitchFamily="18" charset="0"/>
                <a:cs typeface="Times New Roman" panose="02020603050405020304" pitchFamily="18" charset="0"/>
              </a:rPr>
              <a:t/>
            </a:r>
            <a:br>
              <a:rPr sz="2800" b="0" i="0">
                <a:latin typeface="Times New Roman" panose="02020603050405020304" pitchFamily="18" charset="0"/>
                <a:cs typeface="Times New Roman" panose="02020603050405020304" pitchFamily="18" charset="0"/>
              </a:rPr>
            </a:br>
            <a:r>
              <a:rPr sz="2800" b="0" i="0" spc="-5" dirty="0">
                <a:solidFill>
                  <a:srgbClr val="0000CD"/>
                </a:solidFill>
                <a:latin typeface="Times New Roman" panose="02020603050405020304" pitchFamily="18" charset="0"/>
                <a:cs typeface="Times New Roman" panose="02020603050405020304" pitchFamily="18" charset="0"/>
                <a:sym typeface="+mn-ea"/>
              </a:rPr>
              <a:t>echo </a:t>
            </a:r>
            <a:r>
              <a:rPr sz="2800" b="0" i="0" spc="-5" dirty="0">
                <a:solidFill>
                  <a:srgbClr val="A32A2A"/>
                </a:solidFill>
                <a:latin typeface="Times New Roman" panose="02020603050405020304" pitchFamily="18" charset="0"/>
                <a:cs typeface="Times New Roman" panose="02020603050405020304" pitchFamily="18" charset="0"/>
                <a:sym typeface="+mn-ea"/>
              </a:rPr>
              <a:t>"&lt;p&gt;Variable</a:t>
            </a:r>
            <a:r>
              <a:rPr sz="2800" b="0" i="0" dirty="0">
                <a:solidFill>
                  <a:srgbClr val="A32A2A"/>
                </a:solidFill>
                <a:latin typeface="Times New Roman" panose="02020603050405020304" pitchFamily="18" charset="0"/>
                <a:cs typeface="Times New Roman" panose="02020603050405020304" pitchFamily="18" charset="0"/>
                <a:sym typeface="+mn-ea"/>
              </a:rPr>
              <a:t> x</a:t>
            </a:r>
            <a:r>
              <a:rPr sz="2800" b="0" i="0" spc="-5" dirty="0">
                <a:solidFill>
                  <a:srgbClr val="A32A2A"/>
                </a:solidFill>
                <a:latin typeface="Times New Roman" panose="02020603050405020304" pitchFamily="18" charset="0"/>
                <a:cs typeface="Times New Roman" panose="02020603050405020304" pitchFamily="18" charset="0"/>
                <a:sym typeface="+mn-ea"/>
              </a:rPr>
              <a:t> inside function </a:t>
            </a:r>
            <a:r>
              <a:rPr sz="2800" b="0" i="0" dirty="0">
                <a:solidFill>
                  <a:srgbClr val="A32A2A"/>
                </a:solidFill>
                <a:latin typeface="Times New Roman" panose="02020603050405020304" pitchFamily="18" charset="0"/>
                <a:cs typeface="Times New Roman" panose="02020603050405020304" pitchFamily="18" charset="0"/>
                <a:sym typeface="+mn-ea"/>
              </a:rPr>
              <a:t>is: $x&lt;/p&gt;"</a:t>
            </a:r>
            <a:r>
              <a:rPr sz="2800" b="0" i="0" dirty="0">
                <a:latin typeface="Times New Roman" panose="02020603050405020304" pitchFamily="18" charset="0"/>
                <a:cs typeface="Times New Roman" panose="02020603050405020304" pitchFamily="18" charset="0"/>
                <a:sym typeface="+mn-ea"/>
              </a:rPr>
              <a:t>;</a:t>
            </a:r>
            <a:r>
              <a:rPr sz="2800" b="0" i="0">
                <a:latin typeface="Times New Roman" panose="02020603050405020304" pitchFamily="18" charset="0"/>
                <a:cs typeface="Times New Roman" panose="02020603050405020304" pitchFamily="18" charset="0"/>
              </a:rPr>
              <a:t/>
            </a:r>
            <a:br>
              <a:rPr sz="2800" b="0" i="0">
                <a:latin typeface="Times New Roman" panose="02020603050405020304" pitchFamily="18" charset="0"/>
                <a:cs typeface="Times New Roman" panose="02020603050405020304" pitchFamily="18" charset="0"/>
              </a:rPr>
            </a:br>
            <a:r>
              <a:rPr sz="2800" b="0" i="0" dirty="0">
                <a:latin typeface="Times New Roman" panose="02020603050405020304" pitchFamily="18" charset="0"/>
                <a:cs typeface="Times New Roman" panose="02020603050405020304" pitchFamily="18" charset="0"/>
                <a:sym typeface="+mn-ea"/>
              </a:rPr>
              <a:t>}</a:t>
            </a:r>
            <a:r>
              <a:rPr sz="2800" b="0" i="0">
                <a:latin typeface="Times New Roman" panose="02020603050405020304" pitchFamily="18" charset="0"/>
                <a:cs typeface="Times New Roman" panose="02020603050405020304" pitchFamily="18" charset="0"/>
              </a:rPr>
              <a:t/>
            </a:r>
            <a:br>
              <a:rPr sz="2800" b="0" i="0">
                <a:latin typeface="Times New Roman" panose="02020603050405020304" pitchFamily="18" charset="0"/>
                <a:cs typeface="Times New Roman" panose="02020603050405020304" pitchFamily="18" charset="0"/>
              </a:rPr>
            </a:br>
            <a:r>
              <a:rPr sz="2800" b="0" i="0" spc="-5" dirty="0">
                <a:latin typeface="Times New Roman" panose="02020603050405020304" pitchFamily="18" charset="0"/>
                <a:cs typeface="Times New Roman" panose="02020603050405020304" pitchFamily="18" charset="0"/>
                <a:sym typeface="+mn-ea"/>
              </a:rPr>
              <a:t>myTest();</a:t>
            </a:r>
            <a:r>
              <a:rPr sz="2800" b="0" i="0">
                <a:latin typeface="Times New Roman" panose="02020603050405020304" pitchFamily="18" charset="0"/>
                <a:cs typeface="Times New Roman" panose="02020603050405020304" pitchFamily="18" charset="0"/>
              </a:rPr>
              <a:t/>
            </a:r>
            <a:br>
              <a:rPr sz="2800" b="0" i="0">
                <a:latin typeface="Times New Roman" panose="02020603050405020304" pitchFamily="18" charset="0"/>
                <a:cs typeface="Times New Roman" panose="02020603050405020304" pitchFamily="18" charset="0"/>
              </a:rPr>
            </a:br>
            <a:r>
              <a:rPr sz="2800" b="0" i="0" dirty="0">
                <a:solidFill>
                  <a:srgbClr val="008000"/>
                </a:solidFill>
                <a:latin typeface="Times New Roman" panose="02020603050405020304" pitchFamily="18" charset="0"/>
                <a:cs typeface="Times New Roman" panose="02020603050405020304" pitchFamily="18" charset="0"/>
                <a:sym typeface="+mn-ea"/>
              </a:rPr>
              <a:t>// using x</a:t>
            </a:r>
            <a:r>
              <a:rPr sz="2800" b="0" i="0" spc="-5" dirty="0">
                <a:solidFill>
                  <a:srgbClr val="008000"/>
                </a:solidFill>
                <a:latin typeface="Times New Roman" panose="02020603050405020304" pitchFamily="18" charset="0"/>
                <a:cs typeface="Times New Roman" panose="02020603050405020304" pitchFamily="18" charset="0"/>
                <a:sym typeface="+mn-ea"/>
              </a:rPr>
              <a:t> outside</a:t>
            </a:r>
            <a:r>
              <a:rPr sz="2800" b="0" i="0" spc="5" dirty="0">
                <a:solidFill>
                  <a:srgbClr val="008000"/>
                </a:solidFill>
                <a:latin typeface="Times New Roman" panose="02020603050405020304" pitchFamily="18" charset="0"/>
                <a:cs typeface="Times New Roman" panose="02020603050405020304" pitchFamily="18" charset="0"/>
                <a:sym typeface="+mn-ea"/>
              </a:rPr>
              <a:t> </a:t>
            </a:r>
            <a:r>
              <a:rPr sz="2800" b="0" i="0" spc="-5" dirty="0">
                <a:solidFill>
                  <a:srgbClr val="008000"/>
                </a:solidFill>
                <a:latin typeface="Times New Roman" panose="02020603050405020304" pitchFamily="18" charset="0"/>
                <a:cs typeface="Times New Roman" panose="02020603050405020304" pitchFamily="18" charset="0"/>
                <a:sym typeface="+mn-ea"/>
              </a:rPr>
              <a:t>the</a:t>
            </a:r>
            <a:r>
              <a:rPr sz="2800" b="0" i="0" spc="-10" dirty="0">
                <a:solidFill>
                  <a:srgbClr val="008000"/>
                </a:solidFill>
                <a:latin typeface="Times New Roman" panose="02020603050405020304" pitchFamily="18" charset="0"/>
                <a:cs typeface="Times New Roman" panose="02020603050405020304" pitchFamily="18" charset="0"/>
                <a:sym typeface="+mn-ea"/>
              </a:rPr>
              <a:t> </a:t>
            </a:r>
            <a:r>
              <a:rPr sz="2800" b="0" i="0" spc="-5" dirty="0">
                <a:solidFill>
                  <a:srgbClr val="008000"/>
                </a:solidFill>
                <a:latin typeface="Times New Roman" panose="02020603050405020304" pitchFamily="18" charset="0"/>
                <a:cs typeface="Times New Roman" panose="02020603050405020304" pitchFamily="18" charset="0"/>
                <a:sym typeface="+mn-ea"/>
              </a:rPr>
              <a:t>function</a:t>
            </a:r>
            <a:r>
              <a:rPr sz="2800" b="0" i="0" spc="5" dirty="0">
                <a:solidFill>
                  <a:srgbClr val="008000"/>
                </a:solidFill>
                <a:latin typeface="Times New Roman" panose="02020603050405020304" pitchFamily="18" charset="0"/>
                <a:cs typeface="Times New Roman" panose="02020603050405020304" pitchFamily="18" charset="0"/>
                <a:sym typeface="+mn-ea"/>
              </a:rPr>
              <a:t> </a:t>
            </a:r>
            <a:r>
              <a:rPr sz="2800" b="0" i="0" spc="-10" dirty="0">
                <a:solidFill>
                  <a:srgbClr val="008000"/>
                </a:solidFill>
                <a:latin typeface="Times New Roman" panose="02020603050405020304" pitchFamily="18" charset="0"/>
                <a:cs typeface="Times New Roman" panose="02020603050405020304" pitchFamily="18" charset="0"/>
                <a:sym typeface="+mn-ea"/>
              </a:rPr>
              <a:t>will</a:t>
            </a:r>
            <a:r>
              <a:rPr sz="2800" b="0" i="0" spc="15" dirty="0">
                <a:solidFill>
                  <a:srgbClr val="008000"/>
                </a:solidFill>
                <a:latin typeface="Times New Roman" panose="02020603050405020304" pitchFamily="18" charset="0"/>
                <a:cs typeface="Times New Roman" panose="02020603050405020304" pitchFamily="18" charset="0"/>
                <a:sym typeface="+mn-ea"/>
              </a:rPr>
              <a:t> </a:t>
            </a:r>
            <a:r>
              <a:rPr sz="2800" b="0" i="0" spc="-5" dirty="0">
                <a:solidFill>
                  <a:srgbClr val="008000"/>
                </a:solidFill>
                <a:latin typeface="Times New Roman" panose="02020603050405020304" pitchFamily="18" charset="0"/>
                <a:cs typeface="Times New Roman" panose="02020603050405020304" pitchFamily="18" charset="0"/>
                <a:sym typeface="+mn-ea"/>
              </a:rPr>
              <a:t>generate</a:t>
            </a:r>
            <a:r>
              <a:rPr sz="2800" b="0" i="0" dirty="0">
                <a:solidFill>
                  <a:srgbClr val="008000"/>
                </a:solidFill>
                <a:latin typeface="Times New Roman" panose="02020603050405020304" pitchFamily="18" charset="0"/>
                <a:cs typeface="Times New Roman" panose="02020603050405020304" pitchFamily="18" charset="0"/>
                <a:sym typeface="+mn-ea"/>
              </a:rPr>
              <a:t> </a:t>
            </a:r>
            <a:r>
              <a:rPr sz="2800" b="0" i="0" spc="-10" dirty="0">
                <a:solidFill>
                  <a:srgbClr val="008000"/>
                </a:solidFill>
                <a:latin typeface="Times New Roman" panose="02020603050405020304" pitchFamily="18" charset="0"/>
                <a:cs typeface="Times New Roman" panose="02020603050405020304" pitchFamily="18" charset="0"/>
                <a:sym typeface="+mn-ea"/>
              </a:rPr>
              <a:t>an </a:t>
            </a:r>
            <a:r>
              <a:rPr sz="2800" b="0" i="0" spc="-320" dirty="0">
                <a:solidFill>
                  <a:srgbClr val="008000"/>
                </a:solidFill>
                <a:latin typeface="Times New Roman" panose="02020603050405020304" pitchFamily="18" charset="0"/>
                <a:cs typeface="Times New Roman" panose="02020603050405020304" pitchFamily="18" charset="0"/>
                <a:sym typeface="+mn-ea"/>
              </a:rPr>
              <a:t> </a:t>
            </a:r>
            <a:r>
              <a:rPr sz="2800" b="0" i="0" spc="-5" dirty="0">
                <a:solidFill>
                  <a:srgbClr val="008000"/>
                </a:solidFill>
                <a:latin typeface="Times New Roman" panose="02020603050405020304" pitchFamily="18" charset="0"/>
                <a:cs typeface="Times New Roman" panose="02020603050405020304" pitchFamily="18" charset="0"/>
                <a:sym typeface="+mn-ea"/>
              </a:rPr>
              <a:t>error</a:t>
            </a:r>
            <a:r>
              <a:rPr sz="2800" b="0" i="0" dirty="0">
                <a:solidFill>
                  <a:srgbClr val="008000"/>
                </a:solidFill>
                <a:latin typeface="Times New Roman" panose="02020603050405020304" pitchFamily="18" charset="0"/>
                <a:cs typeface="Times New Roman" panose="02020603050405020304" pitchFamily="18" charset="0"/>
                <a:sym typeface="+mn-ea"/>
              </a:rPr>
              <a:t> </a:t>
            </a:r>
            <a:r>
              <a:rPr sz="2800" b="0" i="0" spc="-5" dirty="0">
                <a:solidFill>
                  <a:srgbClr val="0000CD"/>
                </a:solidFill>
                <a:latin typeface="Times New Roman" panose="02020603050405020304" pitchFamily="18" charset="0"/>
                <a:cs typeface="Times New Roman" panose="02020603050405020304" pitchFamily="18" charset="0"/>
                <a:sym typeface="+mn-ea"/>
              </a:rPr>
              <a:t>echo </a:t>
            </a:r>
            <a:r>
              <a:rPr sz="2800" b="0" i="0" spc="-5" dirty="0">
                <a:solidFill>
                  <a:srgbClr val="A32A2A"/>
                </a:solidFill>
                <a:latin typeface="Times New Roman" panose="02020603050405020304" pitchFamily="18" charset="0"/>
                <a:cs typeface="Times New Roman" panose="02020603050405020304" pitchFamily="18" charset="0"/>
                <a:sym typeface="+mn-ea"/>
              </a:rPr>
              <a:t>"&lt;p&gt;Variable</a:t>
            </a:r>
            <a:r>
              <a:rPr sz="2800" b="0" i="0" dirty="0">
                <a:solidFill>
                  <a:srgbClr val="A32A2A"/>
                </a:solidFill>
                <a:latin typeface="Times New Roman" panose="02020603050405020304" pitchFamily="18" charset="0"/>
                <a:cs typeface="Times New Roman" panose="02020603050405020304" pitchFamily="18" charset="0"/>
                <a:sym typeface="+mn-ea"/>
              </a:rPr>
              <a:t> x</a:t>
            </a:r>
            <a:r>
              <a:rPr sz="2800" b="0" i="0" spc="-10" dirty="0">
                <a:solidFill>
                  <a:srgbClr val="A32A2A"/>
                </a:solidFill>
                <a:latin typeface="Times New Roman" panose="02020603050405020304" pitchFamily="18" charset="0"/>
                <a:cs typeface="Times New Roman" panose="02020603050405020304" pitchFamily="18" charset="0"/>
                <a:sym typeface="+mn-ea"/>
              </a:rPr>
              <a:t> </a:t>
            </a:r>
            <a:r>
              <a:rPr sz="2800" b="0" i="0" dirty="0">
                <a:solidFill>
                  <a:srgbClr val="A32A2A"/>
                </a:solidFill>
                <a:latin typeface="Times New Roman" panose="02020603050405020304" pitchFamily="18" charset="0"/>
                <a:cs typeface="Times New Roman" panose="02020603050405020304" pitchFamily="18" charset="0"/>
                <a:sym typeface="+mn-ea"/>
              </a:rPr>
              <a:t>outside</a:t>
            </a:r>
            <a:r>
              <a:rPr sz="2800" b="0" i="0" spc="-20" dirty="0">
                <a:solidFill>
                  <a:srgbClr val="A32A2A"/>
                </a:solidFill>
                <a:latin typeface="Times New Roman" panose="02020603050405020304" pitchFamily="18" charset="0"/>
                <a:cs typeface="Times New Roman" panose="02020603050405020304" pitchFamily="18" charset="0"/>
                <a:sym typeface="+mn-ea"/>
              </a:rPr>
              <a:t> </a:t>
            </a:r>
            <a:r>
              <a:rPr sz="2800" b="0" i="0" spc="-5" dirty="0">
                <a:solidFill>
                  <a:srgbClr val="A32A2A"/>
                </a:solidFill>
                <a:latin typeface="Times New Roman" panose="02020603050405020304" pitchFamily="18" charset="0"/>
                <a:cs typeface="Times New Roman" panose="02020603050405020304" pitchFamily="18" charset="0"/>
                <a:sym typeface="+mn-ea"/>
              </a:rPr>
              <a:t>function</a:t>
            </a:r>
            <a:r>
              <a:rPr sz="2800" b="0" i="0" dirty="0">
                <a:solidFill>
                  <a:srgbClr val="A32A2A"/>
                </a:solidFill>
                <a:latin typeface="Times New Roman" panose="02020603050405020304" pitchFamily="18" charset="0"/>
                <a:cs typeface="Times New Roman" panose="02020603050405020304" pitchFamily="18" charset="0"/>
                <a:sym typeface="+mn-ea"/>
              </a:rPr>
              <a:t> is:</a:t>
            </a:r>
            <a:r>
              <a:rPr sz="2800" b="0" i="0">
                <a:latin typeface="Times New Roman" panose="02020603050405020304" pitchFamily="18" charset="0"/>
                <a:cs typeface="Times New Roman" panose="02020603050405020304" pitchFamily="18" charset="0"/>
              </a:rPr>
              <a:t/>
            </a:r>
            <a:br>
              <a:rPr sz="2800" b="0" i="0">
                <a:latin typeface="Times New Roman" panose="02020603050405020304" pitchFamily="18" charset="0"/>
                <a:cs typeface="Times New Roman" panose="02020603050405020304" pitchFamily="18" charset="0"/>
              </a:rPr>
            </a:br>
            <a:r>
              <a:rPr sz="2800" b="0" i="0" spc="-5" dirty="0">
                <a:solidFill>
                  <a:srgbClr val="A32A2A"/>
                </a:solidFill>
                <a:latin typeface="Times New Roman" panose="02020603050405020304" pitchFamily="18" charset="0"/>
                <a:cs typeface="Times New Roman" panose="02020603050405020304" pitchFamily="18" charset="0"/>
                <a:sym typeface="+mn-ea"/>
              </a:rPr>
              <a:t>$x&lt;/p&gt;"</a:t>
            </a:r>
            <a:r>
              <a:rPr sz="2800" b="0" i="0" spc="-5" dirty="0">
                <a:latin typeface="Times New Roman" panose="02020603050405020304" pitchFamily="18" charset="0"/>
                <a:cs typeface="Times New Roman" panose="02020603050405020304" pitchFamily="18" charset="0"/>
                <a:sym typeface="+mn-ea"/>
              </a:rPr>
              <a:t>;</a:t>
            </a:r>
            <a:r>
              <a:rPr sz="2800" b="0" i="0" spc="-25" dirty="0">
                <a:latin typeface="Times New Roman" panose="02020603050405020304" pitchFamily="18" charset="0"/>
                <a:cs typeface="Times New Roman" panose="02020603050405020304" pitchFamily="18" charset="0"/>
                <a:sym typeface="+mn-ea"/>
              </a:rPr>
              <a:t> </a:t>
            </a:r>
            <a:r>
              <a:rPr sz="2800" b="0" i="0" spc="-5" dirty="0">
                <a:solidFill>
                  <a:srgbClr val="FF0000"/>
                </a:solidFill>
                <a:latin typeface="Times New Roman" panose="02020603050405020304" pitchFamily="18" charset="0"/>
                <a:cs typeface="Times New Roman" panose="02020603050405020304" pitchFamily="18" charset="0"/>
                <a:sym typeface="+mn-ea"/>
              </a:rPr>
              <a:t>?&gt;</a:t>
            </a:r>
            <a:r>
              <a:rPr sz="2800" b="0" i="0">
                <a:latin typeface="Times New Roman" panose="02020603050405020304" pitchFamily="18" charset="0"/>
                <a:cs typeface="Times New Roman" panose="02020603050405020304" pitchFamily="18" charset="0"/>
              </a:rPr>
              <a:t/>
            </a:r>
            <a:br>
              <a:rPr sz="2800" b="0" i="0">
                <a:latin typeface="Times New Roman" panose="02020603050405020304" pitchFamily="18" charset="0"/>
                <a:cs typeface="Times New Roman" panose="02020603050405020304" pitchFamily="18" charset="0"/>
              </a:rPr>
            </a:br>
            <a:r>
              <a:rPr sz="2800" b="0" i="0" spc="-5" dirty="0">
                <a:solidFill>
                  <a:srgbClr val="0000CD"/>
                </a:solidFill>
                <a:latin typeface="Times New Roman" panose="02020603050405020304" pitchFamily="18" charset="0"/>
                <a:cs typeface="Times New Roman" panose="02020603050405020304" pitchFamily="18" charset="0"/>
                <a:sym typeface="+mn-ea"/>
              </a:rPr>
              <a:t>&lt;</a:t>
            </a:r>
            <a:r>
              <a:rPr sz="2800" b="0" i="0" spc="-5" dirty="0">
                <a:solidFill>
                  <a:srgbClr val="A32A2A"/>
                </a:solidFill>
                <a:latin typeface="Times New Roman" panose="02020603050405020304" pitchFamily="18" charset="0"/>
                <a:cs typeface="Times New Roman" panose="02020603050405020304" pitchFamily="18" charset="0"/>
                <a:sym typeface="+mn-ea"/>
              </a:rPr>
              <a:t>/body</a:t>
            </a:r>
            <a:r>
              <a:rPr sz="2800" b="0" i="0" spc="-5" dirty="0">
                <a:solidFill>
                  <a:srgbClr val="0000CD"/>
                </a:solidFill>
                <a:latin typeface="Times New Roman" panose="02020603050405020304" pitchFamily="18" charset="0"/>
                <a:cs typeface="Times New Roman" panose="02020603050405020304" pitchFamily="18" charset="0"/>
                <a:sym typeface="+mn-ea"/>
              </a:rPr>
              <a:t>&gt;</a:t>
            </a:r>
            <a:r>
              <a:rPr sz="2800" b="0" i="0">
                <a:latin typeface="Times New Roman" panose="02020603050405020304" pitchFamily="18" charset="0"/>
                <a:cs typeface="Times New Roman" panose="02020603050405020304" pitchFamily="18" charset="0"/>
              </a:rPr>
              <a:t/>
            </a:r>
            <a:br>
              <a:rPr sz="2800" b="0" i="0">
                <a:latin typeface="Times New Roman" panose="02020603050405020304" pitchFamily="18" charset="0"/>
                <a:cs typeface="Times New Roman" panose="02020603050405020304" pitchFamily="18" charset="0"/>
              </a:rPr>
            </a:br>
            <a:r>
              <a:rPr sz="2800" b="0" i="0" dirty="0">
                <a:solidFill>
                  <a:srgbClr val="0000CD"/>
                </a:solidFill>
                <a:latin typeface="Times New Roman" panose="02020603050405020304" pitchFamily="18" charset="0"/>
                <a:cs typeface="Times New Roman" panose="02020603050405020304" pitchFamily="18" charset="0"/>
                <a:sym typeface="+mn-ea"/>
              </a:rPr>
              <a:t>&lt;</a:t>
            </a:r>
            <a:r>
              <a:rPr sz="2800" b="0" i="0" dirty="0">
                <a:solidFill>
                  <a:srgbClr val="A32A2A"/>
                </a:solidFill>
                <a:latin typeface="Times New Roman" panose="02020603050405020304" pitchFamily="18" charset="0"/>
                <a:cs typeface="Times New Roman" panose="02020603050405020304" pitchFamily="18" charset="0"/>
                <a:sym typeface="+mn-ea"/>
              </a:rPr>
              <a:t>/html</a:t>
            </a:r>
            <a:r>
              <a:rPr sz="2800" b="0" i="0" dirty="0">
                <a:solidFill>
                  <a:srgbClr val="0000CD"/>
                </a:solidFill>
                <a:latin typeface="Times New Roman" panose="02020603050405020304" pitchFamily="18" charset="0"/>
                <a:cs typeface="Times New Roman" panose="02020603050405020304" pitchFamily="18" charset="0"/>
                <a:sym typeface="+mn-ea"/>
              </a:rPr>
              <a:t>&gt;</a:t>
            </a:r>
            <a:r>
              <a:rPr sz="2800" b="0" i="0">
                <a:latin typeface="Times New Roman" panose="02020603050405020304" pitchFamily="18" charset="0"/>
                <a:cs typeface="Times New Roman" panose="02020603050405020304" pitchFamily="18" charset="0"/>
              </a:rPr>
              <a:t/>
            </a:r>
            <a:br>
              <a:rPr sz="2800" b="0" i="0">
                <a:latin typeface="Times New Roman" panose="02020603050405020304" pitchFamily="18" charset="0"/>
                <a:cs typeface="Times New Roman" panose="02020603050405020304" pitchFamily="18" charset="0"/>
              </a:rPr>
            </a:br>
            <a:r>
              <a:rPr sz="2800" b="0" i="0" dirty="0">
                <a:latin typeface="Times New Roman" panose="02020603050405020304" pitchFamily="18" charset="0"/>
                <a:cs typeface="Times New Roman" panose="02020603050405020304" pitchFamily="18" charset="0"/>
                <a:sym typeface="+mn-ea"/>
              </a:rPr>
              <a:t>OUTPUT:</a:t>
            </a:r>
            <a:r>
              <a:rPr sz="2800" b="0" i="0">
                <a:latin typeface="Times New Roman" panose="02020603050405020304" pitchFamily="18" charset="0"/>
                <a:cs typeface="Times New Roman" panose="02020603050405020304" pitchFamily="18" charset="0"/>
              </a:rPr>
              <a:t/>
            </a:r>
            <a:br>
              <a:rPr sz="2800" b="0" i="0">
                <a:latin typeface="Times New Roman" panose="02020603050405020304" pitchFamily="18" charset="0"/>
                <a:cs typeface="Times New Roman" panose="02020603050405020304" pitchFamily="18" charset="0"/>
              </a:rPr>
            </a:br>
            <a:r>
              <a:rPr sz="2800" b="0" i="0" spc="-5" dirty="0">
                <a:latin typeface="Times New Roman" panose="02020603050405020304" pitchFamily="18" charset="0"/>
                <a:cs typeface="Times New Roman" panose="02020603050405020304" pitchFamily="18" charset="0"/>
                <a:sym typeface="+mn-ea"/>
              </a:rPr>
              <a:t>Variable </a:t>
            </a:r>
            <a:r>
              <a:rPr sz="2800" b="0" i="0" dirty="0">
                <a:latin typeface="Times New Roman" panose="02020603050405020304" pitchFamily="18" charset="0"/>
                <a:cs typeface="Times New Roman" panose="02020603050405020304" pitchFamily="18" charset="0"/>
                <a:sym typeface="+mn-ea"/>
              </a:rPr>
              <a:t>x </a:t>
            </a:r>
            <a:r>
              <a:rPr sz="2800" b="0" i="0" spc="-5" dirty="0">
                <a:latin typeface="Times New Roman" panose="02020603050405020304" pitchFamily="18" charset="0"/>
                <a:cs typeface="Times New Roman" panose="02020603050405020304" pitchFamily="18" charset="0"/>
                <a:sym typeface="+mn-ea"/>
              </a:rPr>
              <a:t>inside function </a:t>
            </a:r>
            <a:r>
              <a:rPr sz="2800" b="0" i="0" dirty="0">
                <a:latin typeface="Times New Roman" panose="02020603050405020304" pitchFamily="18" charset="0"/>
                <a:cs typeface="Times New Roman" panose="02020603050405020304" pitchFamily="18" charset="0"/>
                <a:sym typeface="+mn-ea"/>
              </a:rPr>
              <a:t>is: </a:t>
            </a:r>
            <a:r>
              <a:rPr sz="2800" b="0" i="0" spc="-5" dirty="0">
                <a:latin typeface="Times New Roman" panose="02020603050405020304" pitchFamily="18" charset="0"/>
                <a:cs typeface="Times New Roman" panose="02020603050405020304" pitchFamily="18" charset="0"/>
                <a:sym typeface="+mn-ea"/>
              </a:rPr>
              <a:t>5 </a:t>
            </a:r>
            <a:r>
              <a:rPr sz="2800" b="0" i="0" spc="-320" dirty="0">
                <a:latin typeface="Times New Roman" panose="02020603050405020304" pitchFamily="18" charset="0"/>
                <a:cs typeface="Times New Roman" panose="02020603050405020304" pitchFamily="18" charset="0"/>
                <a:sym typeface="+mn-ea"/>
              </a:rPr>
              <a:t> </a:t>
            </a:r>
            <a:r>
              <a:rPr sz="2800" b="0" i="0" spc="-5" dirty="0">
                <a:latin typeface="Times New Roman" panose="02020603050405020304" pitchFamily="18" charset="0"/>
                <a:cs typeface="Times New Roman" panose="02020603050405020304" pitchFamily="18" charset="0"/>
                <a:sym typeface="+mn-ea"/>
              </a:rPr>
              <a:t>Variable </a:t>
            </a:r>
            <a:r>
              <a:rPr sz="2800" b="0" i="0" dirty="0">
                <a:latin typeface="Times New Roman" panose="02020603050405020304" pitchFamily="18" charset="0"/>
                <a:cs typeface="Times New Roman" panose="02020603050405020304" pitchFamily="18" charset="0"/>
                <a:sym typeface="+mn-ea"/>
              </a:rPr>
              <a:t>x</a:t>
            </a:r>
            <a:r>
              <a:rPr sz="2800" b="0" i="0" spc="-20" dirty="0">
                <a:latin typeface="Times New Roman" panose="02020603050405020304" pitchFamily="18" charset="0"/>
                <a:cs typeface="Times New Roman" panose="02020603050405020304" pitchFamily="18" charset="0"/>
                <a:sym typeface="+mn-ea"/>
              </a:rPr>
              <a:t> </a:t>
            </a:r>
            <a:r>
              <a:rPr sz="2800" b="0" i="0" spc="-5" dirty="0">
                <a:latin typeface="Times New Roman" panose="02020603050405020304" pitchFamily="18" charset="0"/>
                <a:cs typeface="Times New Roman" panose="02020603050405020304" pitchFamily="18" charset="0"/>
                <a:sym typeface="+mn-ea"/>
              </a:rPr>
              <a:t>outside</a:t>
            </a:r>
            <a:r>
              <a:rPr sz="2800" b="0" i="0" spc="-15" dirty="0">
                <a:latin typeface="Times New Roman" panose="02020603050405020304" pitchFamily="18" charset="0"/>
                <a:cs typeface="Times New Roman" panose="02020603050405020304" pitchFamily="18" charset="0"/>
                <a:sym typeface="+mn-ea"/>
              </a:rPr>
              <a:t> </a:t>
            </a:r>
            <a:r>
              <a:rPr sz="2800" b="0" i="0" spc="-5" dirty="0">
                <a:latin typeface="Times New Roman" panose="02020603050405020304" pitchFamily="18" charset="0"/>
                <a:cs typeface="Times New Roman" panose="02020603050405020304" pitchFamily="18" charset="0"/>
                <a:sym typeface="+mn-ea"/>
              </a:rPr>
              <a:t>function</a:t>
            </a:r>
            <a:r>
              <a:rPr sz="2800" b="0" i="0" dirty="0">
                <a:latin typeface="Times New Roman" panose="02020603050405020304" pitchFamily="18" charset="0"/>
                <a:cs typeface="Times New Roman" panose="02020603050405020304" pitchFamily="18" charset="0"/>
                <a:sym typeface="+mn-ea"/>
              </a:rPr>
              <a:t> is:</a:t>
            </a:r>
            <a:r>
              <a:rPr sz="2800" b="0" i="0">
                <a:latin typeface="Times New Roman" panose="02020603050405020304" pitchFamily="18" charset="0"/>
                <a:cs typeface="Times New Roman" panose="02020603050405020304" pitchFamily="18" charset="0"/>
              </a:rPr>
              <a:t/>
            </a:r>
            <a:br>
              <a:rPr sz="2800" b="0" i="0">
                <a:latin typeface="Times New Roman" panose="02020603050405020304" pitchFamily="18" charset="0"/>
                <a:cs typeface="Times New Roman" panose="02020603050405020304" pitchFamily="18" charset="0"/>
              </a:rPr>
            </a:br>
            <a:endParaRPr lang="en-US" sz="2800" b="0" i="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9828754D-E4FA-7813-74E7-5B522AED6C43}"/>
              </a:ext>
            </a:extLst>
          </p:cNvPr>
          <p:cNvSpPr>
            <a:spLocks noGrp="1"/>
          </p:cNvSpPr>
          <p:nvPr>
            <p:ph type="sldNum" idx="4"/>
          </p:nvPr>
        </p:nvSpPr>
        <p:spPr/>
        <p:txBody>
          <a:bodyPr/>
          <a:lstStyle/>
          <a:p>
            <a:pPr algn="r">
              <a:buNone/>
            </a:pPr>
            <a:fld id="{9A0DB2DC-4C9A-4742-B13C-FB6460FD3503}" type="slidenum">
              <a:rPr lang="en-GB" altLang="en-US" smtClean="0"/>
              <a:pPr algn="r">
                <a:buNone/>
              </a:pPr>
              <a:t>35</a:t>
            </a:fld>
            <a:endParaRPr lang="en-GB"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4520" y="273629"/>
            <a:ext cx="9355023" cy="1143480"/>
          </a:xfrm>
        </p:spPr>
        <p:txBody>
          <a:bodyPr/>
          <a:lstStyle/>
          <a:p>
            <a:r>
              <a:rPr sz="2800" dirty="0">
                <a:latin typeface="Arial" panose="020B0604020202020204"/>
                <a:cs typeface="Arial" panose="020B0604020202020204"/>
                <a:sym typeface="+mn-ea"/>
              </a:rPr>
              <a:t>The</a:t>
            </a:r>
            <a:r>
              <a:rPr sz="2800" spc="-25" dirty="0">
                <a:latin typeface="Arial" panose="020B0604020202020204"/>
                <a:cs typeface="Arial" panose="020B0604020202020204"/>
                <a:sym typeface="+mn-ea"/>
              </a:rPr>
              <a:t> </a:t>
            </a:r>
            <a:r>
              <a:rPr sz="2800" dirty="0">
                <a:highlight>
                  <a:srgbClr val="FFFF00"/>
                </a:highlight>
                <a:latin typeface="Arial" panose="020B0604020202020204"/>
                <a:cs typeface="Arial" panose="020B0604020202020204"/>
                <a:sym typeface="+mn-ea"/>
              </a:rPr>
              <a:t>global</a:t>
            </a:r>
            <a:r>
              <a:rPr sz="2800" spc="-20" dirty="0">
                <a:latin typeface="Arial" panose="020B0604020202020204"/>
                <a:cs typeface="Arial" panose="020B0604020202020204"/>
                <a:sym typeface="+mn-ea"/>
              </a:rPr>
              <a:t> </a:t>
            </a:r>
            <a:r>
              <a:rPr sz="2800" spc="-5" dirty="0">
                <a:latin typeface="Arial" panose="020B0604020202020204"/>
                <a:cs typeface="Arial" panose="020B0604020202020204"/>
                <a:sym typeface="+mn-ea"/>
              </a:rPr>
              <a:t>Keyword</a:t>
            </a:r>
            <a:br>
              <a:rPr sz="2800" spc="-5" dirty="0">
                <a:latin typeface="Arial" panose="020B0604020202020204"/>
                <a:cs typeface="Arial" panose="020B0604020202020204"/>
                <a:sym typeface="+mn-ea"/>
              </a:rPr>
            </a:br>
            <a:r>
              <a:rPr sz="2800" spc="-5" dirty="0">
                <a:latin typeface="Arial" panose="020B0604020202020204"/>
                <a:cs typeface="Arial" panose="020B0604020202020204"/>
                <a:sym typeface="+mn-ea"/>
              </a:rPr>
              <a:t/>
            </a:r>
            <a:br>
              <a:rPr sz="2800" spc="-5" dirty="0">
                <a:latin typeface="Arial" panose="020B0604020202020204"/>
                <a:cs typeface="Arial" panose="020B0604020202020204"/>
                <a:sym typeface="+mn-ea"/>
              </a:rPr>
            </a:br>
            <a:r>
              <a:rPr sz="2800" dirty="0">
                <a:solidFill>
                  <a:srgbClr val="0000CD"/>
                </a:solidFill>
                <a:latin typeface="Arial MT"/>
                <a:cs typeface="Arial MT"/>
                <a:sym typeface="+mn-ea"/>
              </a:rPr>
              <a:t>&lt;</a:t>
            </a:r>
            <a:r>
              <a:rPr sz="2800" dirty="0">
                <a:solidFill>
                  <a:srgbClr val="A32A2A"/>
                </a:solidFill>
                <a:latin typeface="Arial MT"/>
                <a:cs typeface="Arial MT"/>
                <a:sym typeface="+mn-ea"/>
              </a:rPr>
              <a:t>html</a:t>
            </a:r>
            <a:r>
              <a:rPr sz="2800" dirty="0">
                <a:solidFill>
                  <a:srgbClr val="0000CD"/>
                </a:solidFill>
                <a:latin typeface="Arial MT"/>
                <a:cs typeface="Arial MT"/>
                <a:sym typeface="+mn-ea"/>
              </a:rPr>
              <a:t>&gt;</a:t>
            </a:r>
            <a:r>
              <a:rPr sz="2800" dirty="0">
                <a:latin typeface="Arial MT"/>
                <a:cs typeface="Arial MT"/>
              </a:rPr>
              <a:t/>
            </a:r>
            <a:br>
              <a:rPr sz="2800" dirty="0">
                <a:latin typeface="Arial MT"/>
                <a:cs typeface="Arial MT"/>
              </a:rPr>
            </a:br>
            <a:r>
              <a:rPr sz="2800" spc="-5" dirty="0">
                <a:solidFill>
                  <a:srgbClr val="0000CD"/>
                </a:solidFill>
                <a:latin typeface="Arial MT"/>
                <a:cs typeface="Arial MT"/>
                <a:sym typeface="+mn-ea"/>
              </a:rPr>
              <a:t>&lt;</a:t>
            </a:r>
            <a:r>
              <a:rPr sz="2800" spc="-5" dirty="0">
                <a:solidFill>
                  <a:srgbClr val="A32A2A"/>
                </a:solidFill>
                <a:latin typeface="Arial MT"/>
                <a:cs typeface="Arial MT"/>
                <a:sym typeface="+mn-ea"/>
              </a:rPr>
              <a:t>body</a:t>
            </a:r>
            <a:r>
              <a:rPr sz="2800" spc="-5" dirty="0">
                <a:solidFill>
                  <a:srgbClr val="0000CD"/>
                </a:solidFill>
                <a:latin typeface="Arial MT"/>
                <a:cs typeface="Arial MT"/>
                <a:sym typeface="+mn-ea"/>
              </a:rPr>
              <a:t>&gt;</a:t>
            </a:r>
            <a:r>
              <a:rPr sz="2800" dirty="0">
                <a:latin typeface="Arial MT"/>
                <a:cs typeface="Arial MT"/>
              </a:rPr>
              <a:t/>
            </a:r>
            <a:br>
              <a:rPr sz="2800" dirty="0">
                <a:latin typeface="Arial MT"/>
                <a:cs typeface="Arial MT"/>
              </a:rPr>
            </a:br>
            <a:r>
              <a:rPr sz="2800" spc="-5" dirty="0">
                <a:solidFill>
                  <a:srgbClr val="FF0000"/>
                </a:solidFill>
                <a:latin typeface="Arial MT"/>
                <a:cs typeface="Arial MT"/>
                <a:sym typeface="+mn-ea"/>
              </a:rPr>
              <a:t>&lt;?php</a:t>
            </a:r>
            <a:r>
              <a:rPr sz="2800" dirty="0">
                <a:latin typeface="Arial MT"/>
                <a:cs typeface="Arial MT"/>
              </a:rPr>
              <a:t/>
            </a:r>
            <a:br>
              <a:rPr sz="2800" dirty="0">
                <a:latin typeface="Arial MT"/>
                <a:cs typeface="Arial MT"/>
              </a:rPr>
            </a:br>
            <a:r>
              <a:rPr sz="2800" spc="-5" dirty="0">
                <a:latin typeface="Arial MT"/>
                <a:cs typeface="Arial MT"/>
                <a:sym typeface="+mn-ea"/>
              </a:rPr>
              <a:t>$x</a:t>
            </a:r>
            <a:r>
              <a:rPr sz="2800" spc="-40" dirty="0">
                <a:latin typeface="Arial MT"/>
                <a:cs typeface="Arial MT"/>
                <a:sym typeface="+mn-ea"/>
              </a:rPr>
              <a:t> </a:t>
            </a:r>
            <a:r>
              <a:rPr sz="2800" dirty="0">
                <a:latin typeface="Arial MT"/>
                <a:cs typeface="Arial MT"/>
                <a:sym typeface="+mn-ea"/>
              </a:rPr>
              <a:t>=</a:t>
            </a:r>
            <a:r>
              <a:rPr sz="2800" spc="-25" dirty="0">
                <a:latin typeface="Arial MT"/>
                <a:cs typeface="Arial MT"/>
                <a:sym typeface="+mn-ea"/>
              </a:rPr>
              <a:t> </a:t>
            </a:r>
            <a:r>
              <a:rPr sz="2800" spc="-5" dirty="0">
                <a:solidFill>
                  <a:srgbClr val="FF0000"/>
                </a:solidFill>
                <a:latin typeface="Arial MT"/>
                <a:cs typeface="Arial MT"/>
                <a:sym typeface="+mn-ea"/>
              </a:rPr>
              <a:t>5</a:t>
            </a:r>
            <a:r>
              <a:rPr sz="2800" spc="-5" dirty="0">
                <a:latin typeface="Arial MT"/>
                <a:cs typeface="Arial MT"/>
                <a:sym typeface="+mn-ea"/>
              </a:rPr>
              <a:t>;</a:t>
            </a:r>
            <a:r>
              <a:rPr sz="2800" dirty="0">
                <a:latin typeface="Arial MT"/>
                <a:cs typeface="Arial MT"/>
              </a:rPr>
              <a:t/>
            </a:r>
            <a:br>
              <a:rPr sz="2800" dirty="0">
                <a:latin typeface="Arial MT"/>
                <a:cs typeface="Arial MT"/>
              </a:rPr>
            </a:br>
            <a:r>
              <a:rPr sz="2800" spc="-5" dirty="0">
                <a:latin typeface="Arial MT"/>
                <a:cs typeface="Arial MT"/>
                <a:sym typeface="+mn-ea"/>
              </a:rPr>
              <a:t>$y</a:t>
            </a:r>
            <a:r>
              <a:rPr sz="2800" spc="-40" dirty="0">
                <a:latin typeface="Arial MT"/>
                <a:cs typeface="Arial MT"/>
                <a:sym typeface="+mn-ea"/>
              </a:rPr>
              <a:t> </a:t>
            </a:r>
            <a:r>
              <a:rPr sz="2800" dirty="0">
                <a:latin typeface="Arial MT"/>
                <a:cs typeface="Arial MT"/>
                <a:sym typeface="+mn-ea"/>
              </a:rPr>
              <a:t>=</a:t>
            </a:r>
            <a:r>
              <a:rPr sz="2800" spc="-25" dirty="0">
                <a:latin typeface="Arial MT"/>
                <a:cs typeface="Arial MT"/>
                <a:sym typeface="+mn-ea"/>
              </a:rPr>
              <a:t> </a:t>
            </a:r>
            <a:r>
              <a:rPr sz="2800" spc="-5" dirty="0">
                <a:solidFill>
                  <a:srgbClr val="FF0000"/>
                </a:solidFill>
                <a:latin typeface="Arial MT"/>
                <a:cs typeface="Arial MT"/>
                <a:sym typeface="+mn-ea"/>
              </a:rPr>
              <a:t>10</a:t>
            </a:r>
            <a:r>
              <a:rPr sz="2800" spc="-5" dirty="0">
                <a:solidFill>
                  <a:srgbClr val="FF0000"/>
                </a:solidFill>
                <a:latin typeface="Arial" panose="020B0604020202020204"/>
                <a:cs typeface="Arial" panose="020B0604020202020204"/>
                <a:sym typeface="+mn-ea"/>
              </a:rPr>
              <a:t/>
            </a:r>
            <a:br>
              <a:rPr sz="2800" spc="-5" dirty="0">
                <a:solidFill>
                  <a:srgbClr val="FF0000"/>
                </a:solidFill>
                <a:latin typeface="Arial" panose="020B0604020202020204"/>
                <a:cs typeface="Arial" panose="020B0604020202020204"/>
                <a:sym typeface="+mn-ea"/>
              </a:rPr>
            </a:br>
            <a:r>
              <a:rPr lang="en-US" sz="2800" spc="-5" dirty="0">
                <a:solidFill>
                  <a:srgbClr val="0000CD"/>
                </a:solidFill>
                <a:latin typeface="Arial MT"/>
                <a:sym typeface="+mn-ea"/>
              </a:rPr>
              <a:t>f</a:t>
            </a:r>
            <a:r>
              <a:rPr sz="2800" spc="-5" dirty="0">
                <a:solidFill>
                  <a:srgbClr val="0000CD"/>
                </a:solidFill>
                <a:latin typeface="Arial MT"/>
                <a:sym typeface="+mn-ea"/>
              </a:rPr>
              <a:t>u</a:t>
            </a:r>
            <a:r>
              <a:rPr sz="2800" spc="-5" dirty="0">
                <a:solidFill>
                  <a:srgbClr val="0000CD"/>
                </a:solidFill>
                <a:latin typeface="Arial MT"/>
                <a:cs typeface="Arial MT"/>
                <a:sym typeface="+mn-ea"/>
              </a:rPr>
              <a:t>nction </a:t>
            </a:r>
            <a:r>
              <a:rPr sz="2800" spc="-5" dirty="0">
                <a:latin typeface="Arial MT"/>
                <a:cs typeface="Arial MT"/>
                <a:sym typeface="+mn-ea"/>
              </a:rPr>
              <a:t>myTest() </a:t>
            </a:r>
            <a:r>
              <a:rPr sz="2800" dirty="0">
                <a:latin typeface="Arial MT"/>
                <a:cs typeface="Arial MT"/>
                <a:sym typeface="+mn-ea"/>
              </a:rPr>
              <a:t>{ </a:t>
            </a:r>
            <a:r>
              <a:rPr sz="2800" spc="-320" dirty="0">
                <a:latin typeface="Arial MT"/>
                <a:cs typeface="Arial MT"/>
                <a:sym typeface="+mn-ea"/>
              </a:rPr>
              <a:t> </a:t>
            </a:r>
            <a:r>
              <a:rPr sz="2800" spc="-5" dirty="0">
                <a:solidFill>
                  <a:srgbClr val="0000CD"/>
                </a:solidFill>
                <a:latin typeface="Arial MT"/>
                <a:cs typeface="Arial MT"/>
                <a:sym typeface="+mn-ea"/>
              </a:rPr>
              <a:t>global</a:t>
            </a:r>
            <a:r>
              <a:rPr sz="2800" spc="-25" dirty="0">
                <a:solidFill>
                  <a:srgbClr val="0000CD"/>
                </a:solidFill>
                <a:latin typeface="Arial MT"/>
                <a:cs typeface="Arial MT"/>
                <a:sym typeface="+mn-ea"/>
              </a:rPr>
              <a:t> </a:t>
            </a:r>
            <a:r>
              <a:rPr sz="2800" spc="-5" dirty="0">
                <a:latin typeface="Arial MT"/>
                <a:cs typeface="Arial MT"/>
                <a:sym typeface="+mn-ea"/>
              </a:rPr>
              <a:t>$x,</a:t>
            </a:r>
            <a:r>
              <a:rPr sz="2800" spc="-20" dirty="0">
                <a:latin typeface="Arial MT"/>
                <a:cs typeface="Arial MT"/>
                <a:sym typeface="+mn-ea"/>
              </a:rPr>
              <a:t> </a:t>
            </a:r>
            <a:r>
              <a:rPr sz="2800" spc="-5" dirty="0">
                <a:latin typeface="Arial MT"/>
                <a:cs typeface="Arial MT"/>
                <a:sym typeface="+mn-ea"/>
              </a:rPr>
              <a:t>$y;</a:t>
            </a:r>
            <a:r>
              <a:rPr sz="2800" spc="-20" dirty="0">
                <a:latin typeface="Arial MT"/>
                <a:cs typeface="Arial MT"/>
                <a:sym typeface="+mn-ea"/>
              </a:rPr>
              <a:t> </a:t>
            </a:r>
            <a:r>
              <a:rPr lang="en-US" sz="2800" spc="-20" dirty="0">
                <a:latin typeface="Arial MT"/>
                <a:cs typeface="Arial MT"/>
                <a:sym typeface="+mn-ea"/>
              </a:rPr>
              <a:t/>
            </a:r>
            <a:br>
              <a:rPr lang="en-US" sz="2800" spc="-20" dirty="0">
                <a:latin typeface="Arial MT"/>
                <a:cs typeface="Arial MT"/>
                <a:sym typeface="+mn-ea"/>
              </a:rPr>
            </a:br>
            <a:r>
              <a:rPr sz="2800" spc="-5" dirty="0">
                <a:latin typeface="Arial MT"/>
                <a:cs typeface="Arial MT"/>
                <a:sym typeface="+mn-ea"/>
              </a:rPr>
              <a:t>$y</a:t>
            </a:r>
            <a:r>
              <a:rPr lang="en-US" sz="2800" spc="-5" dirty="0">
                <a:latin typeface="Arial MT"/>
                <a:cs typeface="Arial MT"/>
                <a:sym typeface="+mn-ea"/>
              </a:rPr>
              <a:t> </a:t>
            </a:r>
            <a:r>
              <a:rPr sz="2800" dirty="0">
                <a:latin typeface="Arial MT"/>
                <a:cs typeface="Arial MT"/>
                <a:sym typeface="+mn-ea"/>
              </a:rPr>
              <a:t>=</a:t>
            </a:r>
            <a:r>
              <a:rPr sz="2800" spc="-30" dirty="0">
                <a:latin typeface="Arial MT"/>
                <a:cs typeface="Arial MT"/>
                <a:sym typeface="+mn-ea"/>
              </a:rPr>
              <a:t> </a:t>
            </a:r>
            <a:r>
              <a:rPr sz="2800" dirty="0">
                <a:latin typeface="Arial MT"/>
                <a:cs typeface="Arial MT"/>
                <a:sym typeface="+mn-ea"/>
              </a:rPr>
              <a:t>$x</a:t>
            </a:r>
            <a:r>
              <a:rPr sz="2800" spc="-35" dirty="0">
                <a:latin typeface="Arial MT"/>
                <a:cs typeface="Arial MT"/>
                <a:sym typeface="+mn-ea"/>
              </a:rPr>
              <a:t> </a:t>
            </a:r>
            <a:r>
              <a:rPr sz="2800" dirty="0">
                <a:latin typeface="Arial MT"/>
                <a:cs typeface="Arial MT"/>
                <a:sym typeface="+mn-ea"/>
              </a:rPr>
              <a:t>+</a:t>
            </a:r>
            <a:r>
              <a:rPr sz="2800" spc="-25" dirty="0">
                <a:latin typeface="Arial MT"/>
                <a:cs typeface="Arial MT"/>
                <a:sym typeface="+mn-ea"/>
              </a:rPr>
              <a:t> </a:t>
            </a:r>
            <a:r>
              <a:rPr sz="2800" spc="-5" dirty="0">
                <a:latin typeface="Arial MT"/>
                <a:cs typeface="Arial MT"/>
                <a:sym typeface="+mn-ea"/>
              </a:rPr>
              <a:t>$y;</a:t>
            </a:r>
            <a:r>
              <a:rPr sz="2800" dirty="0">
                <a:latin typeface="Arial MT"/>
                <a:cs typeface="Arial MT"/>
              </a:rPr>
              <a:t/>
            </a:r>
            <a:br>
              <a:rPr sz="2800" dirty="0">
                <a:latin typeface="Arial MT"/>
                <a:cs typeface="Arial MT"/>
              </a:rPr>
            </a:br>
            <a:r>
              <a:rPr sz="2800" dirty="0">
                <a:latin typeface="Arial MT"/>
                <a:cs typeface="Arial MT"/>
                <a:sym typeface="+mn-ea"/>
              </a:rPr>
              <a:t>}</a:t>
            </a:r>
            <a:r>
              <a:rPr sz="2800" dirty="0">
                <a:latin typeface="Arial MT"/>
                <a:cs typeface="Arial MT"/>
              </a:rPr>
              <a:t/>
            </a:r>
            <a:br>
              <a:rPr sz="2800" dirty="0">
                <a:latin typeface="Arial MT"/>
                <a:cs typeface="Arial MT"/>
              </a:rPr>
            </a:br>
            <a:r>
              <a:rPr sz="2800" spc="-5" dirty="0">
                <a:latin typeface="Arial MT"/>
                <a:cs typeface="Arial MT"/>
                <a:sym typeface="+mn-ea"/>
              </a:rPr>
              <a:t>myTest(); </a:t>
            </a:r>
            <a:r>
              <a:rPr sz="2800" dirty="0">
                <a:solidFill>
                  <a:srgbClr val="008000"/>
                </a:solidFill>
                <a:latin typeface="Arial MT"/>
                <a:cs typeface="Arial MT"/>
                <a:sym typeface="+mn-ea"/>
              </a:rPr>
              <a:t>//</a:t>
            </a:r>
            <a:r>
              <a:rPr sz="2800" spc="-15" dirty="0">
                <a:solidFill>
                  <a:srgbClr val="008000"/>
                </a:solidFill>
                <a:latin typeface="Arial MT"/>
                <a:cs typeface="Arial MT"/>
                <a:sym typeface="+mn-ea"/>
              </a:rPr>
              <a:t> </a:t>
            </a:r>
            <a:r>
              <a:rPr sz="2800" spc="-5" dirty="0">
                <a:solidFill>
                  <a:srgbClr val="008000"/>
                </a:solidFill>
                <a:latin typeface="Arial MT"/>
                <a:cs typeface="Arial MT"/>
                <a:sym typeface="+mn-ea"/>
              </a:rPr>
              <a:t>run</a:t>
            </a:r>
            <a:r>
              <a:rPr sz="2800" spc="-20" dirty="0">
                <a:solidFill>
                  <a:srgbClr val="008000"/>
                </a:solidFill>
                <a:latin typeface="Arial MT"/>
                <a:cs typeface="Arial MT"/>
                <a:sym typeface="+mn-ea"/>
              </a:rPr>
              <a:t> </a:t>
            </a:r>
            <a:r>
              <a:rPr sz="2800" spc="-5" dirty="0">
                <a:solidFill>
                  <a:srgbClr val="008000"/>
                </a:solidFill>
                <a:latin typeface="Arial MT"/>
                <a:cs typeface="Arial MT"/>
                <a:sym typeface="+mn-ea"/>
              </a:rPr>
              <a:t>function</a:t>
            </a:r>
            <a:r>
              <a:rPr sz="2800" dirty="0">
                <a:latin typeface="Arial MT"/>
                <a:cs typeface="Arial MT"/>
              </a:rPr>
              <a:t/>
            </a:r>
            <a:br>
              <a:rPr sz="2800" dirty="0">
                <a:latin typeface="Arial MT"/>
                <a:cs typeface="Arial MT"/>
              </a:rPr>
            </a:br>
            <a:r>
              <a:rPr sz="2800" spc="-5" dirty="0">
                <a:solidFill>
                  <a:srgbClr val="0000CD"/>
                </a:solidFill>
                <a:latin typeface="Arial MT"/>
                <a:cs typeface="Arial MT"/>
                <a:sym typeface="+mn-ea"/>
              </a:rPr>
              <a:t>echo</a:t>
            </a:r>
            <a:r>
              <a:rPr sz="2800" spc="-10" dirty="0">
                <a:solidFill>
                  <a:srgbClr val="0000CD"/>
                </a:solidFill>
                <a:latin typeface="Arial MT"/>
                <a:cs typeface="Arial MT"/>
                <a:sym typeface="+mn-ea"/>
              </a:rPr>
              <a:t> </a:t>
            </a:r>
            <a:r>
              <a:rPr sz="2800" spc="-5" dirty="0">
                <a:latin typeface="Arial MT"/>
                <a:cs typeface="Arial MT"/>
                <a:sym typeface="+mn-ea"/>
              </a:rPr>
              <a:t>$y;</a:t>
            </a:r>
            <a:r>
              <a:rPr sz="2800" spc="5" dirty="0">
                <a:latin typeface="Arial MT"/>
                <a:cs typeface="Arial MT"/>
                <a:sym typeface="+mn-ea"/>
              </a:rPr>
              <a:t> </a:t>
            </a:r>
            <a:r>
              <a:rPr sz="2800" dirty="0">
                <a:solidFill>
                  <a:srgbClr val="008000"/>
                </a:solidFill>
                <a:latin typeface="Arial MT"/>
                <a:cs typeface="Arial MT"/>
                <a:sym typeface="+mn-ea"/>
              </a:rPr>
              <a:t>//</a:t>
            </a:r>
            <a:r>
              <a:rPr sz="2800" spc="-5" dirty="0">
                <a:solidFill>
                  <a:srgbClr val="008000"/>
                </a:solidFill>
                <a:latin typeface="Arial MT"/>
                <a:cs typeface="Arial MT"/>
                <a:sym typeface="+mn-ea"/>
              </a:rPr>
              <a:t> output</a:t>
            </a:r>
            <a:r>
              <a:rPr sz="2800" dirty="0">
                <a:solidFill>
                  <a:srgbClr val="008000"/>
                </a:solidFill>
                <a:latin typeface="Arial MT"/>
                <a:cs typeface="Arial MT"/>
                <a:sym typeface="+mn-ea"/>
              </a:rPr>
              <a:t> </a:t>
            </a:r>
            <a:r>
              <a:rPr sz="2800" spc="-5" dirty="0">
                <a:solidFill>
                  <a:srgbClr val="008000"/>
                </a:solidFill>
                <a:latin typeface="Arial MT"/>
                <a:cs typeface="Arial MT"/>
                <a:sym typeface="+mn-ea"/>
              </a:rPr>
              <a:t>the</a:t>
            </a:r>
            <a:r>
              <a:rPr sz="2800" spc="-10" dirty="0">
                <a:solidFill>
                  <a:srgbClr val="008000"/>
                </a:solidFill>
                <a:latin typeface="Arial MT"/>
                <a:cs typeface="Arial MT"/>
                <a:sym typeface="+mn-ea"/>
              </a:rPr>
              <a:t> </a:t>
            </a:r>
            <a:r>
              <a:rPr sz="2800" spc="-5" dirty="0">
                <a:solidFill>
                  <a:srgbClr val="008000"/>
                </a:solidFill>
                <a:latin typeface="Arial MT"/>
                <a:cs typeface="Arial MT"/>
                <a:sym typeface="+mn-ea"/>
              </a:rPr>
              <a:t>new</a:t>
            </a:r>
            <a:r>
              <a:rPr sz="2800" spc="-10" dirty="0">
                <a:solidFill>
                  <a:srgbClr val="008000"/>
                </a:solidFill>
                <a:latin typeface="Arial MT"/>
                <a:cs typeface="Arial MT"/>
                <a:sym typeface="+mn-ea"/>
              </a:rPr>
              <a:t> </a:t>
            </a:r>
            <a:r>
              <a:rPr sz="2800" spc="-5" dirty="0">
                <a:solidFill>
                  <a:srgbClr val="008000"/>
                </a:solidFill>
                <a:latin typeface="Arial MT"/>
                <a:cs typeface="Arial MT"/>
                <a:sym typeface="+mn-ea"/>
              </a:rPr>
              <a:t>value </a:t>
            </a:r>
            <a:r>
              <a:rPr sz="2800" dirty="0">
                <a:solidFill>
                  <a:srgbClr val="008000"/>
                </a:solidFill>
                <a:latin typeface="Arial MT"/>
                <a:cs typeface="Arial MT"/>
                <a:sym typeface="+mn-ea"/>
              </a:rPr>
              <a:t>for</a:t>
            </a:r>
            <a:r>
              <a:rPr sz="2800" spc="-5" dirty="0">
                <a:solidFill>
                  <a:srgbClr val="008000"/>
                </a:solidFill>
                <a:latin typeface="Arial MT"/>
                <a:cs typeface="Arial MT"/>
                <a:sym typeface="+mn-ea"/>
              </a:rPr>
              <a:t> variable</a:t>
            </a:r>
            <a:r>
              <a:rPr lang="en-US" sz="2800" spc="-5" dirty="0">
                <a:solidFill>
                  <a:srgbClr val="008000"/>
                </a:solidFill>
                <a:latin typeface="Arial MT"/>
                <a:cs typeface="Arial MT"/>
                <a:sym typeface="+mn-ea"/>
              </a:rPr>
              <a:t> </a:t>
            </a:r>
            <a:r>
              <a:rPr sz="2800" spc="-5" dirty="0">
                <a:solidFill>
                  <a:srgbClr val="008000"/>
                </a:solidFill>
                <a:latin typeface="Arial MT"/>
                <a:cs typeface="Arial MT"/>
                <a:sym typeface="+mn-ea"/>
              </a:rPr>
              <a:t>$y</a:t>
            </a:r>
            <a:r>
              <a:rPr lang="en-US" sz="2800" spc="-50" dirty="0">
                <a:solidFill>
                  <a:srgbClr val="008000"/>
                </a:solidFill>
                <a:latin typeface="Arial MT"/>
                <a:cs typeface="Arial MT"/>
                <a:sym typeface="+mn-ea"/>
              </a:rPr>
              <a:t/>
            </a:r>
            <a:br>
              <a:rPr lang="en-US" sz="2800" spc="-50" dirty="0">
                <a:solidFill>
                  <a:srgbClr val="008000"/>
                </a:solidFill>
                <a:latin typeface="Arial MT"/>
                <a:cs typeface="Arial MT"/>
                <a:sym typeface="+mn-ea"/>
              </a:rPr>
            </a:br>
            <a:r>
              <a:rPr sz="2800" spc="-5" dirty="0">
                <a:solidFill>
                  <a:srgbClr val="FF0000"/>
                </a:solidFill>
                <a:latin typeface="Arial MT"/>
                <a:cs typeface="Arial MT"/>
                <a:sym typeface="+mn-ea"/>
              </a:rPr>
              <a:t>?&gt;</a:t>
            </a:r>
            <a:r>
              <a:rPr sz="2800" dirty="0">
                <a:latin typeface="Arial MT"/>
                <a:cs typeface="Arial MT"/>
              </a:rPr>
              <a:t/>
            </a:r>
            <a:br>
              <a:rPr sz="2800" dirty="0">
                <a:latin typeface="Arial MT"/>
                <a:cs typeface="Arial MT"/>
              </a:rPr>
            </a:br>
            <a:r>
              <a:rPr sz="2800" spc="-5" dirty="0">
                <a:solidFill>
                  <a:srgbClr val="0000CD"/>
                </a:solidFill>
                <a:latin typeface="Arial MT"/>
                <a:cs typeface="Arial MT"/>
                <a:sym typeface="+mn-ea"/>
              </a:rPr>
              <a:t>&lt;</a:t>
            </a:r>
            <a:r>
              <a:rPr sz="2800" spc="-5" dirty="0">
                <a:solidFill>
                  <a:srgbClr val="A32A2A"/>
                </a:solidFill>
                <a:latin typeface="Arial MT"/>
                <a:cs typeface="Arial MT"/>
                <a:sym typeface="+mn-ea"/>
              </a:rPr>
              <a:t>/body</a:t>
            </a:r>
            <a:r>
              <a:rPr sz="2800" spc="-5" dirty="0">
                <a:solidFill>
                  <a:srgbClr val="0000CD"/>
                </a:solidFill>
                <a:latin typeface="Arial MT"/>
                <a:cs typeface="Arial MT"/>
                <a:sym typeface="+mn-ea"/>
              </a:rPr>
              <a:t>&gt;</a:t>
            </a:r>
            <a:r>
              <a:rPr sz="2800" dirty="0">
                <a:latin typeface="Arial MT"/>
                <a:cs typeface="Arial MT"/>
              </a:rPr>
              <a:t/>
            </a:r>
            <a:br>
              <a:rPr sz="2800" dirty="0">
                <a:latin typeface="Arial MT"/>
                <a:cs typeface="Arial MT"/>
              </a:rPr>
            </a:br>
            <a:r>
              <a:rPr sz="2800" dirty="0">
                <a:solidFill>
                  <a:srgbClr val="0000CD"/>
                </a:solidFill>
                <a:latin typeface="Arial MT"/>
                <a:cs typeface="Arial MT"/>
                <a:sym typeface="+mn-ea"/>
              </a:rPr>
              <a:t>&lt;</a:t>
            </a:r>
            <a:r>
              <a:rPr sz="2800" dirty="0">
                <a:solidFill>
                  <a:srgbClr val="A32A2A"/>
                </a:solidFill>
                <a:latin typeface="Arial MT"/>
                <a:cs typeface="Arial MT"/>
                <a:sym typeface="+mn-ea"/>
              </a:rPr>
              <a:t>/html</a:t>
            </a:r>
            <a:r>
              <a:rPr sz="2800" dirty="0">
                <a:solidFill>
                  <a:srgbClr val="0000CD"/>
                </a:solidFill>
                <a:latin typeface="Arial MT"/>
                <a:cs typeface="Arial MT"/>
                <a:sym typeface="+mn-ea"/>
              </a:rPr>
              <a:t>&gt;</a:t>
            </a:r>
            <a:endParaRPr lang="en-US" sz="2800" spc="-5" dirty="0">
              <a:latin typeface="Arial" panose="020B0604020202020204"/>
              <a:cs typeface="Arial" panose="020B0604020202020204"/>
              <a:sym typeface="+mn-ea"/>
            </a:endParaRPr>
          </a:p>
        </p:txBody>
      </p:sp>
      <p:sp>
        <p:nvSpPr>
          <p:cNvPr id="4" name="Slide Number Placeholder 3">
            <a:extLst>
              <a:ext uri="{FF2B5EF4-FFF2-40B4-BE49-F238E27FC236}">
                <a16:creationId xmlns:a16="http://schemas.microsoft.com/office/drawing/2014/main" xmlns="" id="{366739EE-9DAF-28A7-ED09-0322490F8D8A}"/>
              </a:ext>
            </a:extLst>
          </p:cNvPr>
          <p:cNvSpPr>
            <a:spLocks noGrp="1"/>
          </p:cNvSpPr>
          <p:nvPr>
            <p:ph type="sldNum" idx="4"/>
          </p:nvPr>
        </p:nvSpPr>
        <p:spPr/>
        <p:txBody>
          <a:bodyPr/>
          <a:lstStyle/>
          <a:p>
            <a:pPr algn="r">
              <a:buNone/>
            </a:pPr>
            <a:fld id="{9A0DB2DC-4C9A-4742-B13C-FB6460FD3503}" type="slidenum">
              <a:rPr lang="en-GB" altLang="en-US" smtClean="0"/>
              <a:pPr algn="r">
                <a:buNone/>
              </a:pPr>
              <a:t>36</a:t>
            </a:fld>
            <a:endParaRPr lang="en-GB"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Arial" panose="020B0604020202020204"/>
                <a:cs typeface="Arial" panose="020B0604020202020204"/>
                <a:sym typeface="+mn-ea"/>
              </a:rPr>
              <a:t>The</a:t>
            </a:r>
            <a:r>
              <a:rPr spc="-15" dirty="0">
                <a:latin typeface="Arial" panose="020B0604020202020204"/>
                <a:cs typeface="Arial" panose="020B0604020202020204"/>
                <a:sym typeface="+mn-ea"/>
              </a:rPr>
              <a:t> </a:t>
            </a:r>
            <a:r>
              <a:rPr spc="-5" dirty="0">
                <a:latin typeface="Arial" panose="020B0604020202020204"/>
                <a:cs typeface="Arial" panose="020B0604020202020204"/>
                <a:sym typeface="+mn-ea"/>
              </a:rPr>
              <a:t>static</a:t>
            </a:r>
            <a:r>
              <a:rPr spc="-15" dirty="0">
                <a:latin typeface="Arial" panose="020B0604020202020204"/>
                <a:cs typeface="Arial" panose="020B0604020202020204"/>
                <a:sym typeface="+mn-ea"/>
              </a:rPr>
              <a:t> </a:t>
            </a:r>
            <a:r>
              <a:rPr spc="-5" dirty="0">
                <a:latin typeface="Arial" panose="020B0604020202020204"/>
                <a:cs typeface="Arial" panose="020B0604020202020204"/>
                <a:sym typeface="+mn-ea"/>
              </a:rPr>
              <a:t>Keyword</a:t>
            </a:r>
            <a:r>
              <a:rPr>
                <a:latin typeface="Arial" panose="020B0604020202020204"/>
                <a:cs typeface="Arial" panose="020B0604020202020204"/>
              </a:rPr>
              <a:t/>
            </a:r>
            <a:br>
              <a:rPr>
                <a:latin typeface="Arial" panose="020B0604020202020204"/>
                <a:cs typeface="Arial" panose="020B0604020202020204"/>
              </a:rPr>
            </a:br>
            <a:r>
              <a:rPr>
                <a:latin typeface="Arial" panose="020B0604020202020204"/>
                <a:cs typeface="Arial" panose="020B0604020202020204"/>
              </a:rPr>
              <a:t/>
            </a:r>
            <a:br>
              <a:rPr>
                <a:latin typeface="Arial" panose="020B0604020202020204"/>
                <a:cs typeface="Arial" panose="020B0604020202020204"/>
              </a:rPr>
            </a:br>
            <a:r>
              <a:rPr sz="2500" b="0" i="0" spc="-5" dirty="0">
                <a:latin typeface="Times New Roman" panose="02020603050405020304" pitchFamily="18" charset="0"/>
                <a:cs typeface="Times New Roman" panose="02020603050405020304" pitchFamily="18" charset="0"/>
                <a:sym typeface="+mn-ea"/>
              </a:rPr>
              <a:t>Normally,</a:t>
            </a:r>
            <a:r>
              <a:rPr sz="2500" b="0" i="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when</a:t>
            </a:r>
            <a:r>
              <a:rPr sz="2500" b="0" i="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a</a:t>
            </a:r>
            <a:r>
              <a:rPr sz="2500" b="0" i="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function</a:t>
            </a:r>
            <a:r>
              <a:rPr sz="2500" b="0" i="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is</a:t>
            </a:r>
            <a:r>
              <a:rPr sz="2500" b="0" i="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completed/executed,</a:t>
            </a:r>
            <a:r>
              <a:rPr sz="2500" b="0" i="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all</a:t>
            </a:r>
            <a:r>
              <a:rPr sz="2500" b="0" i="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of</a:t>
            </a:r>
            <a:r>
              <a:rPr sz="2500" b="0" i="0" dirty="0">
                <a:latin typeface="Times New Roman" panose="02020603050405020304" pitchFamily="18" charset="0"/>
                <a:cs typeface="Times New Roman" panose="02020603050405020304" pitchFamily="18" charset="0"/>
                <a:sym typeface="+mn-ea"/>
              </a:rPr>
              <a:t> its</a:t>
            </a:r>
            <a:r>
              <a:rPr sz="2500" b="0" i="0" spc="5"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variables</a:t>
            </a:r>
            <a:r>
              <a:rPr sz="2500" b="0" i="0" dirty="0">
                <a:latin typeface="Times New Roman" panose="02020603050405020304" pitchFamily="18" charset="0"/>
                <a:cs typeface="Times New Roman" panose="02020603050405020304" pitchFamily="18" charset="0"/>
                <a:sym typeface="+mn-ea"/>
              </a:rPr>
              <a:t> </a:t>
            </a:r>
            <a:r>
              <a:rPr sz="2500" b="0" i="0" spc="-10" dirty="0">
                <a:latin typeface="Times New Roman" panose="02020603050405020304" pitchFamily="18" charset="0"/>
                <a:cs typeface="Times New Roman" panose="02020603050405020304" pitchFamily="18" charset="0"/>
                <a:sym typeface="+mn-ea"/>
              </a:rPr>
              <a:t>are</a:t>
            </a:r>
            <a:r>
              <a:rPr sz="2500" b="0" i="0" spc="-5" dirty="0">
                <a:latin typeface="Times New Roman" panose="02020603050405020304" pitchFamily="18" charset="0"/>
                <a:cs typeface="Times New Roman" panose="02020603050405020304" pitchFamily="18" charset="0"/>
                <a:sym typeface="+mn-ea"/>
              </a:rPr>
              <a:t> deleted. </a:t>
            </a:r>
            <a:r>
              <a:rPr sz="2500" b="0" i="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However, sometimes </a:t>
            </a:r>
            <a:r>
              <a:rPr sz="2500" b="0" i="0" spc="-10" dirty="0">
                <a:latin typeface="Times New Roman" panose="02020603050405020304" pitchFamily="18" charset="0"/>
                <a:cs typeface="Times New Roman" panose="02020603050405020304" pitchFamily="18" charset="0"/>
                <a:sym typeface="+mn-ea"/>
              </a:rPr>
              <a:t>we</a:t>
            </a:r>
            <a:r>
              <a:rPr sz="2500" b="0" i="0" spc="310" dirty="0">
                <a:latin typeface="Times New Roman" panose="02020603050405020304" pitchFamily="18" charset="0"/>
                <a:cs typeface="Times New Roman" panose="02020603050405020304" pitchFamily="18" charset="0"/>
                <a:sym typeface="+mn-ea"/>
              </a:rPr>
              <a:t> </a:t>
            </a:r>
            <a:r>
              <a:rPr sz="2500" b="0" i="0" spc="-5" dirty="0">
                <a:latin typeface="Times New Roman" panose="02020603050405020304" pitchFamily="18" charset="0"/>
                <a:cs typeface="Times New Roman" panose="02020603050405020304" pitchFamily="18" charset="0"/>
                <a:sym typeface="+mn-ea"/>
              </a:rPr>
              <a:t>want a local variable NOT to </a:t>
            </a:r>
            <a:r>
              <a:rPr sz="2500" b="0" i="0" spc="-10" dirty="0">
                <a:latin typeface="Times New Roman" panose="02020603050405020304" pitchFamily="18" charset="0"/>
                <a:cs typeface="Times New Roman" panose="02020603050405020304" pitchFamily="18" charset="0"/>
                <a:sym typeface="+mn-ea"/>
              </a:rPr>
              <a:t>be </a:t>
            </a:r>
            <a:r>
              <a:rPr sz="2500" b="0" i="0" spc="-5" dirty="0">
                <a:latin typeface="Times New Roman" panose="02020603050405020304" pitchFamily="18" charset="0"/>
                <a:cs typeface="Times New Roman" panose="02020603050405020304" pitchFamily="18" charset="0"/>
                <a:sym typeface="+mn-ea"/>
              </a:rPr>
              <a:t>deleted. </a:t>
            </a:r>
            <a:r>
              <a:rPr sz="2500" b="0" i="0" spc="15" dirty="0">
                <a:latin typeface="Times New Roman" panose="02020603050405020304" pitchFamily="18" charset="0"/>
                <a:cs typeface="Times New Roman" panose="02020603050405020304" pitchFamily="18" charset="0"/>
                <a:sym typeface="+mn-ea"/>
              </a:rPr>
              <a:t>We </a:t>
            </a:r>
            <a:r>
              <a:rPr sz="2500" b="0" i="0" spc="-5" dirty="0">
                <a:latin typeface="Times New Roman" panose="02020603050405020304" pitchFamily="18" charset="0"/>
                <a:cs typeface="Times New Roman" panose="02020603050405020304" pitchFamily="18" charset="0"/>
                <a:sym typeface="+mn-ea"/>
              </a:rPr>
              <a:t>need </a:t>
            </a:r>
            <a:r>
              <a:rPr sz="2500" b="0" i="0" dirty="0">
                <a:latin typeface="Times New Roman" panose="02020603050405020304" pitchFamily="18" charset="0"/>
                <a:cs typeface="Times New Roman" panose="02020603050405020304" pitchFamily="18" charset="0"/>
                <a:sym typeface="+mn-ea"/>
              </a:rPr>
              <a:t>it for </a:t>
            </a:r>
            <a:r>
              <a:rPr sz="2500" b="0" i="0" spc="-5" dirty="0">
                <a:latin typeface="Times New Roman" panose="02020603050405020304" pitchFamily="18" charset="0"/>
                <a:cs typeface="Times New Roman" panose="02020603050405020304" pitchFamily="18" charset="0"/>
                <a:sym typeface="+mn-ea"/>
              </a:rPr>
              <a:t>a </a:t>
            </a:r>
            <a:r>
              <a:rPr sz="2500" b="0" i="0" dirty="0">
                <a:latin typeface="Times New Roman" panose="02020603050405020304" pitchFamily="18" charset="0"/>
                <a:cs typeface="Times New Roman" panose="02020603050405020304" pitchFamily="18" charset="0"/>
                <a:sym typeface="+mn-ea"/>
              </a:rPr>
              <a:t> further</a:t>
            </a:r>
            <a:r>
              <a:rPr sz="2500" b="0" i="0" spc="-5" dirty="0">
                <a:latin typeface="Times New Roman" panose="02020603050405020304" pitchFamily="18" charset="0"/>
                <a:cs typeface="Times New Roman" panose="02020603050405020304" pitchFamily="18" charset="0"/>
                <a:sym typeface="+mn-ea"/>
              </a:rPr>
              <a:t> job.</a:t>
            </a:r>
            <a:br>
              <a:rPr sz="2500" b="0" i="0" spc="-5" dirty="0">
                <a:latin typeface="Times New Roman" panose="02020603050405020304" pitchFamily="18" charset="0"/>
                <a:cs typeface="Times New Roman" panose="02020603050405020304" pitchFamily="18" charset="0"/>
                <a:sym typeface="+mn-ea"/>
              </a:rPr>
            </a:br>
            <a:r>
              <a:rPr sz="2200" dirty="0">
                <a:solidFill>
                  <a:srgbClr val="0000CD"/>
                </a:solidFill>
                <a:latin typeface="Times New Roman" panose="02020603050405020304" pitchFamily="18" charset="0"/>
                <a:cs typeface="Times New Roman" panose="02020603050405020304" pitchFamily="18" charset="0"/>
                <a:sym typeface="+mn-ea"/>
              </a:rPr>
              <a:t>&lt;</a:t>
            </a:r>
            <a:r>
              <a:rPr sz="2200" dirty="0">
                <a:solidFill>
                  <a:srgbClr val="A32A2A"/>
                </a:solidFill>
                <a:latin typeface="Times New Roman" panose="02020603050405020304" pitchFamily="18" charset="0"/>
                <a:cs typeface="Times New Roman" panose="02020603050405020304" pitchFamily="18" charset="0"/>
                <a:sym typeface="+mn-ea"/>
              </a:rPr>
              <a:t>html</a:t>
            </a:r>
            <a:r>
              <a:rPr sz="2200" dirty="0">
                <a:solidFill>
                  <a:srgbClr val="0000CD"/>
                </a:solidFill>
                <a:latin typeface="Times New Roman" panose="02020603050405020304" pitchFamily="18" charset="0"/>
                <a:cs typeface="Times New Roman" panose="02020603050405020304" pitchFamily="18" charset="0"/>
                <a:sym typeface="+mn-ea"/>
              </a:rPr>
              <a:t>&gt;</a:t>
            </a:r>
            <a:r>
              <a:rPr sz="2200">
                <a:latin typeface="Times New Roman" panose="02020603050405020304" pitchFamily="18" charset="0"/>
                <a:cs typeface="Times New Roman" panose="02020603050405020304" pitchFamily="18" charset="0"/>
              </a:rPr>
              <a:t/>
            </a:r>
            <a:br>
              <a:rPr sz="2200">
                <a:latin typeface="Times New Roman" panose="02020603050405020304" pitchFamily="18" charset="0"/>
                <a:cs typeface="Times New Roman" panose="02020603050405020304" pitchFamily="18" charset="0"/>
              </a:rPr>
            </a:br>
            <a:r>
              <a:rPr sz="2200" spc="-5" dirty="0">
                <a:solidFill>
                  <a:srgbClr val="0000CD"/>
                </a:solidFill>
                <a:latin typeface="Times New Roman" panose="02020603050405020304" pitchFamily="18" charset="0"/>
                <a:cs typeface="Times New Roman" panose="02020603050405020304" pitchFamily="18" charset="0"/>
                <a:sym typeface="+mn-ea"/>
              </a:rPr>
              <a:t>&lt;</a:t>
            </a:r>
            <a:r>
              <a:rPr sz="2200" spc="-5" dirty="0">
                <a:solidFill>
                  <a:srgbClr val="A32A2A"/>
                </a:solidFill>
                <a:latin typeface="Times New Roman" panose="02020603050405020304" pitchFamily="18" charset="0"/>
                <a:cs typeface="Times New Roman" panose="02020603050405020304" pitchFamily="18" charset="0"/>
                <a:sym typeface="+mn-ea"/>
              </a:rPr>
              <a:t>body</a:t>
            </a:r>
            <a:r>
              <a:rPr sz="2200" spc="-5" dirty="0">
                <a:solidFill>
                  <a:srgbClr val="0000CD"/>
                </a:solidFill>
                <a:latin typeface="Times New Roman" panose="02020603050405020304" pitchFamily="18" charset="0"/>
                <a:cs typeface="Times New Roman" panose="02020603050405020304" pitchFamily="18" charset="0"/>
                <a:sym typeface="+mn-ea"/>
              </a:rPr>
              <a:t>&gt;</a:t>
            </a:r>
            <a:r>
              <a:rPr sz="2200">
                <a:latin typeface="Times New Roman" panose="02020603050405020304" pitchFamily="18" charset="0"/>
                <a:cs typeface="Times New Roman" panose="02020603050405020304" pitchFamily="18" charset="0"/>
              </a:rPr>
              <a:t/>
            </a:r>
            <a:br>
              <a:rPr sz="2200">
                <a:latin typeface="Times New Roman" panose="02020603050405020304" pitchFamily="18" charset="0"/>
                <a:cs typeface="Times New Roman" panose="02020603050405020304" pitchFamily="18" charset="0"/>
              </a:rPr>
            </a:br>
            <a:r>
              <a:rPr sz="2200" spc="-5" dirty="0">
                <a:latin typeface="Times New Roman" panose="02020603050405020304" pitchFamily="18" charset="0"/>
                <a:cs typeface="Times New Roman" panose="02020603050405020304" pitchFamily="18" charset="0"/>
                <a:sym typeface="+mn-ea"/>
              </a:rPr>
              <a:t>&lt;?php</a:t>
            </a:r>
            <a:r>
              <a:rPr sz="2200">
                <a:latin typeface="Times New Roman" panose="02020603050405020304" pitchFamily="18" charset="0"/>
                <a:cs typeface="Times New Roman" panose="02020603050405020304" pitchFamily="18" charset="0"/>
              </a:rPr>
              <a:t/>
            </a:r>
            <a:br>
              <a:rPr sz="2200">
                <a:latin typeface="Times New Roman" panose="02020603050405020304" pitchFamily="18" charset="0"/>
                <a:cs typeface="Times New Roman" panose="02020603050405020304" pitchFamily="18" charset="0"/>
              </a:rPr>
            </a:br>
            <a:r>
              <a:rPr sz="2200" spc="-5" dirty="0">
                <a:solidFill>
                  <a:srgbClr val="0000CD"/>
                </a:solidFill>
                <a:latin typeface="Times New Roman" panose="02020603050405020304" pitchFamily="18" charset="0"/>
                <a:cs typeface="Times New Roman" panose="02020603050405020304" pitchFamily="18" charset="0"/>
                <a:sym typeface="+mn-ea"/>
              </a:rPr>
              <a:t>function </a:t>
            </a:r>
            <a:r>
              <a:rPr sz="2200" spc="-5" dirty="0">
                <a:latin typeface="Times New Roman" panose="02020603050405020304" pitchFamily="18" charset="0"/>
                <a:cs typeface="Times New Roman" panose="02020603050405020304" pitchFamily="18" charset="0"/>
                <a:sym typeface="+mn-ea"/>
              </a:rPr>
              <a:t>myTest() </a:t>
            </a:r>
            <a:r>
              <a:rPr sz="2200" dirty="0">
                <a:latin typeface="Times New Roman" panose="02020603050405020304" pitchFamily="18" charset="0"/>
                <a:cs typeface="Times New Roman" panose="02020603050405020304" pitchFamily="18" charset="0"/>
                <a:sym typeface="+mn-ea"/>
              </a:rPr>
              <a:t>{ </a:t>
            </a:r>
            <a:r>
              <a:rPr sz="2200" spc="-325" dirty="0">
                <a:latin typeface="Times New Roman" panose="02020603050405020304" pitchFamily="18" charset="0"/>
                <a:cs typeface="Times New Roman" panose="02020603050405020304" pitchFamily="18" charset="0"/>
                <a:sym typeface="+mn-ea"/>
              </a:rPr>
              <a:t> </a:t>
            </a:r>
            <a:r>
              <a:rPr sz="2200" dirty="0">
                <a:solidFill>
                  <a:srgbClr val="0000CD"/>
                </a:solidFill>
                <a:latin typeface="Times New Roman" panose="02020603050405020304" pitchFamily="18" charset="0"/>
                <a:cs typeface="Times New Roman" panose="02020603050405020304" pitchFamily="18" charset="0"/>
                <a:sym typeface="+mn-ea"/>
              </a:rPr>
              <a:t>static </a:t>
            </a:r>
            <a:r>
              <a:rPr sz="2200" spc="-5" dirty="0">
                <a:latin typeface="Times New Roman" panose="02020603050405020304" pitchFamily="18" charset="0"/>
                <a:cs typeface="Times New Roman" panose="02020603050405020304" pitchFamily="18" charset="0"/>
                <a:sym typeface="+mn-ea"/>
              </a:rPr>
              <a:t>$x </a:t>
            </a:r>
            <a:r>
              <a:rPr sz="2200" dirty="0">
                <a:latin typeface="Times New Roman" panose="02020603050405020304" pitchFamily="18" charset="0"/>
                <a:cs typeface="Times New Roman" panose="02020603050405020304" pitchFamily="18" charset="0"/>
                <a:sym typeface="+mn-ea"/>
              </a:rPr>
              <a:t>= 0; </a:t>
            </a:r>
            <a:r>
              <a:rPr sz="2200" spc="5" dirty="0">
                <a:latin typeface="Times New Roman" panose="02020603050405020304" pitchFamily="18" charset="0"/>
                <a:cs typeface="Times New Roman" panose="02020603050405020304" pitchFamily="18" charset="0"/>
                <a:sym typeface="+mn-ea"/>
              </a:rPr>
              <a:t> </a:t>
            </a:r>
            <a:r>
              <a:rPr sz="2200" spc="-5" dirty="0">
                <a:solidFill>
                  <a:srgbClr val="0000CD"/>
                </a:solidFill>
                <a:latin typeface="Times New Roman" panose="02020603050405020304" pitchFamily="18" charset="0"/>
                <a:cs typeface="Times New Roman" panose="02020603050405020304" pitchFamily="18" charset="0"/>
                <a:sym typeface="+mn-ea"/>
              </a:rPr>
              <a:t>echo</a:t>
            </a:r>
            <a:r>
              <a:rPr sz="2200" spc="-15" dirty="0">
                <a:solidFill>
                  <a:srgbClr val="0000CD"/>
                </a:solidFill>
                <a:latin typeface="Times New Roman" panose="02020603050405020304" pitchFamily="18" charset="0"/>
                <a:cs typeface="Times New Roman" panose="02020603050405020304" pitchFamily="18" charset="0"/>
                <a:sym typeface="+mn-ea"/>
              </a:rPr>
              <a:t> </a:t>
            </a:r>
            <a:r>
              <a:rPr sz="2200" spc="-5" dirty="0">
                <a:latin typeface="Times New Roman" panose="02020603050405020304" pitchFamily="18" charset="0"/>
                <a:cs typeface="Times New Roman" panose="02020603050405020304" pitchFamily="18" charset="0"/>
                <a:sym typeface="+mn-ea"/>
              </a:rPr>
              <a:t>$x;</a:t>
            </a:r>
            <a:r>
              <a:rPr lang="en-US" sz="2200" spc="-5" dirty="0">
                <a:latin typeface="Times New Roman" panose="02020603050405020304" pitchFamily="18" charset="0"/>
                <a:cs typeface="Times New Roman" panose="02020603050405020304" pitchFamily="18" charset="0"/>
                <a:sym typeface="+mn-ea"/>
              </a:rPr>
              <a:t>                                 </a:t>
            </a:r>
            <a:r>
              <a:rPr sz="2200">
                <a:latin typeface="Times New Roman" panose="02020603050405020304" pitchFamily="18" charset="0"/>
                <a:cs typeface="Times New Roman" panose="02020603050405020304" pitchFamily="18" charset="0"/>
              </a:rPr>
              <a:t/>
            </a:r>
            <a:br>
              <a:rPr sz="2200">
                <a:latin typeface="Times New Roman" panose="02020603050405020304" pitchFamily="18" charset="0"/>
                <a:cs typeface="Times New Roman" panose="02020603050405020304" pitchFamily="18" charset="0"/>
              </a:rPr>
            </a:br>
            <a:r>
              <a:rPr sz="2200" spc="-5" dirty="0">
                <a:latin typeface="Times New Roman" panose="02020603050405020304" pitchFamily="18" charset="0"/>
                <a:cs typeface="Times New Roman" panose="02020603050405020304" pitchFamily="18" charset="0"/>
                <a:sym typeface="+mn-ea"/>
              </a:rPr>
              <a:t>$x++;</a:t>
            </a:r>
            <a:r>
              <a:rPr sz="2200">
                <a:latin typeface="Times New Roman" panose="02020603050405020304" pitchFamily="18" charset="0"/>
                <a:cs typeface="Times New Roman" panose="02020603050405020304" pitchFamily="18" charset="0"/>
              </a:rPr>
              <a:t/>
            </a:r>
            <a:br>
              <a:rPr sz="2200">
                <a:latin typeface="Times New Roman" panose="02020603050405020304" pitchFamily="18" charset="0"/>
                <a:cs typeface="Times New Roman" panose="02020603050405020304" pitchFamily="18" charset="0"/>
              </a:rPr>
            </a:br>
            <a:r>
              <a:rPr sz="2200" dirty="0">
                <a:latin typeface="Times New Roman" panose="02020603050405020304" pitchFamily="18" charset="0"/>
                <a:cs typeface="Times New Roman" panose="02020603050405020304" pitchFamily="18" charset="0"/>
                <a:sym typeface="+mn-ea"/>
              </a:rPr>
              <a:t>}</a:t>
            </a:r>
            <a:r>
              <a:rPr sz="2200">
                <a:latin typeface="Times New Roman" panose="02020603050405020304" pitchFamily="18" charset="0"/>
                <a:cs typeface="Times New Roman" panose="02020603050405020304" pitchFamily="18" charset="0"/>
              </a:rPr>
              <a:t/>
            </a:r>
            <a:br>
              <a:rPr sz="2200">
                <a:latin typeface="Times New Roman" panose="02020603050405020304" pitchFamily="18" charset="0"/>
                <a:cs typeface="Times New Roman" panose="02020603050405020304" pitchFamily="18" charset="0"/>
              </a:rPr>
            </a:br>
            <a:r>
              <a:rPr sz="2200" spc="-5" dirty="0">
                <a:latin typeface="Times New Roman" panose="02020603050405020304" pitchFamily="18" charset="0"/>
                <a:cs typeface="Times New Roman" panose="02020603050405020304" pitchFamily="18" charset="0"/>
                <a:sym typeface="+mn-ea"/>
              </a:rPr>
              <a:t>myTest(); </a:t>
            </a:r>
            <a:r>
              <a:rPr sz="2200" dirty="0">
                <a:latin typeface="Times New Roman" panose="02020603050405020304" pitchFamily="18" charset="0"/>
                <a:cs typeface="Times New Roman" panose="02020603050405020304" pitchFamily="18" charset="0"/>
                <a:sym typeface="+mn-ea"/>
              </a:rPr>
              <a:t> </a:t>
            </a:r>
            <a:r>
              <a:rPr sz="2200" spc="-5" dirty="0">
                <a:solidFill>
                  <a:srgbClr val="0000CD"/>
                </a:solidFill>
                <a:latin typeface="Times New Roman" panose="02020603050405020304" pitchFamily="18" charset="0"/>
                <a:cs typeface="Times New Roman" panose="02020603050405020304" pitchFamily="18" charset="0"/>
                <a:sym typeface="+mn-ea"/>
              </a:rPr>
              <a:t>echo</a:t>
            </a:r>
            <a:r>
              <a:rPr sz="2200" spc="-55" dirty="0">
                <a:solidFill>
                  <a:srgbClr val="0000CD"/>
                </a:solidFill>
                <a:latin typeface="Times New Roman" panose="02020603050405020304" pitchFamily="18" charset="0"/>
                <a:cs typeface="Times New Roman" panose="02020603050405020304" pitchFamily="18" charset="0"/>
                <a:sym typeface="+mn-ea"/>
              </a:rPr>
              <a:t> </a:t>
            </a:r>
            <a:r>
              <a:rPr sz="2200" spc="-5" dirty="0">
                <a:solidFill>
                  <a:srgbClr val="A32A2A"/>
                </a:solidFill>
                <a:latin typeface="Times New Roman" panose="02020603050405020304" pitchFamily="18" charset="0"/>
                <a:cs typeface="Times New Roman" panose="02020603050405020304" pitchFamily="18" charset="0"/>
                <a:sym typeface="+mn-ea"/>
              </a:rPr>
              <a:t>"&lt;br&gt;"</a:t>
            </a:r>
            <a:r>
              <a:rPr sz="2200" spc="-5" dirty="0">
                <a:latin typeface="Times New Roman" panose="02020603050405020304" pitchFamily="18" charset="0"/>
                <a:cs typeface="Times New Roman" panose="02020603050405020304" pitchFamily="18" charset="0"/>
                <a:sym typeface="+mn-ea"/>
              </a:rPr>
              <a:t>; </a:t>
            </a:r>
            <a:r>
              <a:rPr sz="2200" spc="-320" dirty="0">
                <a:latin typeface="Times New Roman" panose="02020603050405020304" pitchFamily="18" charset="0"/>
                <a:cs typeface="Times New Roman" panose="02020603050405020304" pitchFamily="18" charset="0"/>
                <a:sym typeface="+mn-ea"/>
              </a:rPr>
              <a:t> </a:t>
            </a:r>
            <a:r>
              <a:rPr sz="2200" spc="-5" dirty="0">
                <a:latin typeface="Times New Roman" panose="02020603050405020304" pitchFamily="18" charset="0"/>
                <a:cs typeface="Times New Roman" panose="02020603050405020304" pitchFamily="18" charset="0"/>
                <a:sym typeface="+mn-ea"/>
              </a:rPr>
              <a:t>myTest(); </a:t>
            </a:r>
            <a:r>
              <a:rPr sz="2200" dirty="0">
                <a:latin typeface="Times New Roman" panose="02020603050405020304" pitchFamily="18" charset="0"/>
                <a:cs typeface="Times New Roman" panose="02020603050405020304" pitchFamily="18" charset="0"/>
                <a:sym typeface="+mn-ea"/>
              </a:rPr>
              <a:t> </a:t>
            </a:r>
            <a:r>
              <a:rPr sz="2200" spc="-5" dirty="0">
                <a:solidFill>
                  <a:srgbClr val="0000CD"/>
                </a:solidFill>
                <a:latin typeface="Times New Roman" panose="02020603050405020304" pitchFamily="18" charset="0"/>
                <a:cs typeface="Times New Roman" panose="02020603050405020304" pitchFamily="18" charset="0"/>
                <a:sym typeface="+mn-ea"/>
              </a:rPr>
              <a:t>echo</a:t>
            </a:r>
            <a:r>
              <a:rPr sz="2200" spc="-55" dirty="0">
                <a:solidFill>
                  <a:srgbClr val="0000CD"/>
                </a:solidFill>
                <a:latin typeface="Times New Roman" panose="02020603050405020304" pitchFamily="18" charset="0"/>
                <a:cs typeface="Times New Roman" panose="02020603050405020304" pitchFamily="18" charset="0"/>
                <a:sym typeface="+mn-ea"/>
              </a:rPr>
              <a:t> </a:t>
            </a:r>
            <a:r>
              <a:rPr sz="2200" spc="-5" dirty="0">
                <a:solidFill>
                  <a:srgbClr val="A32A2A"/>
                </a:solidFill>
                <a:latin typeface="Times New Roman" panose="02020603050405020304" pitchFamily="18" charset="0"/>
                <a:cs typeface="Times New Roman" panose="02020603050405020304" pitchFamily="18" charset="0"/>
                <a:sym typeface="+mn-ea"/>
              </a:rPr>
              <a:t>"&lt;br&gt;"</a:t>
            </a:r>
            <a:r>
              <a:rPr sz="2200" spc="-5" dirty="0">
                <a:latin typeface="Times New Roman" panose="02020603050405020304" pitchFamily="18" charset="0"/>
                <a:cs typeface="Times New Roman" panose="02020603050405020304" pitchFamily="18" charset="0"/>
                <a:sym typeface="+mn-ea"/>
              </a:rPr>
              <a:t>; </a:t>
            </a:r>
            <a:r>
              <a:rPr sz="2200" spc="-320" dirty="0">
                <a:latin typeface="Times New Roman" panose="02020603050405020304" pitchFamily="18" charset="0"/>
                <a:cs typeface="Times New Roman" panose="02020603050405020304" pitchFamily="18" charset="0"/>
                <a:sym typeface="+mn-ea"/>
              </a:rPr>
              <a:t> </a:t>
            </a:r>
            <a:r>
              <a:rPr sz="2200" spc="-5" dirty="0">
                <a:latin typeface="Times New Roman" panose="02020603050405020304" pitchFamily="18" charset="0"/>
                <a:cs typeface="Times New Roman" panose="02020603050405020304" pitchFamily="18" charset="0"/>
                <a:sym typeface="+mn-ea"/>
              </a:rPr>
              <a:t>myTest();</a:t>
            </a:r>
            <a:r>
              <a:rPr sz="2200">
                <a:latin typeface="Times New Roman" panose="02020603050405020304" pitchFamily="18" charset="0"/>
                <a:cs typeface="Times New Roman" panose="02020603050405020304" pitchFamily="18" charset="0"/>
              </a:rPr>
              <a:t/>
            </a:r>
            <a:br>
              <a:rPr sz="2200">
                <a:latin typeface="Times New Roman" panose="02020603050405020304" pitchFamily="18" charset="0"/>
                <a:cs typeface="Times New Roman" panose="02020603050405020304" pitchFamily="18" charset="0"/>
              </a:rPr>
            </a:br>
            <a:r>
              <a:rPr sz="2200" spc="-5" dirty="0">
                <a:latin typeface="Times New Roman" panose="02020603050405020304" pitchFamily="18" charset="0"/>
                <a:cs typeface="Times New Roman" panose="02020603050405020304" pitchFamily="18" charset="0"/>
                <a:sym typeface="+mn-ea"/>
              </a:rPr>
              <a:t>?&gt;</a:t>
            </a:r>
            <a:r>
              <a:rPr sz="2200">
                <a:latin typeface="Times New Roman" panose="02020603050405020304" pitchFamily="18" charset="0"/>
                <a:cs typeface="Times New Roman" panose="02020603050405020304" pitchFamily="18" charset="0"/>
              </a:rPr>
              <a:t/>
            </a:r>
            <a:br>
              <a:rPr sz="2200">
                <a:latin typeface="Times New Roman" panose="02020603050405020304" pitchFamily="18" charset="0"/>
                <a:cs typeface="Times New Roman" panose="02020603050405020304" pitchFamily="18" charset="0"/>
              </a:rPr>
            </a:br>
            <a:r>
              <a:rPr sz="2200" spc="-5" dirty="0">
                <a:latin typeface="Times New Roman" panose="02020603050405020304" pitchFamily="18" charset="0"/>
                <a:cs typeface="Times New Roman" panose="02020603050405020304" pitchFamily="18" charset="0"/>
                <a:sym typeface="+mn-ea"/>
              </a:rPr>
              <a:t>&lt;/body&gt;</a:t>
            </a:r>
            <a:r>
              <a:rPr sz="2200">
                <a:latin typeface="Times New Roman" panose="02020603050405020304" pitchFamily="18" charset="0"/>
                <a:cs typeface="Times New Roman" panose="02020603050405020304" pitchFamily="18" charset="0"/>
              </a:rPr>
              <a:t/>
            </a:r>
            <a:br>
              <a:rPr sz="2200">
                <a:latin typeface="Times New Roman" panose="02020603050405020304" pitchFamily="18" charset="0"/>
                <a:cs typeface="Times New Roman" panose="02020603050405020304" pitchFamily="18" charset="0"/>
              </a:rPr>
            </a:br>
            <a:r>
              <a:rPr sz="2200" dirty="0">
                <a:latin typeface="Times New Roman" panose="02020603050405020304" pitchFamily="18" charset="0"/>
                <a:cs typeface="Times New Roman" panose="02020603050405020304" pitchFamily="18" charset="0"/>
                <a:sym typeface="+mn-ea"/>
              </a:rPr>
              <a:t>&lt;/html&gt;</a:t>
            </a:r>
            <a:endParaRPr lang="en-US" sz="2200" b="0" i="0">
              <a:latin typeface="Times New Roman" panose="02020603050405020304" pitchFamily="18" charset="0"/>
              <a:cs typeface="Times New Roman" panose="02020603050405020304" pitchFamily="18" charset="0"/>
            </a:endParaRPr>
          </a:p>
        </p:txBody>
      </p:sp>
      <p:sp>
        <p:nvSpPr>
          <p:cNvPr id="23" name="object 23"/>
          <p:cNvSpPr txBox="1"/>
          <p:nvPr/>
        </p:nvSpPr>
        <p:spPr>
          <a:xfrm>
            <a:off x="5681980" y="5622925"/>
            <a:ext cx="1228090" cy="1076960"/>
          </a:xfrm>
          <a:prstGeom prst="rect">
            <a:avLst/>
          </a:prstGeom>
          <a:ln w="9525">
            <a:solidFill>
              <a:srgbClr val="000000"/>
            </a:solidFill>
          </a:ln>
        </p:spPr>
        <p:txBody>
          <a:bodyPr vert="horz" wrap="square" lIns="0" tIns="0" rIns="0" bIns="0" rtlCol="0">
            <a:noAutofit/>
          </a:bodyPr>
          <a:lstStyle/>
          <a:p>
            <a:pPr marL="96520">
              <a:lnSpc>
                <a:spcPts val="1555"/>
              </a:lnSpc>
            </a:pPr>
            <a:r>
              <a:rPr sz="1300" b="1" spc="-10" dirty="0">
                <a:latin typeface="Arial" panose="020B0604020202020204"/>
                <a:cs typeface="Arial" panose="020B0604020202020204"/>
              </a:rPr>
              <a:t>Output:</a:t>
            </a:r>
            <a:endParaRPr sz="1300">
              <a:latin typeface="Arial" panose="020B0604020202020204"/>
              <a:cs typeface="Arial" panose="020B0604020202020204"/>
            </a:endParaRPr>
          </a:p>
          <a:p>
            <a:pPr marL="96520">
              <a:lnSpc>
                <a:spcPct val="100000"/>
              </a:lnSpc>
              <a:spcBef>
                <a:spcPts val="1175"/>
              </a:spcBef>
            </a:pPr>
            <a:r>
              <a:rPr sz="1350" spc="-15" dirty="0">
                <a:latin typeface="Arial MT"/>
                <a:cs typeface="Arial MT"/>
              </a:rPr>
              <a:t>0</a:t>
            </a:r>
            <a:endParaRPr sz="1350">
              <a:latin typeface="Arial MT"/>
              <a:cs typeface="Arial MT"/>
            </a:endParaRPr>
          </a:p>
          <a:p>
            <a:pPr marL="96520">
              <a:lnSpc>
                <a:spcPct val="100000"/>
              </a:lnSpc>
              <a:spcBef>
                <a:spcPts val="685"/>
              </a:spcBef>
            </a:pPr>
            <a:r>
              <a:rPr sz="1350" spc="-15" dirty="0">
                <a:latin typeface="Arial MT"/>
                <a:cs typeface="Arial MT"/>
              </a:rPr>
              <a:t>1</a:t>
            </a:r>
            <a:endParaRPr sz="1350">
              <a:latin typeface="Arial MT"/>
              <a:cs typeface="Arial MT"/>
            </a:endParaRPr>
          </a:p>
          <a:p>
            <a:pPr marL="96520">
              <a:lnSpc>
                <a:spcPct val="100000"/>
              </a:lnSpc>
              <a:spcBef>
                <a:spcPts val="765"/>
              </a:spcBef>
            </a:pPr>
            <a:r>
              <a:rPr sz="1350" spc="-75" dirty="0">
                <a:latin typeface="Arial MT"/>
                <a:cs typeface="Arial MT"/>
              </a:rPr>
              <a:t>2</a:t>
            </a:r>
            <a:endParaRPr sz="1350">
              <a:latin typeface="Arial MT"/>
              <a:cs typeface="Arial MT"/>
            </a:endParaRPr>
          </a:p>
        </p:txBody>
      </p:sp>
      <p:sp>
        <p:nvSpPr>
          <p:cNvPr id="4" name="Slide Number Placeholder 3">
            <a:extLst>
              <a:ext uri="{FF2B5EF4-FFF2-40B4-BE49-F238E27FC236}">
                <a16:creationId xmlns:a16="http://schemas.microsoft.com/office/drawing/2014/main" xmlns="" id="{6140D8BD-48BB-A05F-7AB2-8EB3EF542FDE}"/>
              </a:ext>
            </a:extLst>
          </p:cNvPr>
          <p:cNvSpPr>
            <a:spLocks noGrp="1"/>
          </p:cNvSpPr>
          <p:nvPr>
            <p:ph type="sldNum" idx="4"/>
          </p:nvPr>
        </p:nvSpPr>
        <p:spPr/>
        <p:txBody>
          <a:bodyPr/>
          <a:lstStyle/>
          <a:p>
            <a:pPr algn="r">
              <a:buNone/>
            </a:pPr>
            <a:fld id="{9A0DB2DC-4C9A-4742-B13C-FB6460FD3503}" type="slidenum">
              <a:rPr lang="en-GB" altLang="en-US" smtClean="0"/>
              <a:pPr algn="r">
                <a:buNone/>
              </a:pPr>
              <a:t>37</a:t>
            </a:fld>
            <a:endParaRPr lang="en-GB"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C00000"/>
                </a:solidFill>
                <a:latin typeface="Times New Roman" panose="02020603050405020304" pitchFamily="18" charset="0"/>
                <a:cs typeface="Times New Roman" panose="02020603050405020304" pitchFamily="18" charset="0"/>
                <a:sym typeface="+mn-ea"/>
              </a:rPr>
              <a:t>echo</a:t>
            </a:r>
            <a:r>
              <a:rPr spc="-20" dirty="0">
                <a:solidFill>
                  <a:srgbClr val="C00000"/>
                </a:solidFill>
                <a:latin typeface="Times New Roman" panose="02020603050405020304" pitchFamily="18" charset="0"/>
                <a:cs typeface="Times New Roman" panose="02020603050405020304" pitchFamily="18" charset="0"/>
                <a:sym typeface="+mn-ea"/>
              </a:rPr>
              <a:t> </a:t>
            </a:r>
            <a:r>
              <a:rPr dirty="0">
                <a:solidFill>
                  <a:srgbClr val="C00000"/>
                </a:solidFill>
                <a:latin typeface="Times New Roman" panose="02020603050405020304" pitchFamily="18" charset="0"/>
                <a:cs typeface="Times New Roman" panose="02020603050405020304" pitchFamily="18" charset="0"/>
                <a:sym typeface="+mn-ea"/>
              </a:rPr>
              <a:t>and</a:t>
            </a:r>
            <a:r>
              <a:rPr spc="-20" dirty="0">
                <a:solidFill>
                  <a:srgbClr val="C00000"/>
                </a:solidFill>
                <a:latin typeface="Times New Roman" panose="02020603050405020304" pitchFamily="18" charset="0"/>
                <a:cs typeface="Times New Roman" panose="02020603050405020304" pitchFamily="18" charset="0"/>
                <a:sym typeface="+mn-ea"/>
              </a:rPr>
              <a:t> </a:t>
            </a:r>
            <a:r>
              <a:rPr dirty="0">
                <a:solidFill>
                  <a:srgbClr val="C00000"/>
                </a:solidFill>
                <a:latin typeface="Times New Roman" panose="02020603050405020304" pitchFamily="18" charset="0"/>
                <a:cs typeface="Times New Roman" panose="02020603050405020304" pitchFamily="18" charset="0"/>
                <a:sym typeface="+mn-ea"/>
              </a:rPr>
              <a:t>print</a:t>
            </a:r>
            <a:r>
              <a:rPr spc="-35" dirty="0">
                <a:solidFill>
                  <a:srgbClr val="C00000"/>
                </a:solidFill>
                <a:latin typeface="Times New Roman" panose="02020603050405020304" pitchFamily="18" charset="0"/>
                <a:cs typeface="Times New Roman" panose="02020603050405020304" pitchFamily="18" charset="0"/>
                <a:sym typeface="+mn-ea"/>
              </a:rPr>
              <a:t> </a:t>
            </a:r>
            <a:r>
              <a:rPr spc="-5" dirty="0">
                <a:solidFill>
                  <a:srgbClr val="C00000"/>
                </a:solidFill>
                <a:latin typeface="Times New Roman" panose="02020603050405020304" pitchFamily="18" charset="0"/>
                <a:cs typeface="Times New Roman" panose="02020603050405020304" pitchFamily="18" charset="0"/>
                <a:sym typeface="+mn-ea"/>
              </a:rPr>
              <a:t>Statements</a:t>
            </a:r>
            <a:r>
              <a:rPr sz="2800" spc="-5" dirty="0">
                <a:latin typeface="Times New Roman" panose="02020603050405020304" pitchFamily="18" charset="0"/>
                <a:cs typeface="Times New Roman" panose="02020603050405020304" pitchFamily="18" charset="0"/>
                <a:sym typeface="+mn-ea"/>
              </a:rPr>
              <a:t/>
            </a:r>
            <a:br>
              <a:rPr sz="2800" spc="-5" dirty="0">
                <a:latin typeface="Times New Roman" panose="02020603050405020304" pitchFamily="18" charset="0"/>
                <a:cs typeface="Times New Roman" panose="02020603050405020304" pitchFamily="18" charset="0"/>
                <a:sym typeface="+mn-ea"/>
              </a:rPr>
            </a:br>
            <a:r>
              <a:rPr sz="2800" spc="-5" dirty="0">
                <a:latin typeface="Times New Roman" panose="02020603050405020304" pitchFamily="18" charset="0"/>
                <a:cs typeface="Times New Roman" panose="02020603050405020304" pitchFamily="18" charset="0"/>
                <a:sym typeface="+mn-ea"/>
              </a:rPr>
              <a:t/>
            </a:r>
            <a:br>
              <a:rPr sz="2800" spc="-5" dirty="0">
                <a:latin typeface="Times New Roman" panose="02020603050405020304" pitchFamily="18" charset="0"/>
                <a:cs typeface="Times New Roman" panose="02020603050405020304" pitchFamily="18" charset="0"/>
                <a:sym typeface="+mn-ea"/>
              </a:rPr>
            </a:br>
            <a:r>
              <a:rPr sz="2800" spc="-5" dirty="0">
                <a:latin typeface="Times New Roman" panose="02020603050405020304" pitchFamily="18" charset="0"/>
                <a:cs typeface="Times New Roman" panose="02020603050405020304" pitchFamily="18" charset="0"/>
                <a:sym typeface="+mn-ea"/>
              </a:rPr>
              <a:t/>
            </a:r>
            <a:br>
              <a:rPr sz="2800" spc="-5" dirty="0">
                <a:latin typeface="Times New Roman" panose="02020603050405020304" pitchFamily="18" charset="0"/>
                <a:cs typeface="Times New Roman" panose="02020603050405020304" pitchFamily="18" charset="0"/>
                <a:sym typeface="+mn-ea"/>
              </a:rPr>
            </a:br>
            <a:endParaRPr lang="en-US" sz="2800" spc="-5" dirty="0">
              <a:latin typeface="Times New Roman" panose="02020603050405020304" pitchFamily="18" charset="0"/>
              <a:cs typeface="Times New Roman" panose="02020603050405020304" pitchFamily="18" charset="0"/>
              <a:sym typeface="+mn-ea"/>
            </a:endParaRPr>
          </a:p>
        </p:txBody>
      </p:sp>
      <p:sp>
        <p:nvSpPr>
          <p:cNvPr id="4" name="Slide Number Placeholder 3">
            <a:extLst>
              <a:ext uri="{FF2B5EF4-FFF2-40B4-BE49-F238E27FC236}">
                <a16:creationId xmlns:a16="http://schemas.microsoft.com/office/drawing/2014/main" xmlns="" id="{3B2ADDC2-A1DB-1B12-1BD0-96FA88E5EFE6}"/>
              </a:ext>
            </a:extLst>
          </p:cNvPr>
          <p:cNvSpPr>
            <a:spLocks noGrp="1"/>
          </p:cNvSpPr>
          <p:nvPr>
            <p:ph type="sldNum" idx="4"/>
          </p:nvPr>
        </p:nvSpPr>
        <p:spPr/>
        <p:txBody>
          <a:bodyPr/>
          <a:lstStyle/>
          <a:p>
            <a:pPr algn="r">
              <a:buNone/>
            </a:pPr>
            <a:fld id="{9A0DB2DC-4C9A-4742-B13C-FB6460FD3503}" type="slidenum">
              <a:rPr lang="en-GB" altLang="en-US" smtClean="0"/>
              <a:pPr algn="r">
                <a:buNone/>
              </a:pPr>
              <a:t>38</a:t>
            </a:fld>
            <a:endParaRPr lang="en-GB" altLang="en-US" dirty="0"/>
          </a:p>
        </p:txBody>
      </p:sp>
      <p:sp>
        <p:nvSpPr>
          <p:cNvPr id="5" name="TextBox 4">
            <a:extLst>
              <a:ext uri="{FF2B5EF4-FFF2-40B4-BE49-F238E27FC236}">
                <a16:creationId xmlns:a16="http://schemas.microsoft.com/office/drawing/2014/main" xmlns="" id="{DCE5983B-1EF6-A9AF-DE59-0471A54BF114}"/>
              </a:ext>
            </a:extLst>
          </p:cNvPr>
          <p:cNvSpPr txBox="1"/>
          <p:nvPr/>
        </p:nvSpPr>
        <p:spPr>
          <a:xfrm>
            <a:off x="704528" y="1628800"/>
            <a:ext cx="8496944" cy="5016758"/>
          </a:xfrm>
          <a:prstGeom prst="rect">
            <a:avLst/>
          </a:prstGeom>
          <a:noFill/>
        </p:spPr>
        <p:txBody>
          <a:bodyPr wrap="square">
            <a:spAutoFit/>
          </a:bodyPr>
          <a:lstStyle/>
          <a:p>
            <a:pPr marL="457200" indent="-457200">
              <a:buFont typeface="Arial" panose="020B0604020202020204" pitchFamily="34" charset="0"/>
              <a:buChar char="•"/>
            </a:pPr>
            <a:r>
              <a:rPr lang="en-US" sz="3200" b="0" i="0" dirty="0">
                <a:latin typeface="Times New Roman" panose="02020603050405020304" pitchFamily="18" charset="0"/>
                <a:cs typeface="Times New Roman" panose="02020603050405020304" pitchFamily="18" charset="0"/>
                <a:sym typeface="+mn-ea"/>
              </a:rPr>
              <a:t>In</a:t>
            </a:r>
            <a:r>
              <a:rPr lang="en-US" sz="3200" b="0" i="0" spc="10" dirty="0">
                <a:latin typeface="Times New Roman" panose="02020603050405020304" pitchFamily="18" charset="0"/>
                <a:cs typeface="Times New Roman" panose="02020603050405020304" pitchFamily="18" charset="0"/>
                <a:sym typeface="+mn-ea"/>
              </a:rPr>
              <a:t> </a:t>
            </a:r>
            <a:r>
              <a:rPr lang="en-US" sz="3200" b="0" i="0" spc="-5" dirty="0">
                <a:latin typeface="Times New Roman" panose="02020603050405020304" pitchFamily="18" charset="0"/>
                <a:cs typeface="Times New Roman" panose="02020603050405020304" pitchFamily="18" charset="0"/>
                <a:sym typeface="+mn-ea"/>
              </a:rPr>
              <a:t>PHP</a:t>
            </a:r>
            <a:r>
              <a:rPr lang="en-US" sz="3200" b="0" i="0" dirty="0">
                <a:latin typeface="Times New Roman" panose="02020603050405020304" pitchFamily="18" charset="0"/>
                <a:cs typeface="Times New Roman" panose="02020603050405020304" pitchFamily="18" charset="0"/>
                <a:sym typeface="+mn-ea"/>
              </a:rPr>
              <a:t> there</a:t>
            </a:r>
            <a:r>
              <a:rPr lang="en-US" sz="3200" b="0" i="0" spc="-10" dirty="0">
                <a:latin typeface="Times New Roman" panose="02020603050405020304" pitchFamily="18" charset="0"/>
                <a:cs typeface="Times New Roman" panose="02020603050405020304" pitchFamily="18" charset="0"/>
                <a:sym typeface="+mn-ea"/>
              </a:rPr>
              <a:t> </a:t>
            </a:r>
            <a:r>
              <a:rPr lang="en-US" sz="3200" b="0" i="0" dirty="0">
                <a:latin typeface="Times New Roman" panose="02020603050405020304" pitchFamily="18" charset="0"/>
                <a:cs typeface="Times New Roman" panose="02020603050405020304" pitchFamily="18" charset="0"/>
                <a:sym typeface="+mn-ea"/>
              </a:rPr>
              <a:t>are </a:t>
            </a:r>
            <a:r>
              <a:rPr lang="en-US" sz="3200" b="0" i="0" spc="-10" dirty="0">
                <a:latin typeface="Times New Roman" panose="02020603050405020304" pitchFamily="18" charset="0"/>
                <a:cs typeface="Times New Roman" panose="02020603050405020304" pitchFamily="18" charset="0"/>
                <a:sym typeface="+mn-ea"/>
              </a:rPr>
              <a:t>two</a:t>
            </a:r>
            <a:r>
              <a:rPr lang="en-US" sz="3200" b="0" i="0" spc="5" dirty="0">
                <a:latin typeface="Times New Roman" panose="02020603050405020304" pitchFamily="18" charset="0"/>
                <a:cs typeface="Times New Roman" panose="02020603050405020304" pitchFamily="18" charset="0"/>
                <a:sym typeface="+mn-ea"/>
              </a:rPr>
              <a:t> </a:t>
            </a:r>
            <a:r>
              <a:rPr lang="en-US" sz="3200" b="0" i="0" dirty="0">
                <a:latin typeface="Times New Roman" panose="02020603050405020304" pitchFamily="18" charset="0"/>
                <a:cs typeface="Times New Roman" panose="02020603050405020304" pitchFamily="18" charset="0"/>
                <a:sym typeface="+mn-ea"/>
              </a:rPr>
              <a:t>basic</a:t>
            </a:r>
            <a:r>
              <a:rPr lang="en-US" sz="3200" b="0" i="0" spc="10" dirty="0">
                <a:latin typeface="Times New Roman" panose="02020603050405020304" pitchFamily="18" charset="0"/>
                <a:cs typeface="Times New Roman" panose="02020603050405020304" pitchFamily="18" charset="0"/>
                <a:sym typeface="+mn-ea"/>
              </a:rPr>
              <a:t> </a:t>
            </a:r>
            <a:r>
              <a:rPr lang="en-US" sz="3200" b="0" i="0" spc="-10" dirty="0">
                <a:latin typeface="Times New Roman" panose="02020603050405020304" pitchFamily="18" charset="0"/>
                <a:cs typeface="Times New Roman" panose="02020603050405020304" pitchFamily="18" charset="0"/>
                <a:sym typeface="+mn-ea"/>
              </a:rPr>
              <a:t>ways</a:t>
            </a:r>
            <a:r>
              <a:rPr lang="en-US" sz="3200" b="0" i="0" spc="10" dirty="0">
                <a:latin typeface="Times New Roman" panose="02020603050405020304" pitchFamily="18" charset="0"/>
                <a:cs typeface="Times New Roman" panose="02020603050405020304" pitchFamily="18" charset="0"/>
                <a:sym typeface="+mn-ea"/>
              </a:rPr>
              <a:t> </a:t>
            </a:r>
            <a:r>
              <a:rPr lang="en-US" sz="3200" b="0" i="0" dirty="0">
                <a:latin typeface="Times New Roman" panose="02020603050405020304" pitchFamily="18" charset="0"/>
                <a:cs typeface="Times New Roman" panose="02020603050405020304" pitchFamily="18" charset="0"/>
                <a:sym typeface="+mn-ea"/>
              </a:rPr>
              <a:t>to</a:t>
            </a:r>
            <a:r>
              <a:rPr lang="en-US" sz="3200" b="0" i="0" spc="5" dirty="0">
                <a:latin typeface="Times New Roman" panose="02020603050405020304" pitchFamily="18" charset="0"/>
                <a:cs typeface="Times New Roman" panose="02020603050405020304" pitchFamily="18" charset="0"/>
                <a:sym typeface="+mn-ea"/>
              </a:rPr>
              <a:t> </a:t>
            </a:r>
            <a:r>
              <a:rPr lang="en-US" sz="3200" b="0" i="0" spc="-5" dirty="0">
                <a:latin typeface="Times New Roman" panose="02020603050405020304" pitchFamily="18" charset="0"/>
                <a:cs typeface="Times New Roman" panose="02020603050405020304" pitchFamily="18" charset="0"/>
                <a:sym typeface="+mn-ea"/>
              </a:rPr>
              <a:t>get</a:t>
            </a:r>
            <a:r>
              <a:rPr lang="en-US" sz="3200" b="0" i="0" spc="10" dirty="0">
                <a:latin typeface="Times New Roman" panose="02020603050405020304" pitchFamily="18" charset="0"/>
                <a:cs typeface="Times New Roman" panose="02020603050405020304" pitchFamily="18" charset="0"/>
                <a:sym typeface="+mn-ea"/>
              </a:rPr>
              <a:t> </a:t>
            </a:r>
            <a:r>
              <a:rPr lang="en-US" sz="3200" b="0" i="0" spc="-5" dirty="0">
                <a:latin typeface="Times New Roman" panose="02020603050405020304" pitchFamily="18" charset="0"/>
                <a:cs typeface="Times New Roman" panose="02020603050405020304" pitchFamily="18" charset="0"/>
                <a:sym typeface="+mn-ea"/>
              </a:rPr>
              <a:t>output: </a:t>
            </a:r>
            <a:r>
              <a:rPr lang="en-US" sz="3200" i="0" spc="-5" dirty="0">
                <a:solidFill>
                  <a:srgbClr val="FF0000"/>
                </a:solidFill>
                <a:latin typeface="Times New Roman" panose="02020603050405020304" pitchFamily="18" charset="0"/>
                <a:cs typeface="Times New Roman" panose="02020603050405020304" pitchFamily="18" charset="0"/>
                <a:sym typeface="+mn-ea"/>
              </a:rPr>
              <a:t>echo</a:t>
            </a:r>
            <a:r>
              <a:rPr lang="en-US" sz="3200" spc="-5" dirty="0">
                <a:solidFill>
                  <a:srgbClr val="FF0000"/>
                </a:solidFill>
                <a:latin typeface="Times New Roman" panose="02020603050405020304" pitchFamily="18" charset="0"/>
                <a:cs typeface="Times New Roman" panose="02020603050405020304" pitchFamily="18" charset="0"/>
                <a:sym typeface="+mn-ea"/>
              </a:rPr>
              <a:t> </a:t>
            </a:r>
            <a:r>
              <a:rPr lang="en-US" sz="3200" b="0" i="0" spc="-5" dirty="0">
                <a:latin typeface="Times New Roman" panose="02020603050405020304" pitchFamily="18" charset="0"/>
                <a:cs typeface="Times New Roman" panose="02020603050405020304" pitchFamily="18" charset="0"/>
                <a:sym typeface="+mn-ea"/>
              </a:rPr>
              <a:t>and</a:t>
            </a:r>
            <a:r>
              <a:rPr lang="en-US" sz="3200" b="0" i="0" spc="-30" dirty="0">
                <a:latin typeface="Times New Roman" panose="02020603050405020304" pitchFamily="18" charset="0"/>
                <a:cs typeface="Times New Roman" panose="02020603050405020304" pitchFamily="18" charset="0"/>
                <a:sym typeface="+mn-ea"/>
              </a:rPr>
              <a:t> </a:t>
            </a:r>
            <a:r>
              <a:rPr lang="en-US" sz="3200" i="0" spc="-5" dirty="0">
                <a:solidFill>
                  <a:srgbClr val="DC123A"/>
                </a:solidFill>
                <a:latin typeface="Times New Roman" panose="02020603050405020304" pitchFamily="18" charset="0"/>
                <a:cs typeface="Times New Roman" panose="02020603050405020304" pitchFamily="18" charset="0"/>
                <a:sym typeface="+mn-ea"/>
              </a:rPr>
              <a:t>print</a:t>
            </a:r>
            <a:r>
              <a:rPr lang="en-US" sz="3200" b="0" i="0" spc="-5" dirty="0">
                <a:latin typeface="Times New Roman" panose="02020603050405020304" pitchFamily="18" charset="0"/>
                <a:cs typeface="Times New Roman" panose="02020603050405020304" pitchFamily="18" charset="0"/>
                <a:sym typeface="+mn-ea"/>
              </a:rPr>
              <a:t>.</a:t>
            </a:r>
          </a:p>
          <a:p>
            <a:pPr marL="457200" indent="-457200">
              <a:buFont typeface="Arial" panose="020B0604020202020204" pitchFamily="34" charset="0"/>
              <a:buChar char="•"/>
            </a:pPr>
            <a:r>
              <a:rPr lang="en-US" sz="3200" b="0" i="0" dirty="0">
                <a:latin typeface="Times New Roman" panose="02020603050405020304" pitchFamily="18" charset="0"/>
                <a:cs typeface="Times New Roman" panose="02020603050405020304" pitchFamily="18" charset="0"/>
                <a:sym typeface="+mn-ea"/>
              </a:rPr>
              <a:t>In</a:t>
            </a:r>
            <a:r>
              <a:rPr lang="en-US" sz="3200" b="0" i="0" spc="70" dirty="0">
                <a:latin typeface="Times New Roman" panose="02020603050405020304" pitchFamily="18" charset="0"/>
                <a:cs typeface="Times New Roman" panose="02020603050405020304" pitchFamily="18" charset="0"/>
                <a:sym typeface="+mn-ea"/>
              </a:rPr>
              <a:t> </a:t>
            </a:r>
            <a:r>
              <a:rPr lang="en-US" sz="3200" b="0" i="0" dirty="0">
                <a:latin typeface="Times New Roman" panose="02020603050405020304" pitchFamily="18" charset="0"/>
                <a:cs typeface="Times New Roman" panose="02020603050405020304" pitchFamily="18" charset="0"/>
                <a:sym typeface="+mn-ea"/>
              </a:rPr>
              <a:t>this</a:t>
            </a:r>
            <a:r>
              <a:rPr lang="en-US" sz="3200" b="0" i="0" spc="60" dirty="0">
                <a:latin typeface="Times New Roman" panose="02020603050405020304" pitchFamily="18" charset="0"/>
                <a:cs typeface="Times New Roman" panose="02020603050405020304" pitchFamily="18" charset="0"/>
                <a:sym typeface="+mn-ea"/>
              </a:rPr>
              <a:t>, </a:t>
            </a:r>
            <a:r>
              <a:rPr lang="en-US" sz="3200" b="0" i="0" spc="-20" dirty="0">
                <a:latin typeface="Times New Roman" panose="02020603050405020304" pitchFamily="18" charset="0"/>
                <a:cs typeface="Times New Roman" panose="02020603050405020304" pitchFamily="18" charset="0"/>
                <a:sym typeface="+mn-ea"/>
              </a:rPr>
              <a:t>we</a:t>
            </a:r>
            <a:r>
              <a:rPr lang="en-US" sz="3200" b="0" i="0" spc="50" dirty="0">
                <a:latin typeface="Times New Roman" panose="02020603050405020304" pitchFamily="18" charset="0"/>
                <a:cs typeface="Times New Roman" panose="02020603050405020304" pitchFamily="18" charset="0"/>
                <a:sym typeface="+mn-ea"/>
              </a:rPr>
              <a:t> </a:t>
            </a:r>
            <a:r>
              <a:rPr lang="en-US" sz="3200" b="0" i="0" spc="-5" dirty="0">
                <a:latin typeface="Times New Roman" panose="02020603050405020304" pitchFamily="18" charset="0"/>
                <a:cs typeface="Times New Roman" panose="02020603050405020304" pitchFamily="18" charset="0"/>
                <a:sym typeface="+mn-ea"/>
              </a:rPr>
              <a:t>use</a:t>
            </a:r>
            <a:r>
              <a:rPr lang="en-US" sz="3200" b="0" i="0" spc="55" dirty="0">
                <a:latin typeface="Times New Roman" panose="02020603050405020304" pitchFamily="18" charset="0"/>
                <a:cs typeface="Times New Roman" panose="02020603050405020304" pitchFamily="18" charset="0"/>
                <a:sym typeface="+mn-ea"/>
              </a:rPr>
              <a:t> </a:t>
            </a:r>
            <a:r>
              <a:rPr lang="en-US" sz="3200" b="0" i="0" spc="-5" dirty="0">
                <a:latin typeface="Times New Roman" panose="02020603050405020304" pitchFamily="18" charset="0"/>
                <a:cs typeface="Times New Roman" panose="02020603050405020304" pitchFamily="18" charset="0"/>
                <a:sym typeface="+mn-ea"/>
              </a:rPr>
              <a:t>echo</a:t>
            </a:r>
            <a:r>
              <a:rPr lang="en-US" sz="3200" b="0" i="0" spc="75" dirty="0">
                <a:latin typeface="Times New Roman" panose="02020603050405020304" pitchFamily="18" charset="0"/>
                <a:cs typeface="Times New Roman" panose="02020603050405020304" pitchFamily="18" charset="0"/>
                <a:sym typeface="+mn-ea"/>
              </a:rPr>
              <a:t> </a:t>
            </a:r>
            <a:r>
              <a:rPr lang="en-US" sz="3200" b="0" i="0" spc="-5" dirty="0">
                <a:latin typeface="Times New Roman" panose="02020603050405020304" pitchFamily="18" charset="0"/>
                <a:cs typeface="Times New Roman" panose="02020603050405020304" pitchFamily="18" charset="0"/>
                <a:sym typeface="+mn-ea"/>
              </a:rPr>
              <a:t>(and</a:t>
            </a:r>
            <a:r>
              <a:rPr lang="en-US" sz="3200" b="0" i="0" spc="70" dirty="0">
                <a:latin typeface="Times New Roman" panose="02020603050405020304" pitchFamily="18" charset="0"/>
                <a:cs typeface="Times New Roman" panose="02020603050405020304" pitchFamily="18" charset="0"/>
                <a:sym typeface="+mn-ea"/>
              </a:rPr>
              <a:t> </a:t>
            </a:r>
            <a:r>
              <a:rPr lang="en-US" sz="3200" b="0" i="0" spc="-5" dirty="0">
                <a:latin typeface="Times New Roman" panose="02020603050405020304" pitchFamily="18" charset="0"/>
                <a:cs typeface="Times New Roman" panose="02020603050405020304" pitchFamily="18" charset="0"/>
                <a:sym typeface="+mn-ea"/>
              </a:rPr>
              <a:t>print)</a:t>
            </a:r>
            <a:r>
              <a:rPr lang="en-US" sz="3200" b="0" i="0" spc="65" dirty="0">
                <a:latin typeface="Times New Roman" panose="02020603050405020304" pitchFamily="18" charset="0"/>
                <a:cs typeface="Times New Roman" panose="02020603050405020304" pitchFamily="18" charset="0"/>
                <a:sym typeface="+mn-ea"/>
              </a:rPr>
              <a:t> </a:t>
            </a:r>
            <a:r>
              <a:rPr lang="en-US" sz="3200" b="0" i="0" spc="-5" dirty="0">
                <a:latin typeface="Times New Roman" panose="02020603050405020304" pitchFamily="18" charset="0"/>
                <a:cs typeface="Times New Roman" panose="02020603050405020304" pitchFamily="18" charset="0"/>
                <a:sym typeface="+mn-ea"/>
              </a:rPr>
              <a:t>in</a:t>
            </a:r>
            <a:r>
              <a:rPr lang="en-US" sz="3200" b="0" i="0" spc="65" dirty="0">
                <a:latin typeface="Times New Roman" panose="02020603050405020304" pitchFamily="18" charset="0"/>
                <a:cs typeface="Times New Roman" panose="02020603050405020304" pitchFamily="18" charset="0"/>
                <a:sym typeface="+mn-ea"/>
              </a:rPr>
              <a:t> </a:t>
            </a:r>
            <a:r>
              <a:rPr lang="en-US" sz="3200" b="0" i="0" spc="-5" dirty="0">
                <a:latin typeface="Times New Roman" panose="02020603050405020304" pitchFamily="18" charset="0"/>
                <a:cs typeface="Times New Roman" panose="02020603050405020304" pitchFamily="18" charset="0"/>
                <a:sym typeface="+mn-ea"/>
              </a:rPr>
              <a:t>almost</a:t>
            </a:r>
            <a:r>
              <a:rPr lang="en-US" sz="3200" b="0" i="0" spc="65" dirty="0">
                <a:latin typeface="Times New Roman" panose="02020603050405020304" pitchFamily="18" charset="0"/>
                <a:cs typeface="Times New Roman" panose="02020603050405020304" pitchFamily="18" charset="0"/>
                <a:sym typeface="+mn-ea"/>
              </a:rPr>
              <a:t> </a:t>
            </a:r>
            <a:r>
              <a:rPr lang="en-US" sz="3200" b="0" i="0" spc="-5" dirty="0">
                <a:latin typeface="Times New Roman" panose="02020603050405020304" pitchFamily="18" charset="0"/>
                <a:cs typeface="Times New Roman" panose="02020603050405020304" pitchFamily="18" charset="0"/>
                <a:sym typeface="+mn-ea"/>
              </a:rPr>
              <a:t>every</a:t>
            </a:r>
            <a:r>
              <a:rPr lang="en-US" sz="3200" b="0" i="0" spc="50" dirty="0">
                <a:latin typeface="Times New Roman" panose="02020603050405020304" pitchFamily="18" charset="0"/>
                <a:cs typeface="Times New Roman" panose="02020603050405020304" pitchFamily="18" charset="0"/>
                <a:sym typeface="+mn-ea"/>
              </a:rPr>
              <a:t> </a:t>
            </a:r>
            <a:r>
              <a:rPr lang="en-US" sz="3200" b="0" i="0" dirty="0">
                <a:latin typeface="Times New Roman" panose="02020603050405020304" pitchFamily="18" charset="0"/>
                <a:cs typeface="Times New Roman" panose="02020603050405020304" pitchFamily="18" charset="0"/>
                <a:sym typeface="+mn-ea"/>
              </a:rPr>
              <a:t>example.</a:t>
            </a:r>
            <a:r>
              <a:rPr lang="en-US" sz="3200" b="0" i="0" spc="75" dirty="0">
                <a:latin typeface="Times New Roman" panose="02020603050405020304" pitchFamily="18" charset="0"/>
                <a:cs typeface="Times New Roman" panose="02020603050405020304" pitchFamily="18" charset="0"/>
                <a:sym typeface="+mn-ea"/>
              </a:rPr>
              <a:t> </a:t>
            </a:r>
          </a:p>
          <a:p>
            <a:pPr marL="457200" indent="-457200">
              <a:buFont typeface="Arial" panose="020B0604020202020204" pitchFamily="34" charset="0"/>
              <a:buChar char="•"/>
            </a:pPr>
            <a:r>
              <a:rPr lang="en-US" sz="3200" b="0" i="0" spc="-5" dirty="0">
                <a:latin typeface="Times New Roman" panose="02020603050405020304" pitchFamily="18" charset="0"/>
                <a:cs typeface="Times New Roman" panose="02020603050405020304" pitchFamily="18" charset="0"/>
                <a:sym typeface="+mn-ea"/>
              </a:rPr>
              <a:t>The</a:t>
            </a:r>
            <a:r>
              <a:rPr lang="en-US" sz="3200" b="0" i="0" spc="25" dirty="0">
                <a:latin typeface="Times New Roman" panose="02020603050405020304" pitchFamily="18" charset="0"/>
                <a:cs typeface="Times New Roman" panose="02020603050405020304" pitchFamily="18" charset="0"/>
                <a:sym typeface="+mn-ea"/>
              </a:rPr>
              <a:t> </a:t>
            </a:r>
            <a:r>
              <a:rPr lang="en-US" sz="3200" b="0" i="0" spc="-5" dirty="0">
                <a:latin typeface="Times New Roman" panose="02020603050405020304" pitchFamily="18" charset="0"/>
                <a:cs typeface="Times New Roman" panose="02020603050405020304" pitchFamily="18" charset="0"/>
                <a:sym typeface="+mn-ea"/>
              </a:rPr>
              <a:t>differences</a:t>
            </a:r>
            <a:r>
              <a:rPr lang="en-US" sz="3200" b="0" i="0" spc="15" dirty="0">
                <a:latin typeface="Times New Roman" panose="02020603050405020304" pitchFamily="18" charset="0"/>
                <a:cs typeface="Times New Roman" panose="02020603050405020304" pitchFamily="18" charset="0"/>
                <a:sym typeface="+mn-ea"/>
              </a:rPr>
              <a:t> </a:t>
            </a:r>
            <a:r>
              <a:rPr lang="en-US" sz="3200" b="0" i="0" dirty="0">
                <a:latin typeface="Times New Roman" panose="02020603050405020304" pitchFamily="18" charset="0"/>
                <a:cs typeface="Times New Roman" panose="02020603050405020304" pitchFamily="18" charset="0"/>
                <a:sym typeface="+mn-ea"/>
              </a:rPr>
              <a:t>are</a:t>
            </a:r>
            <a:r>
              <a:rPr lang="en-US" sz="3200" b="0" i="0" spc="40" dirty="0">
                <a:latin typeface="Times New Roman" panose="02020603050405020304" pitchFamily="18" charset="0"/>
                <a:cs typeface="Times New Roman" panose="02020603050405020304" pitchFamily="18" charset="0"/>
                <a:sym typeface="+mn-ea"/>
              </a:rPr>
              <a:t> </a:t>
            </a:r>
            <a:r>
              <a:rPr lang="en-US" sz="3200" b="0" i="0" spc="-5" dirty="0">
                <a:latin typeface="Times New Roman" panose="02020603050405020304" pitchFamily="18" charset="0"/>
                <a:cs typeface="Times New Roman" panose="02020603050405020304" pitchFamily="18" charset="0"/>
                <a:sym typeface="+mn-ea"/>
              </a:rPr>
              <a:t>small: echo has</a:t>
            </a:r>
            <a:r>
              <a:rPr lang="en-US" sz="3200" b="0" i="0" spc="-10" dirty="0">
                <a:latin typeface="Times New Roman" panose="02020603050405020304" pitchFamily="18" charset="0"/>
                <a:cs typeface="Times New Roman" panose="02020603050405020304" pitchFamily="18" charset="0"/>
                <a:sym typeface="+mn-ea"/>
              </a:rPr>
              <a:t> </a:t>
            </a:r>
            <a:r>
              <a:rPr lang="en-US" sz="3200" b="0" i="0" dirty="0">
                <a:latin typeface="Times New Roman" panose="02020603050405020304" pitchFamily="18" charset="0"/>
                <a:cs typeface="Times New Roman" panose="02020603050405020304" pitchFamily="18" charset="0"/>
                <a:sym typeface="+mn-ea"/>
              </a:rPr>
              <a:t>no </a:t>
            </a:r>
            <a:r>
              <a:rPr lang="en-US" sz="3200" b="0" i="0" spc="-5" dirty="0">
                <a:latin typeface="Times New Roman" panose="02020603050405020304" pitchFamily="18" charset="0"/>
                <a:cs typeface="Times New Roman" panose="02020603050405020304" pitchFamily="18" charset="0"/>
                <a:sym typeface="+mn-ea"/>
              </a:rPr>
              <a:t>return</a:t>
            </a:r>
            <a:r>
              <a:rPr lang="en-US" sz="3200" b="0" i="0" dirty="0">
                <a:latin typeface="Times New Roman" panose="02020603050405020304" pitchFamily="18" charset="0"/>
                <a:cs typeface="Times New Roman" panose="02020603050405020304" pitchFamily="18" charset="0"/>
                <a:sym typeface="+mn-ea"/>
              </a:rPr>
              <a:t> </a:t>
            </a:r>
            <a:r>
              <a:rPr lang="en-US" sz="3200" b="0" i="0" spc="-5" dirty="0">
                <a:latin typeface="Times New Roman" panose="02020603050405020304" pitchFamily="18" charset="0"/>
                <a:cs typeface="Times New Roman" panose="02020603050405020304" pitchFamily="18" charset="0"/>
                <a:sym typeface="+mn-ea"/>
              </a:rPr>
              <a:t>value</a:t>
            </a:r>
            <a:r>
              <a:rPr lang="en-US" sz="3200" b="0" i="0" spc="5" dirty="0">
                <a:latin typeface="Times New Roman" panose="02020603050405020304" pitchFamily="18" charset="0"/>
                <a:cs typeface="Times New Roman" panose="02020603050405020304" pitchFamily="18" charset="0"/>
                <a:sym typeface="+mn-ea"/>
              </a:rPr>
              <a:t> </a:t>
            </a:r>
            <a:r>
              <a:rPr lang="en-US" sz="3200" b="0" i="0" spc="-5" dirty="0">
                <a:latin typeface="Times New Roman" panose="02020603050405020304" pitchFamily="18" charset="0"/>
                <a:cs typeface="Times New Roman" panose="02020603050405020304" pitchFamily="18" charset="0"/>
                <a:sym typeface="+mn-ea"/>
              </a:rPr>
              <a:t>while print has</a:t>
            </a:r>
            <a:r>
              <a:rPr lang="en-US" sz="3200" b="0" i="0" spc="-10" dirty="0">
                <a:latin typeface="Times New Roman" panose="02020603050405020304" pitchFamily="18" charset="0"/>
                <a:cs typeface="Times New Roman" panose="02020603050405020304" pitchFamily="18" charset="0"/>
                <a:sym typeface="+mn-ea"/>
              </a:rPr>
              <a:t> </a:t>
            </a:r>
            <a:r>
              <a:rPr lang="en-US" sz="3200" b="0" i="0" spc="-5" dirty="0">
                <a:latin typeface="Times New Roman" panose="02020603050405020304" pitchFamily="18" charset="0"/>
                <a:cs typeface="Times New Roman" panose="02020603050405020304" pitchFamily="18" charset="0"/>
                <a:sym typeface="+mn-ea"/>
              </a:rPr>
              <a:t>a </a:t>
            </a:r>
            <a:r>
              <a:rPr lang="en-US" sz="3200" b="0" i="0" dirty="0">
                <a:latin typeface="Times New Roman" panose="02020603050405020304" pitchFamily="18" charset="0"/>
                <a:cs typeface="Times New Roman" panose="02020603050405020304" pitchFamily="18" charset="0"/>
                <a:sym typeface="+mn-ea"/>
              </a:rPr>
              <a:t>return</a:t>
            </a:r>
            <a:r>
              <a:rPr lang="en-US" sz="3200" b="0" i="0" spc="-10" dirty="0">
                <a:latin typeface="Times New Roman" panose="02020603050405020304" pitchFamily="18" charset="0"/>
                <a:cs typeface="Times New Roman" panose="02020603050405020304" pitchFamily="18" charset="0"/>
                <a:sym typeface="+mn-ea"/>
              </a:rPr>
              <a:t> </a:t>
            </a:r>
            <a:r>
              <a:rPr lang="en-US" sz="3200" b="0" i="0" spc="-5" dirty="0">
                <a:latin typeface="Times New Roman" panose="02020603050405020304" pitchFamily="18" charset="0"/>
                <a:cs typeface="Times New Roman" panose="02020603050405020304" pitchFamily="18" charset="0"/>
                <a:sym typeface="+mn-ea"/>
              </a:rPr>
              <a:t>value of</a:t>
            </a:r>
            <a:r>
              <a:rPr lang="en-US" sz="3200" b="0" i="0" dirty="0">
                <a:latin typeface="Times New Roman" panose="02020603050405020304" pitchFamily="18" charset="0"/>
                <a:cs typeface="Times New Roman" panose="02020603050405020304" pitchFamily="18" charset="0"/>
                <a:sym typeface="+mn-ea"/>
              </a:rPr>
              <a:t> </a:t>
            </a:r>
            <a:r>
              <a:rPr lang="en-US" sz="3200" b="0" i="0" spc="-5" dirty="0">
                <a:latin typeface="Times New Roman" panose="02020603050405020304" pitchFamily="18" charset="0"/>
                <a:cs typeface="Times New Roman" panose="02020603050405020304" pitchFamily="18" charset="0"/>
                <a:sym typeface="+mn-ea"/>
              </a:rPr>
              <a:t>1</a:t>
            </a:r>
            <a:r>
              <a:rPr lang="en-US" sz="3200" b="0" i="0" dirty="0">
                <a:latin typeface="Times New Roman" panose="02020603050405020304" pitchFamily="18" charset="0"/>
                <a:cs typeface="Times New Roman" panose="02020603050405020304" pitchFamily="18" charset="0"/>
                <a:sym typeface="+mn-ea"/>
              </a:rPr>
              <a:t> </a:t>
            </a:r>
            <a:r>
              <a:rPr lang="en-US" sz="3200" b="0" i="0" spc="-10" dirty="0">
                <a:latin typeface="Times New Roman" panose="02020603050405020304" pitchFamily="18" charset="0"/>
                <a:cs typeface="Times New Roman" panose="02020603050405020304" pitchFamily="18" charset="0"/>
                <a:sym typeface="+mn-ea"/>
              </a:rPr>
              <a:t>so</a:t>
            </a:r>
            <a:r>
              <a:rPr lang="en-US" sz="3200" b="0" i="0" spc="-5" dirty="0">
                <a:latin typeface="Times New Roman" panose="02020603050405020304" pitchFamily="18" charset="0"/>
                <a:cs typeface="Times New Roman" panose="02020603050405020304" pitchFamily="18" charset="0"/>
                <a:sym typeface="+mn-ea"/>
              </a:rPr>
              <a:t> </a:t>
            </a:r>
            <a:r>
              <a:rPr lang="en-US" sz="3200" b="0" i="0" dirty="0">
                <a:latin typeface="Times New Roman" panose="02020603050405020304" pitchFamily="18" charset="0"/>
                <a:cs typeface="Times New Roman" panose="02020603050405020304" pitchFamily="18" charset="0"/>
                <a:sym typeface="+mn-ea"/>
              </a:rPr>
              <a:t>it</a:t>
            </a:r>
            <a:r>
              <a:rPr lang="en-US" sz="3200" b="0" i="0" spc="5" dirty="0">
                <a:latin typeface="Times New Roman" panose="02020603050405020304" pitchFamily="18" charset="0"/>
                <a:cs typeface="Times New Roman" panose="02020603050405020304" pitchFamily="18" charset="0"/>
                <a:sym typeface="+mn-ea"/>
              </a:rPr>
              <a:t> </a:t>
            </a:r>
            <a:r>
              <a:rPr lang="en-US" sz="3200" b="0" i="0" spc="-10" dirty="0">
                <a:latin typeface="Times New Roman" panose="02020603050405020304" pitchFamily="18" charset="0"/>
                <a:cs typeface="Times New Roman" panose="02020603050405020304" pitchFamily="18" charset="0"/>
                <a:sym typeface="+mn-ea"/>
              </a:rPr>
              <a:t>can</a:t>
            </a:r>
            <a:r>
              <a:rPr lang="en-US" sz="3200" b="0" i="0" spc="-5" dirty="0">
                <a:latin typeface="Times New Roman" panose="02020603050405020304" pitchFamily="18" charset="0"/>
                <a:cs typeface="Times New Roman" panose="02020603050405020304" pitchFamily="18" charset="0"/>
                <a:sym typeface="+mn-ea"/>
              </a:rPr>
              <a:t> be</a:t>
            </a:r>
            <a:r>
              <a:rPr lang="en-US" sz="3200" b="0" i="0" dirty="0">
                <a:latin typeface="Times New Roman" panose="02020603050405020304" pitchFamily="18" charset="0"/>
                <a:cs typeface="Times New Roman" panose="02020603050405020304" pitchFamily="18" charset="0"/>
                <a:sym typeface="+mn-ea"/>
              </a:rPr>
              <a:t> </a:t>
            </a:r>
            <a:r>
              <a:rPr lang="en-US" sz="3200" b="0" i="0" spc="-5" dirty="0">
                <a:latin typeface="Times New Roman" panose="02020603050405020304" pitchFamily="18" charset="0"/>
                <a:cs typeface="Times New Roman" panose="02020603050405020304" pitchFamily="18" charset="0"/>
                <a:sym typeface="+mn-ea"/>
              </a:rPr>
              <a:t>used</a:t>
            </a:r>
            <a:r>
              <a:rPr lang="en-US" sz="3200" b="0" i="0" dirty="0">
                <a:latin typeface="Times New Roman" panose="02020603050405020304" pitchFamily="18" charset="0"/>
                <a:cs typeface="Times New Roman" panose="02020603050405020304" pitchFamily="18" charset="0"/>
                <a:sym typeface="+mn-ea"/>
              </a:rPr>
              <a:t> </a:t>
            </a:r>
            <a:r>
              <a:rPr lang="en-US" sz="3200" b="0" i="0" spc="-5" dirty="0">
                <a:latin typeface="Times New Roman" panose="02020603050405020304" pitchFamily="18" charset="0"/>
                <a:cs typeface="Times New Roman" panose="02020603050405020304" pitchFamily="18" charset="0"/>
                <a:sym typeface="+mn-ea"/>
              </a:rPr>
              <a:t>in</a:t>
            </a:r>
            <a:r>
              <a:rPr lang="en-US" sz="3200" b="0" i="0" dirty="0">
                <a:latin typeface="Times New Roman" panose="02020603050405020304" pitchFamily="18" charset="0"/>
                <a:cs typeface="Times New Roman" panose="02020603050405020304" pitchFamily="18" charset="0"/>
                <a:sym typeface="+mn-ea"/>
              </a:rPr>
              <a:t> </a:t>
            </a:r>
            <a:r>
              <a:rPr lang="en-US" sz="3200" b="0" i="0" spc="-5" dirty="0">
                <a:latin typeface="Times New Roman" panose="02020603050405020304" pitchFamily="18" charset="0"/>
                <a:cs typeface="Times New Roman" panose="02020603050405020304" pitchFamily="18" charset="0"/>
                <a:sym typeface="+mn-ea"/>
              </a:rPr>
              <a:t>expressions.</a:t>
            </a:r>
            <a:endParaRPr lang="en-US" sz="3200" spc="-5" dirty="0">
              <a:latin typeface="Times New Roman" panose="02020603050405020304" pitchFamily="18" charset="0"/>
              <a:cs typeface="Times New Roman" panose="02020603050405020304" pitchFamily="18" charset="0"/>
              <a:sym typeface="+mn-ea"/>
            </a:endParaRPr>
          </a:p>
          <a:p>
            <a:pPr marL="457200" indent="-457200">
              <a:buFont typeface="Arial" panose="020B0604020202020204" pitchFamily="34" charset="0"/>
              <a:buChar char="•"/>
            </a:pPr>
            <a:r>
              <a:rPr lang="en-US" sz="3200" b="0" i="0" spc="-5" dirty="0">
                <a:latin typeface="Times New Roman" panose="02020603050405020304" pitchFamily="18" charset="0"/>
                <a:cs typeface="Times New Roman" panose="02020603050405020304" pitchFamily="18" charset="0"/>
                <a:sym typeface="+mn-ea"/>
              </a:rPr>
              <a:t>echo</a:t>
            </a:r>
            <a:r>
              <a:rPr lang="en-US" sz="3200" b="0" i="0" dirty="0">
                <a:latin typeface="Times New Roman" panose="02020603050405020304" pitchFamily="18" charset="0"/>
                <a:cs typeface="Times New Roman" panose="02020603050405020304" pitchFamily="18" charset="0"/>
                <a:sym typeface="+mn-ea"/>
              </a:rPr>
              <a:t> </a:t>
            </a:r>
            <a:r>
              <a:rPr lang="en-US" sz="3200" b="0" i="0" spc="-10" dirty="0">
                <a:latin typeface="Times New Roman" panose="02020603050405020304" pitchFamily="18" charset="0"/>
                <a:cs typeface="Times New Roman" panose="02020603050405020304" pitchFamily="18" charset="0"/>
                <a:sym typeface="+mn-ea"/>
              </a:rPr>
              <a:t>can</a:t>
            </a:r>
            <a:r>
              <a:rPr lang="en-US" sz="3200" b="0" i="0" spc="-5" dirty="0">
                <a:latin typeface="Times New Roman" panose="02020603050405020304" pitchFamily="18" charset="0"/>
                <a:cs typeface="Times New Roman" panose="02020603050405020304" pitchFamily="18" charset="0"/>
                <a:sym typeface="+mn-ea"/>
              </a:rPr>
              <a:t> </a:t>
            </a:r>
            <a:r>
              <a:rPr lang="en-US" sz="3200" b="0" i="0" dirty="0">
                <a:latin typeface="Times New Roman" panose="02020603050405020304" pitchFamily="18" charset="0"/>
                <a:cs typeface="Times New Roman" panose="02020603050405020304" pitchFamily="18" charset="0"/>
                <a:sym typeface="+mn-ea"/>
              </a:rPr>
              <a:t>take</a:t>
            </a:r>
            <a:r>
              <a:rPr lang="en-US" sz="3200" b="0" i="0" spc="5" dirty="0">
                <a:latin typeface="Times New Roman" panose="02020603050405020304" pitchFamily="18" charset="0"/>
                <a:cs typeface="Times New Roman" panose="02020603050405020304" pitchFamily="18" charset="0"/>
                <a:sym typeface="+mn-ea"/>
              </a:rPr>
              <a:t> </a:t>
            </a:r>
            <a:r>
              <a:rPr lang="en-US" sz="3200" b="0" i="0" spc="-5" dirty="0">
                <a:latin typeface="Times New Roman" panose="02020603050405020304" pitchFamily="18" charset="0"/>
                <a:cs typeface="Times New Roman" panose="02020603050405020304" pitchFamily="18" charset="0"/>
                <a:sym typeface="+mn-ea"/>
              </a:rPr>
              <a:t>multiple</a:t>
            </a:r>
            <a:r>
              <a:rPr lang="en-US" sz="3200" b="0" i="0" spc="320" dirty="0">
                <a:latin typeface="Times New Roman" panose="02020603050405020304" pitchFamily="18" charset="0"/>
                <a:cs typeface="Times New Roman" panose="02020603050405020304" pitchFamily="18" charset="0"/>
                <a:sym typeface="+mn-ea"/>
              </a:rPr>
              <a:t> </a:t>
            </a:r>
            <a:r>
              <a:rPr lang="en-US" sz="3200" b="0" i="0" spc="-5" dirty="0">
                <a:latin typeface="Times New Roman" panose="02020603050405020304" pitchFamily="18" charset="0"/>
                <a:cs typeface="Times New Roman" panose="02020603050405020304" pitchFamily="18" charset="0"/>
                <a:sym typeface="+mn-ea"/>
              </a:rPr>
              <a:t>parameters </a:t>
            </a:r>
            <a:r>
              <a:rPr lang="en-US" sz="3200" b="0" i="0" dirty="0">
                <a:latin typeface="Times New Roman" panose="02020603050405020304" pitchFamily="18" charset="0"/>
                <a:cs typeface="Times New Roman" panose="02020603050405020304" pitchFamily="18" charset="0"/>
                <a:sym typeface="+mn-ea"/>
              </a:rPr>
              <a:t> </a:t>
            </a:r>
            <a:r>
              <a:rPr lang="en-US" sz="3200" b="0" i="0" spc="-5" dirty="0">
                <a:latin typeface="Times New Roman" panose="02020603050405020304" pitchFamily="18" charset="0"/>
                <a:cs typeface="Times New Roman" panose="02020603050405020304" pitchFamily="18" charset="0"/>
                <a:sym typeface="+mn-ea"/>
              </a:rPr>
              <a:t>(although</a:t>
            </a:r>
            <a:r>
              <a:rPr lang="en-US" sz="3200" b="0" i="0" dirty="0">
                <a:latin typeface="Times New Roman" panose="02020603050405020304" pitchFamily="18" charset="0"/>
                <a:cs typeface="Times New Roman" panose="02020603050405020304" pitchFamily="18" charset="0"/>
                <a:sym typeface="+mn-ea"/>
              </a:rPr>
              <a:t> </a:t>
            </a:r>
            <a:r>
              <a:rPr lang="en-US" sz="3200" b="0" i="0" spc="-5" dirty="0">
                <a:latin typeface="Times New Roman" panose="02020603050405020304" pitchFamily="18" charset="0"/>
                <a:cs typeface="Times New Roman" panose="02020603050405020304" pitchFamily="18" charset="0"/>
                <a:sym typeface="+mn-ea"/>
              </a:rPr>
              <a:t>such</a:t>
            </a:r>
            <a:r>
              <a:rPr lang="en-US" sz="3200" b="0" i="0" dirty="0">
                <a:latin typeface="Times New Roman" panose="02020603050405020304" pitchFamily="18" charset="0"/>
                <a:cs typeface="Times New Roman" panose="02020603050405020304" pitchFamily="18" charset="0"/>
                <a:sym typeface="+mn-ea"/>
              </a:rPr>
              <a:t> </a:t>
            </a:r>
            <a:r>
              <a:rPr lang="en-US" sz="3200" b="0" i="0" spc="-5" dirty="0">
                <a:latin typeface="Times New Roman" panose="02020603050405020304" pitchFamily="18" charset="0"/>
                <a:cs typeface="Times New Roman" panose="02020603050405020304" pitchFamily="18" charset="0"/>
                <a:sym typeface="+mn-ea"/>
              </a:rPr>
              <a:t>usage</a:t>
            </a:r>
            <a:r>
              <a:rPr lang="en-US" sz="3200" b="0" i="0" dirty="0">
                <a:latin typeface="Times New Roman" panose="02020603050405020304" pitchFamily="18" charset="0"/>
                <a:cs typeface="Times New Roman" panose="02020603050405020304" pitchFamily="18" charset="0"/>
                <a:sym typeface="+mn-ea"/>
              </a:rPr>
              <a:t> </a:t>
            </a:r>
            <a:r>
              <a:rPr lang="en-US" sz="3200" b="0" i="0" spc="-5" dirty="0">
                <a:latin typeface="Times New Roman" panose="02020603050405020304" pitchFamily="18" charset="0"/>
                <a:cs typeface="Times New Roman" panose="02020603050405020304" pitchFamily="18" charset="0"/>
                <a:sym typeface="+mn-ea"/>
              </a:rPr>
              <a:t>is</a:t>
            </a:r>
            <a:r>
              <a:rPr lang="en-US" sz="3200" b="0" i="0" dirty="0">
                <a:latin typeface="Times New Roman" panose="02020603050405020304" pitchFamily="18" charset="0"/>
                <a:cs typeface="Times New Roman" panose="02020603050405020304" pitchFamily="18" charset="0"/>
                <a:sym typeface="+mn-ea"/>
              </a:rPr>
              <a:t> </a:t>
            </a:r>
            <a:r>
              <a:rPr lang="en-US" sz="3200" b="0" i="0" spc="-5" dirty="0">
                <a:latin typeface="Times New Roman" panose="02020603050405020304" pitchFamily="18" charset="0"/>
                <a:cs typeface="Times New Roman" panose="02020603050405020304" pitchFamily="18" charset="0"/>
                <a:sym typeface="+mn-ea"/>
              </a:rPr>
              <a:t>rare)</a:t>
            </a:r>
            <a:r>
              <a:rPr lang="en-US" sz="3200" b="0" i="0" dirty="0">
                <a:latin typeface="Times New Roman" panose="02020603050405020304" pitchFamily="18" charset="0"/>
                <a:cs typeface="Times New Roman" panose="02020603050405020304" pitchFamily="18" charset="0"/>
                <a:sym typeface="+mn-ea"/>
              </a:rPr>
              <a:t> </a:t>
            </a:r>
            <a:r>
              <a:rPr lang="en-US" sz="3200" b="0" i="0" spc="-5" dirty="0">
                <a:latin typeface="Times New Roman" panose="02020603050405020304" pitchFamily="18" charset="0"/>
                <a:cs typeface="Times New Roman" panose="02020603050405020304" pitchFamily="18" charset="0"/>
                <a:sym typeface="+mn-ea"/>
              </a:rPr>
              <a:t>while</a:t>
            </a:r>
            <a:r>
              <a:rPr lang="en-US" sz="3200" b="0" i="0" dirty="0">
                <a:latin typeface="Times New Roman" panose="02020603050405020304" pitchFamily="18" charset="0"/>
                <a:cs typeface="Times New Roman" panose="02020603050405020304" pitchFamily="18" charset="0"/>
                <a:sym typeface="+mn-ea"/>
              </a:rPr>
              <a:t> </a:t>
            </a:r>
            <a:r>
              <a:rPr lang="en-US" sz="3200" b="0" i="0" spc="-5" dirty="0">
                <a:solidFill>
                  <a:srgbClr val="DC123A"/>
                </a:solidFill>
                <a:latin typeface="Times New Roman" panose="02020603050405020304" pitchFamily="18" charset="0"/>
                <a:cs typeface="Times New Roman" panose="02020603050405020304" pitchFamily="18" charset="0"/>
                <a:sym typeface="+mn-ea"/>
              </a:rPr>
              <a:t>print</a:t>
            </a:r>
            <a:r>
              <a:rPr lang="en-US" sz="3200" b="0" i="0" dirty="0">
                <a:solidFill>
                  <a:srgbClr val="DC123A"/>
                </a:solidFill>
                <a:latin typeface="Times New Roman" panose="02020603050405020304" pitchFamily="18" charset="0"/>
                <a:cs typeface="Times New Roman" panose="02020603050405020304" pitchFamily="18" charset="0"/>
                <a:sym typeface="+mn-ea"/>
              </a:rPr>
              <a:t> </a:t>
            </a:r>
            <a:r>
              <a:rPr lang="en-US" sz="3200" b="0" i="0" spc="-5" dirty="0">
                <a:latin typeface="Times New Roman" panose="02020603050405020304" pitchFamily="18" charset="0"/>
                <a:cs typeface="Times New Roman" panose="02020603050405020304" pitchFamily="18" charset="0"/>
                <a:sym typeface="+mn-ea"/>
              </a:rPr>
              <a:t>can</a:t>
            </a:r>
            <a:r>
              <a:rPr lang="en-US" sz="3200" b="0" i="0" dirty="0">
                <a:latin typeface="Times New Roman" panose="02020603050405020304" pitchFamily="18" charset="0"/>
                <a:cs typeface="Times New Roman" panose="02020603050405020304" pitchFamily="18" charset="0"/>
                <a:sym typeface="+mn-ea"/>
              </a:rPr>
              <a:t> </a:t>
            </a:r>
            <a:r>
              <a:rPr lang="en-US" sz="3200" b="0" i="0" spc="-5" dirty="0">
                <a:latin typeface="Times New Roman" panose="02020603050405020304" pitchFamily="18" charset="0"/>
                <a:cs typeface="Times New Roman" panose="02020603050405020304" pitchFamily="18" charset="0"/>
                <a:sym typeface="+mn-ea"/>
              </a:rPr>
              <a:t>take</a:t>
            </a:r>
            <a:r>
              <a:rPr lang="en-US" sz="3200" b="0" i="0" dirty="0">
                <a:latin typeface="Times New Roman" panose="02020603050405020304" pitchFamily="18" charset="0"/>
                <a:cs typeface="Times New Roman" panose="02020603050405020304" pitchFamily="18" charset="0"/>
                <a:sym typeface="+mn-ea"/>
              </a:rPr>
              <a:t> </a:t>
            </a:r>
            <a:r>
              <a:rPr lang="en-US" sz="3200" b="0" i="0" spc="-5" dirty="0">
                <a:latin typeface="Times New Roman" panose="02020603050405020304" pitchFamily="18" charset="0"/>
                <a:cs typeface="Times New Roman" panose="02020603050405020304" pitchFamily="18" charset="0"/>
                <a:sym typeface="+mn-ea"/>
              </a:rPr>
              <a:t>one</a:t>
            </a:r>
            <a:r>
              <a:rPr lang="en-US" sz="3200" b="0" i="0" dirty="0">
                <a:latin typeface="Times New Roman" panose="02020603050405020304" pitchFamily="18" charset="0"/>
                <a:cs typeface="Times New Roman" panose="02020603050405020304" pitchFamily="18" charset="0"/>
                <a:sym typeface="+mn-ea"/>
              </a:rPr>
              <a:t> </a:t>
            </a:r>
            <a:r>
              <a:rPr lang="en-US" sz="3200" b="0" i="0" spc="-5" dirty="0">
                <a:latin typeface="Times New Roman" panose="02020603050405020304" pitchFamily="18" charset="0"/>
                <a:cs typeface="Times New Roman" panose="02020603050405020304" pitchFamily="18" charset="0"/>
                <a:sym typeface="+mn-ea"/>
              </a:rPr>
              <a:t>argument.</a:t>
            </a:r>
            <a:r>
              <a:rPr lang="en-US" sz="3200" b="0" i="0" dirty="0">
                <a:latin typeface="Times New Roman" panose="02020603050405020304" pitchFamily="18" charset="0"/>
                <a:cs typeface="Times New Roman" panose="02020603050405020304" pitchFamily="18" charset="0"/>
                <a:sym typeface="+mn-ea"/>
              </a:rPr>
              <a:t> </a:t>
            </a:r>
            <a:r>
              <a:rPr lang="en-US" sz="3200" b="0" i="0" spc="-5" dirty="0">
                <a:solidFill>
                  <a:srgbClr val="DC123A"/>
                </a:solidFill>
                <a:latin typeface="Times New Roman" panose="02020603050405020304" pitchFamily="18" charset="0"/>
                <a:cs typeface="Times New Roman" panose="02020603050405020304" pitchFamily="18" charset="0"/>
                <a:sym typeface="+mn-ea"/>
              </a:rPr>
              <a:t>echo</a:t>
            </a:r>
            <a:r>
              <a:rPr lang="en-US" sz="3200" b="0" i="0" dirty="0">
                <a:solidFill>
                  <a:srgbClr val="DC123A"/>
                </a:solidFill>
                <a:latin typeface="Times New Roman" panose="02020603050405020304" pitchFamily="18" charset="0"/>
                <a:cs typeface="Times New Roman" panose="02020603050405020304" pitchFamily="18" charset="0"/>
                <a:sym typeface="+mn-ea"/>
              </a:rPr>
              <a:t> </a:t>
            </a:r>
            <a:r>
              <a:rPr lang="en-US" sz="3200" b="0" i="0" spc="-5" dirty="0">
                <a:latin typeface="Times New Roman" panose="02020603050405020304" pitchFamily="18" charset="0"/>
                <a:cs typeface="Times New Roman" panose="02020603050405020304" pitchFamily="18" charset="0"/>
                <a:sym typeface="+mn-ea"/>
              </a:rPr>
              <a:t>is </a:t>
            </a:r>
            <a:r>
              <a:rPr lang="en-US" sz="3200" b="0" i="0" dirty="0">
                <a:latin typeface="Times New Roman" panose="02020603050405020304" pitchFamily="18" charset="0"/>
                <a:cs typeface="Times New Roman" panose="02020603050405020304" pitchFamily="18" charset="0"/>
                <a:sym typeface="+mn-ea"/>
              </a:rPr>
              <a:t> </a:t>
            </a:r>
            <a:r>
              <a:rPr lang="en-US" sz="3200" b="0" i="0" spc="-5" dirty="0">
                <a:latin typeface="Times New Roman" panose="02020603050405020304" pitchFamily="18" charset="0"/>
                <a:cs typeface="Times New Roman" panose="02020603050405020304" pitchFamily="18" charset="0"/>
                <a:sym typeface="+mn-ea"/>
              </a:rPr>
              <a:t>marginally</a:t>
            </a:r>
            <a:r>
              <a:rPr lang="en-US" sz="3200" b="0" i="0" spc="-20" dirty="0">
                <a:latin typeface="Times New Roman" panose="02020603050405020304" pitchFamily="18" charset="0"/>
                <a:cs typeface="Times New Roman" panose="02020603050405020304" pitchFamily="18" charset="0"/>
                <a:sym typeface="+mn-ea"/>
              </a:rPr>
              <a:t> </a:t>
            </a:r>
            <a:r>
              <a:rPr lang="en-US" sz="3200" b="0" i="0" dirty="0">
                <a:latin typeface="Times New Roman" panose="02020603050405020304" pitchFamily="18" charset="0"/>
                <a:cs typeface="Times New Roman" panose="02020603050405020304" pitchFamily="18" charset="0"/>
                <a:sym typeface="+mn-ea"/>
              </a:rPr>
              <a:t>faster </a:t>
            </a:r>
            <a:r>
              <a:rPr lang="en-US" sz="3200" b="0" i="0" spc="-5" dirty="0">
                <a:latin typeface="Times New Roman" panose="02020603050405020304" pitchFamily="18" charset="0"/>
                <a:cs typeface="Times New Roman" panose="02020603050405020304" pitchFamily="18" charset="0"/>
                <a:sym typeface="+mn-ea"/>
              </a:rPr>
              <a:t>than</a:t>
            </a:r>
            <a:r>
              <a:rPr lang="en-US" sz="3200" b="0" i="0" spc="30" dirty="0">
                <a:latin typeface="Times New Roman" panose="02020603050405020304" pitchFamily="18" charset="0"/>
                <a:cs typeface="Times New Roman" panose="02020603050405020304" pitchFamily="18" charset="0"/>
                <a:sym typeface="+mn-ea"/>
              </a:rPr>
              <a:t> </a:t>
            </a:r>
            <a:r>
              <a:rPr lang="en-US" sz="3200" b="0" i="0" spc="-5" dirty="0">
                <a:solidFill>
                  <a:srgbClr val="DC123A"/>
                </a:solidFill>
                <a:latin typeface="Times New Roman" panose="02020603050405020304" pitchFamily="18" charset="0"/>
                <a:cs typeface="Times New Roman" panose="02020603050405020304" pitchFamily="18" charset="0"/>
                <a:sym typeface="+mn-ea"/>
              </a:rPr>
              <a:t>print</a:t>
            </a:r>
            <a:r>
              <a:rPr lang="en-US" sz="3200" spc="-5" dirty="0">
                <a:latin typeface="Arial MT"/>
                <a:cs typeface="Arial MT"/>
                <a:sym typeface="+mn-ea"/>
              </a:rPr>
              <a:t>.</a:t>
            </a:r>
            <a:endParaRPr lang="en-IN" sz="3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800" b="0" i="0" spc="-5" dirty="0">
                <a:highlight>
                  <a:srgbClr val="FFFF00"/>
                </a:highlight>
                <a:latin typeface="Times New Roman" panose="02020603050405020304" pitchFamily="18" charset="0"/>
                <a:cs typeface="Times New Roman" panose="02020603050405020304" pitchFamily="18" charset="0"/>
                <a:sym typeface="+mn-ea"/>
              </a:rPr>
              <a:t>PHP</a:t>
            </a:r>
            <a:r>
              <a:rPr sz="3800" b="0" i="0" spc="-30" dirty="0">
                <a:highlight>
                  <a:srgbClr val="FFFF00"/>
                </a:highlight>
                <a:latin typeface="Times New Roman" panose="02020603050405020304" pitchFamily="18" charset="0"/>
                <a:cs typeface="Times New Roman" panose="02020603050405020304" pitchFamily="18" charset="0"/>
                <a:sym typeface="+mn-ea"/>
              </a:rPr>
              <a:t> </a:t>
            </a:r>
            <a:r>
              <a:rPr sz="3800" b="0" i="0" spc="-5" dirty="0">
                <a:highlight>
                  <a:srgbClr val="FFFF00"/>
                </a:highlight>
                <a:latin typeface="Times New Roman" panose="02020603050405020304" pitchFamily="18" charset="0"/>
                <a:cs typeface="Times New Roman" panose="02020603050405020304" pitchFamily="18" charset="0"/>
                <a:sym typeface="+mn-ea"/>
              </a:rPr>
              <a:t>Object</a:t>
            </a:r>
            <a:r>
              <a:rPr sz="3800" b="0" i="0" dirty="0">
                <a:latin typeface="Times New Roman" panose="02020603050405020304" pitchFamily="18" charset="0"/>
                <a:cs typeface="Times New Roman" panose="02020603050405020304" pitchFamily="18" charset="0"/>
              </a:rPr>
              <a:t/>
            </a:r>
            <a:br>
              <a:rPr sz="3800" b="0" i="0" dirty="0">
                <a:latin typeface="Times New Roman" panose="02020603050405020304" pitchFamily="18" charset="0"/>
                <a:cs typeface="Times New Roman" panose="02020603050405020304" pitchFamily="18" charset="0"/>
              </a:rPr>
            </a:br>
            <a:r>
              <a:rPr sz="3800" b="0" i="0" dirty="0">
                <a:latin typeface="Times New Roman" panose="02020603050405020304" pitchFamily="18" charset="0"/>
                <a:cs typeface="Times New Roman" panose="02020603050405020304" pitchFamily="18" charset="0"/>
              </a:rPr>
              <a:t/>
            </a:r>
            <a:br>
              <a:rPr sz="3800" b="0" i="0" dirty="0">
                <a:latin typeface="Times New Roman" panose="02020603050405020304" pitchFamily="18" charset="0"/>
                <a:cs typeface="Times New Roman" panose="02020603050405020304" pitchFamily="18" charset="0"/>
              </a:rPr>
            </a:br>
            <a:endParaRPr lang="en-US" sz="3800" b="0" i="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5B83B47F-5C8D-E940-F4FE-4A1244F73ED3}"/>
              </a:ext>
            </a:extLst>
          </p:cNvPr>
          <p:cNvSpPr>
            <a:spLocks noGrp="1"/>
          </p:cNvSpPr>
          <p:nvPr>
            <p:ph type="sldNum" idx="4"/>
          </p:nvPr>
        </p:nvSpPr>
        <p:spPr/>
        <p:txBody>
          <a:bodyPr/>
          <a:lstStyle/>
          <a:p>
            <a:pPr algn="r">
              <a:buNone/>
            </a:pPr>
            <a:fld id="{9A0DB2DC-4C9A-4742-B13C-FB6460FD3503}" type="slidenum">
              <a:rPr lang="en-GB" altLang="en-US" smtClean="0"/>
              <a:pPr algn="r">
                <a:buNone/>
              </a:pPr>
              <a:t>39</a:t>
            </a:fld>
            <a:endParaRPr lang="en-GB" altLang="en-US" dirty="0"/>
          </a:p>
        </p:txBody>
      </p:sp>
      <p:sp>
        <p:nvSpPr>
          <p:cNvPr id="5" name="TextBox 4">
            <a:extLst>
              <a:ext uri="{FF2B5EF4-FFF2-40B4-BE49-F238E27FC236}">
                <a16:creationId xmlns:a16="http://schemas.microsoft.com/office/drawing/2014/main" xmlns="" id="{9DEBC8B3-BCCC-14CD-9E00-69FE0C08AE2D}"/>
              </a:ext>
            </a:extLst>
          </p:cNvPr>
          <p:cNvSpPr txBox="1"/>
          <p:nvPr/>
        </p:nvSpPr>
        <p:spPr>
          <a:xfrm>
            <a:off x="494519" y="1417109"/>
            <a:ext cx="8913839" cy="5078313"/>
          </a:xfrm>
          <a:prstGeom prst="rect">
            <a:avLst/>
          </a:prstGeom>
          <a:noFill/>
        </p:spPr>
        <p:txBody>
          <a:bodyPr wrap="square">
            <a:spAutoFit/>
          </a:bodyPr>
          <a:lstStyle/>
          <a:p>
            <a:pPr marL="571500" indent="-571500" algn="just">
              <a:buFont typeface="Arial" panose="020B0604020202020204" pitchFamily="34" charset="0"/>
              <a:buChar char="•"/>
            </a:pPr>
            <a:r>
              <a:rPr lang="en-US" sz="3600" b="0" i="0" spc="-5" dirty="0">
                <a:latin typeface="Times New Roman" panose="02020603050405020304" pitchFamily="18" charset="0"/>
                <a:cs typeface="Times New Roman" panose="02020603050405020304" pitchFamily="18" charset="0"/>
                <a:sym typeface="+mn-ea"/>
              </a:rPr>
              <a:t>An</a:t>
            </a:r>
            <a:r>
              <a:rPr lang="en-US" sz="3600" b="0" i="0" dirty="0">
                <a:latin typeface="Times New Roman" panose="02020603050405020304" pitchFamily="18" charset="0"/>
                <a:cs typeface="Times New Roman" panose="02020603050405020304" pitchFamily="18" charset="0"/>
                <a:sym typeface="+mn-ea"/>
              </a:rPr>
              <a:t> </a:t>
            </a:r>
            <a:r>
              <a:rPr lang="en-US" sz="3600" b="0" i="0" spc="-5" dirty="0">
                <a:latin typeface="Times New Roman" panose="02020603050405020304" pitchFamily="18" charset="0"/>
                <a:cs typeface="Times New Roman" panose="02020603050405020304" pitchFamily="18" charset="0"/>
                <a:sym typeface="+mn-ea"/>
              </a:rPr>
              <a:t>object</a:t>
            </a:r>
            <a:r>
              <a:rPr lang="en-US" sz="3600" b="0" i="0" spc="5" dirty="0">
                <a:latin typeface="Times New Roman" panose="02020603050405020304" pitchFamily="18" charset="0"/>
                <a:cs typeface="Times New Roman" panose="02020603050405020304" pitchFamily="18" charset="0"/>
                <a:sym typeface="+mn-ea"/>
              </a:rPr>
              <a:t> </a:t>
            </a:r>
            <a:r>
              <a:rPr lang="en-US" sz="3600" b="0" i="0" spc="-5" dirty="0">
                <a:latin typeface="Times New Roman" panose="02020603050405020304" pitchFamily="18" charset="0"/>
                <a:cs typeface="Times New Roman" panose="02020603050405020304" pitchFamily="18" charset="0"/>
                <a:sym typeface="+mn-ea"/>
              </a:rPr>
              <a:t>is a</a:t>
            </a:r>
            <a:r>
              <a:rPr lang="en-US" sz="3600" b="0" i="0" spc="5" dirty="0">
                <a:latin typeface="Times New Roman" panose="02020603050405020304" pitchFamily="18" charset="0"/>
                <a:cs typeface="Times New Roman" panose="02020603050405020304" pitchFamily="18" charset="0"/>
                <a:sym typeface="+mn-ea"/>
              </a:rPr>
              <a:t> </a:t>
            </a:r>
            <a:r>
              <a:rPr lang="en-US" sz="3600" b="0" i="0" spc="-5" dirty="0">
                <a:latin typeface="Times New Roman" panose="02020603050405020304" pitchFamily="18" charset="0"/>
                <a:cs typeface="Times New Roman" panose="02020603050405020304" pitchFamily="18" charset="0"/>
                <a:sym typeface="+mn-ea"/>
              </a:rPr>
              <a:t>data</a:t>
            </a:r>
            <a:r>
              <a:rPr lang="en-US" sz="3600" b="0" i="0" dirty="0">
                <a:latin typeface="Times New Roman" panose="02020603050405020304" pitchFamily="18" charset="0"/>
                <a:cs typeface="Times New Roman" panose="02020603050405020304" pitchFamily="18" charset="0"/>
                <a:sym typeface="+mn-ea"/>
              </a:rPr>
              <a:t> </a:t>
            </a:r>
            <a:r>
              <a:rPr lang="en-US" sz="3600" b="0" i="0" spc="-5" dirty="0">
                <a:latin typeface="Times New Roman" panose="02020603050405020304" pitchFamily="18" charset="0"/>
                <a:cs typeface="Times New Roman" panose="02020603050405020304" pitchFamily="18" charset="0"/>
                <a:sym typeface="+mn-ea"/>
              </a:rPr>
              <a:t>type</a:t>
            </a:r>
            <a:r>
              <a:rPr lang="en-US" sz="3600" b="0" i="0" spc="5" dirty="0">
                <a:latin typeface="Times New Roman" panose="02020603050405020304" pitchFamily="18" charset="0"/>
                <a:cs typeface="Times New Roman" panose="02020603050405020304" pitchFamily="18" charset="0"/>
                <a:sym typeface="+mn-ea"/>
              </a:rPr>
              <a:t> </a:t>
            </a:r>
            <a:r>
              <a:rPr lang="en-US" sz="3600" b="0" i="0" spc="-5" dirty="0">
                <a:latin typeface="Times New Roman" panose="02020603050405020304" pitchFamily="18" charset="0"/>
                <a:cs typeface="Times New Roman" panose="02020603050405020304" pitchFamily="18" charset="0"/>
                <a:sym typeface="+mn-ea"/>
              </a:rPr>
              <a:t>which</a:t>
            </a:r>
            <a:r>
              <a:rPr lang="en-US" sz="3600" b="0" i="0" dirty="0">
                <a:latin typeface="Times New Roman" panose="02020603050405020304" pitchFamily="18" charset="0"/>
                <a:cs typeface="Times New Roman" panose="02020603050405020304" pitchFamily="18" charset="0"/>
                <a:sym typeface="+mn-ea"/>
              </a:rPr>
              <a:t> stores</a:t>
            </a:r>
            <a:r>
              <a:rPr lang="en-US" sz="3600" b="0" i="0" spc="5" dirty="0">
                <a:latin typeface="Times New Roman" panose="02020603050405020304" pitchFamily="18" charset="0"/>
                <a:cs typeface="Times New Roman" panose="02020603050405020304" pitchFamily="18" charset="0"/>
                <a:sym typeface="+mn-ea"/>
              </a:rPr>
              <a:t> </a:t>
            </a:r>
            <a:r>
              <a:rPr lang="en-US" sz="3600" b="0" i="0" spc="-5" dirty="0">
                <a:latin typeface="Times New Roman" panose="02020603050405020304" pitchFamily="18" charset="0"/>
                <a:cs typeface="Times New Roman" panose="02020603050405020304" pitchFamily="18" charset="0"/>
                <a:sym typeface="+mn-ea"/>
              </a:rPr>
              <a:t>data</a:t>
            </a:r>
            <a:r>
              <a:rPr lang="en-US" sz="3600" b="0" i="0" dirty="0">
                <a:latin typeface="Times New Roman" panose="02020603050405020304" pitchFamily="18" charset="0"/>
                <a:cs typeface="Times New Roman" panose="02020603050405020304" pitchFamily="18" charset="0"/>
                <a:sym typeface="+mn-ea"/>
              </a:rPr>
              <a:t> </a:t>
            </a:r>
            <a:r>
              <a:rPr lang="en-US" sz="3600" b="0" i="0" spc="-5" dirty="0">
                <a:latin typeface="Times New Roman" panose="02020603050405020304" pitchFamily="18" charset="0"/>
                <a:cs typeface="Times New Roman" panose="02020603050405020304" pitchFamily="18" charset="0"/>
                <a:sym typeface="+mn-ea"/>
              </a:rPr>
              <a:t>and</a:t>
            </a:r>
            <a:r>
              <a:rPr lang="en-US" sz="3600" b="0" i="0" spc="5" dirty="0">
                <a:latin typeface="Times New Roman" panose="02020603050405020304" pitchFamily="18" charset="0"/>
                <a:cs typeface="Times New Roman" panose="02020603050405020304" pitchFamily="18" charset="0"/>
                <a:sym typeface="+mn-ea"/>
              </a:rPr>
              <a:t> </a:t>
            </a:r>
            <a:r>
              <a:rPr lang="en-US" sz="3600" b="0" i="0" spc="-5" dirty="0">
                <a:latin typeface="Times New Roman" panose="02020603050405020304" pitchFamily="18" charset="0"/>
                <a:cs typeface="Times New Roman" panose="02020603050405020304" pitchFamily="18" charset="0"/>
                <a:sym typeface="+mn-ea"/>
              </a:rPr>
              <a:t>information</a:t>
            </a:r>
            <a:r>
              <a:rPr lang="en-US" sz="3600" b="0" i="0" spc="5" dirty="0">
                <a:latin typeface="Times New Roman" panose="02020603050405020304" pitchFamily="18" charset="0"/>
                <a:cs typeface="Times New Roman" panose="02020603050405020304" pitchFamily="18" charset="0"/>
                <a:sym typeface="+mn-ea"/>
              </a:rPr>
              <a:t> </a:t>
            </a:r>
            <a:r>
              <a:rPr lang="en-US" sz="3600" b="0" i="0" spc="-5" dirty="0">
                <a:latin typeface="Times New Roman" panose="02020603050405020304" pitchFamily="18" charset="0"/>
                <a:cs typeface="Times New Roman" panose="02020603050405020304" pitchFamily="18" charset="0"/>
                <a:sym typeface="+mn-ea"/>
              </a:rPr>
              <a:t>on</a:t>
            </a:r>
            <a:r>
              <a:rPr lang="en-US" sz="3600" b="0" i="0" spc="5" dirty="0">
                <a:latin typeface="Times New Roman" panose="02020603050405020304" pitchFamily="18" charset="0"/>
                <a:cs typeface="Times New Roman" panose="02020603050405020304" pitchFamily="18" charset="0"/>
                <a:sym typeface="+mn-ea"/>
              </a:rPr>
              <a:t> </a:t>
            </a:r>
            <a:r>
              <a:rPr lang="en-US" sz="3600" b="0" i="0" spc="-5" dirty="0">
                <a:latin typeface="Times New Roman" panose="02020603050405020304" pitchFamily="18" charset="0"/>
                <a:cs typeface="Times New Roman" panose="02020603050405020304" pitchFamily="18" charset="0"/>
                <a:sym typeface="+mn-ea"/>
              </a:rPr>
              <a:t>how</a:t>
            </a:r>
            <a:r>
              <a:rPr lang="en-US" sz="3600" b="0" i="0" spc="-15" dirty="0">
                <a:latin typeface="Times New Roman" panose="02020603050405020304" pitchFamily="18" charset="0"/>
                <a:cs typeface="Times New Roman" panose="02020603050405020304" pitchFamily="18" charset="0"/>
                <a:sym typeface="+mn-ea"/>
              </a:rPr>
              <a:t> </a:t>
            </a:r>
            <a:r>
              <a:rPr lang="en-US" sz="3600" b="0" i="0" dirty="0">
                <a:latin typeface="Times New Roman" panose="02020603050405020304" pitchFamily="18" charset="0"/>
                <a:cs typeface="Times New Roman" panose="02020603050405020304" pitchFamily="18" charset="0"/>
                <a:sym typeface="+mn-ea"/>
              </a:rPr>
              <a:t>to</a:t>
            </a:r>
            <a:r>
              <a:rPr lang="en-US" sz="3600" b="0" i="0" spc="5" dirty="0">
                <a:latin typeface="Times New Roman" panose="02020603050405020304" pitchFamily="18" charset="0"/>
                <a:cs typeface="Times New Roman" panose="02020603050405020304" pitchFamily="18" charset="0"/>
                <a:sym typeface="+mn-ea"/>
              </a:rPr>
              <a:t> </a:t>
            </a:r>
            <a:r>
              <a:rPr lang="en-US" sz="3600" b="0" i="0" dirty="0">
                <a:latin typeface="Times New Roman" panose="02020603050405020304" pitchFamily="18" charset="0"/>
                <a:cs typeface="Times New Roman" panose="02020603050405020304" pitchFamily="18" charset="0"/>
                <a:sym typeface="+mn-ea"/>
              </a:rPr>
              <a:t>process</a:t>
            </a:r>
            <a:r>
              <a:rPr lang="en-US" sz="3600" b="0" i="0" spc="-10" dirty="0">
                <a:latin typeface="Times New Roman" panose="02020603050405020304" pitchFamily="18" charset="0"/>
                <a:cs typeface="Times New Roman" panose="02020603050405020304" pitchFamily="18" charset="0"/>
                <a:sym typeface="+mn-ea"/>
              </a:rPr>
              <a:t> </a:t>
            </a:r>
            <a:r>
              <a:rPr lang="en-US" sz="3600" b="0" i="0" spc="-5" dirty="0">
                <a:latin typeface="Times New Roman" panose="02020603050405020304" pitchFamily="18" charset="0"/>
                <a:cs typeface="Times New Roman" panose="02020603050405020304" pitchFamily="18" charset="0"/>
                <a:sym typeface="+mn-ea"/>
              </a:rPr>
              <a:t>that </a:t>
            </a:r>
            <a:r>
              <a:rPr lang="en-US" sz="3600" b="0" i="0" spc="-320" dirty="0">
                <a:latin typeface="Times New Roman" panose="02020603050405020304" pitchFamily="18" charset="0"/>
                <a:cs typeface="Times New Roman" panose="02020603050405020304" pitchFamily="18" charset="0"/>
                <a:sym typeface="+mn-ea"/>
              </a:rPr>
              <a:t> </a:t>
            </a:r>
            <a:r>
              <a:rPr lang="en-US" sz="3600" b="0" i="0" spc="-5" dirty="0">
                <a:latin typeface="Times New Roman" panose="02020603050405020304" pitchFamily="18" charset="0"/>
                <a:cs typeface="Times New Roman" panose="02020603050405020304" pitchFamily="18" charset="0"/>
                <a:sym typeface="+mn-ea"/>
              </a:rPr>
              <a:t>data.</a:t>
            </a:r>
          </a:p>
          <a:p>
            <a:pPr marL="571500" indent="-571500" algn="just">
              <a:buFont typeface="Arial" panose="020B0604020202020204" pitchFamily="34" charset="0"/>
              <a:buChar char="•"/>
            </a:pPr>
            <a:r>
              <a:rPr lang="en-US" sz="3600" b="0" i="0" dirty="0">
                <a:latin typeface="Times New Roman" panose="02020603050405020304" pitchFamily="18" charset="0"/>
                <a:cs typeface="Times New Roman" panose="02020603050405020304" pitchFamily="18" charset="0"/>
                <a:sym typeface="+mn-ea"/>
              </a:rPr>
              <a:t>In</a:t>
            </a:r>
            <a:r>
              <a:rPr lang="en-US" sz="3600" b="0" i="0" spc="5" dirty="0">
                <a:latin typeface="Times New Roman" panose="02020603050405020304" pitchFamily="18" charset="0"/>
                <a:cs typeface="Times New Roman" panose="02020603050405020304" pitchFamily="18" charset="0"/>
                <a:sym typeface="+mn-ea"/>
              </a:rPr>
              <a:t> </a:t>
            </a:r>
            <a:r>
              <a:rPr lang="en-US" sz="3600" b="0" i="0" dirty="0">
                <a:latin typeface="Times New Roman" panose="02020603050405020304" pitchFamily="18" charset="0"/>
                <a:cs typeface="Times New Roman" panose="02020603050405020304" pitchFamily="18" charset="0"/>
                <a:sym typeface="+mn-ea"/>
              </a:rPr>
              <a:t>PHP,</a:t>
            </a:r>
            <a:r>
              <a:rPr lang="en-US" sz="3600" b="0" i="0" spc="-10" dirty="0">
                <a:latin typeface="Times New Roman" panose="02020603050405020304" pitchFamily="18" charset="0"/>
                <a:cs typeface="Times New Roman" panose="02020603050405020304" pitchFamily="18" charset="0"/>
                <a:sym typeface="+mn-ea"/>
              </a:rPr>
              <a:t> </a:t>
            </a:r>
            <a:r>
              <a:rPr lang="en-US" sz="3600" b="0" i="0" dirty="0">
                <a:latin typeface="Times New Roman" panose="02020603050405020304" pitchFamily="18" charset="0"/>
                <a:cs typeface="Times New Roman" panose="02020603050405020304" pitchFamily="18" charset="0"/>
                <a:sym typeface="+mn-ea"/>
              </a:rPr>
              <a:t>an</a:t>
            </a:r>
            <a:r>
              <a:rPr lang="en-US" sz="3600" b="0" i="0" spc="-10" dirty="0">
                <a:latin typeface="Times New Roman" panose="02020603050405020304" pitchFamily="18" charset="0"/>
                <a:cs typeface="Times New Roman" panose="02020603050405020304" pitchFamily="18" charset="0"/>
                <a:sym typeface="+mn-ea"/>
              </a:rPr>
              <a:t> </a:t>
            </a:r>
            <a:r>
              <a:rPr lang="en-US" sz="3600" b="0" i="0" spc="-5" dirty="0">
                <a:latin typeface="Times New Roman" panose="02020603050405020304" pitchFamily="18" charset="0"/>
                <a:cs typeface="Times New Roman" panose="02020603050405020304" pitchFamily="18" charset="0"/>
                <a:sym typeface="+mn-ea"/>
              </a:rPr>
              <a:t>object</a:t>
            </a:r>
            <a:r>
              <a:rPr lang="en-US" sz="3600" b="0" i="0" spc="-10" dirty="0">
                <a:latin typeface="Times New Roman" panose="02020603050405020304" pitchFamily="18" charset="0"/>
                <a:cs typeface="Times New Roman" panose="02020603050405020304" pitchFamily="18" charset="0"/>
                <a:sym typeface="+mn-ea"/>
              </a:rPr>
              <a:t> </a:t>
            </a:r>
            <a:r>
              <a:rPr lang="en-US" sz="3600" b="0" i="0" dirty="0">
                <a:latin typeface="Times New Roman" panose="02020603050405020304" pitchFamily="18" charset="0"/>
                <a:cs typeface="Times New Roman" panose="02020603050405020304" pitchFamily="18" charset="0"/>
                <a:sym typeface="+mn-ea"/>
              </a:rPr>
              <a:t>must</a:t>
            </a:r>
            <a:r>
              <a:rPr lang="en-US" sz="3600" b="0" i="0" spc="-10" dirty="0">
                <a:latin typeface="Times New Roman" panose="02020603050405020304" pitchFamily="18" charset="0"/>
                <a:cs typeface="Times New Roman" panose="02020603050405020304" pitchFamily="18" charset="0"/>
                <a:sym typeface="+mn-ea"/>
              </a:rPr>
              <a:t> </a:t>
            </a:r>
            <a:r>
              <a:rPr lang="en-US" sz="3600" b="0" i="0" dirty="0">
                <a:latin typeface="Times New Roman" panose="02020603050405020304" pitchFamily="18" charset="0"/>
                <a:cs typeface="Times New Roman" panose="02020603050405020304" pitchFamily="18" charset="0"/>
                <a:sym typeface="+mn-ea"/>
              </a:rPr>
              <a:t>be</a:t>
            </a:r>
            <a:r>
              <a:rPr lang="en-US" sz="3600" b="0" i="0" spc="-10" dirty="0">
                <a:latin typeface="Times New Roman" panose="02020603050405020304" pitchFamily="18" charset="0"/>
                <a:cs typeface="Times New Roman" panose="02020603050405020304" pitchFamily="18" charset="0"/>
                <a:sym typeface="+mn-ea"/>
              </a:rPr>
              <a:t> </a:t>
            </a:r>
            <a:r>
              <a:rPr lang="en-US" sz="3600" b="0" i="0" spc="-5" dirty="0">
                <a:latin typeface="Times New Roman" panose="02020603050405020304" pitchFamily="18" charset="0"/>
                <a:cs typeface="Times New Roman" panose="02020603050405020304" pitchFamily="18" charset="0"/>
                <a:sym typeface="+mn-ea"/>
              </a:rPr>
              <a:t>explicitly</a:t>
            </a:r>
            <a:r>
              <a:rPr lang="en-US" sz="3600" b="0" i="0" spc="5" dirty="0">
                <a:latin typeface="Times New Roman" panose="02020603050405020304" pitchFamily="18" charset="0"/>
                <a:cs typeface="Times New Roman" panose="02020603050405020304" pitchFamily="18" charset="0"/>
                <a:sym typeface="+mn-ea"/>
              </a:rPr>
              <a:t> </a:t>
            </a:r>
            <a:r>
              <a:rPr lang="en-US" sz="3600" b="0" i="0" spc="-5" dirty="0">
                <a:latin typeface="Times New Roman" panose="02020603050405020304" pitchFamily="18" charset="0"/>
                <a:cs typeface="Times New Roman" panose="02020603050405020304" pitchFamily="18" charset="0"/>
                <a:sym typeface="+mn-ea"/>
              </a:rPr>
              <a:t>declared.</a:t>
            </a:r>
          </a:p>
          <a:p>
            <a:pPr marL="571500" indent="-571500" algn="just">
              <a:buFont typeface="Arial" panose="020B0604020202020204" pitchFamily="34" charset="0"/>
              <a:buChar char="•"/>
            </a:pPr>
            <a:r>
              <a:rPr lang="en-US" sz="3600" b="0" i="0" spc="-5" dirty="0">
                <a:latin typeface="Times New Roman" panose="02020603050405020304" pitchFamily="18" charset="0"/>
                <a:cs typeface="Times New Roman" panose="02020603050405020304" pitchFamily="18" charset="0"/>
                <a:sym typeface="+mn-ea"/>
              </a:rPr>
              <a:t>First</a:t>
            </a:r>
            <a:r>
              <a:rPr lang="en-US" sz="3600" b="0" i="0" spc="5" dirty="0">
                <a:latin typeface="Times New Roman" panose="02020603050405020304" pitchFamily="18" charset="0"/>
                <a:cs typeface="Times New Roman" panose="02020603050405020304" pitchFamily="18" charset="0"/>
                <a:sym typeface="+mn-ea"/>
              </a:rPr>
              <a:t> </a:t>
            </a:r>
            <a:r>
              <a:rPr lang="en-US" sz="3600" b="0" i="0" spc="-20" dirty="0">
                <a:latin typeface="Times New Roman" panose="02020603050405020304" pitchFamily="18" charset="0"/>
                <a:cs typeface="Times New Roman" panose="02020603050405020304" pitchFamily="18" charset="0"/>
                <a:sym typeface="+mn-ea"/>
              </a:rPr>
              <a:t>we</a:t>
            </a:r>
            <a:r>
              <a:rPr lang="en-US" sz="3600" b="0" i="0" spc="-15" dirty="0">
                <a:latin typeface="Times New Roman" panose="02020603050405020304" pitchFamily="18" charset="0"/>
                <a:cs typeface="Times New Roman" panose="02020603050405020304" pitchFamily="18" charset="0"/>
                <a:sym typeface="+mn-ea"/>
              </a:rPr>
              <a:t> </a:t>
            </a:r>
            <a:r>
              <a:rPr lang="en-US" sz="3600" b="0" i="0" dirty="0">
                <a:latin typeface="Times New Roman" panose="02020603050405020304" pitchFamily="18" charset="0"/>
                <a:cs typeface="Times New Roman" panose="02020603050405020304" pitchFamily="18" charset="0"/>
                <a:sym typeface="+mn-ea"/>
              </a:rPr>
              <a:t>must </a:t>
            </a:r>
            <a:r>
              <a:rPr lang="en-US" sz="3600" b="0" i="0" spc="-5" dirty="0">
                <a:latin typeface="Times New Roman" panose="02020603050405020304" pitchFamily="18" charset="0"/>
                <a:cs typeface="Times New Roman" panose="02020603050405020304" pitchFamily="18" charset="0"/>
                <a:sym typeface="+mn-ea"/>
              </a:rPr>
              <a:t>declare</a:t>
            </a:r>
            <a:r>
              <a:rPr lang="en-US" sz="3600" b="0" i="0" spc="-15" dirty="0">
                <a:latin typeface="Times New Roman" panose="02020603050405020304" pitchFamily="18" charset="0"/>
                <a:cs typeface="Times New Roman" panose="02020603050405020304" pitchFamily="18" charset="0"/>
                <a:sym typeface="+mn-ea"/>
              </a:rPr>
              <a:t> </a:t>
            </a:r>
            <a:r>
              <a:rPr lang="en-US" sz="3600" b="0" i="0" spc="-5" dirty="0">
                <a:latin typeface="Times New Roman" panose="02020603050405020304" pitchFamily="18" charset="0"/>
                <a:cs typeface="Times New Roman" panose="02020603050405020304" pitchFamily="18" charset="0"/>
                <a:sym typeface="+mn-ea"/>
              </a:rPr>
              <a:t>a</a:t>
            </a:r>
            <a:r>
              <a:rPr lang="en-US" sz="3600" b="0" i="0" spc="5" dirty="0">
                <a:latin typeface="Times New Roman" panose="02020603050405020304" pitchFamily="18" charset="0"/>
                <a:cs typeface="Times New Roman" panose="02020603050405020304" pitchFamily="18" charset="0"/>
                <a:sym typeface="+mn-ea"/>
              </a:rPr>
              <a:t> </a:t>
            </a:r>
            <a:r>
              <a:rPr lang="en-US" sz="3600" b="0" i="0" spc="-5" dirty="0">
                <a:latin typeface="Times New Roman" panose="02020603050405020304" pitchFamily="18" charset="0"/>
                <a:cs typeface="Times New Roman" panose="02020603050405020304" pitchFamily="18" charset="0"/>
                <a:sym typeface="+mn-ea"/>
              </a:rPr>
              <a:t>class</a:t>
            </a:r>
            <a:r>
              <a:rPr lang="en-US" sz="3600" b="0" i="0" spc="10" dirty="0">
                <a:latin typeface="Times New Roman" panose="02020603050405020304" pitchFamily="18" charset="0"/>
                <a:cs typeface="Times New Roman" panose="02020603050405020304" pitchFamily="18" charset="0"/>
                <a:sym typeface="+mn-ea"/>
              </a:rPr>
              <a:t> </a:t>
            </a:r>
            <a:r>
              <a:rPr lang="en-US" sz="3600" b="0" i="0" spc="-5" dirty="0">
                <a:latin typeface="Times New Roman" panose="02020603050405020304" pitchFamily="18" charset="0"/>
                <a:cs typeface="Times New Roman" panose="02020603050405020304" pitchFamily="18" charset="0"/>
                <a:sym typeface="+mn-ea"/>
              </a:rPr>
              <a:t>of</a:t>
            </a:r>
            <a:r>
              <a:rPr lang="en-US" sz="3600" b="0" i="0" spc="5" dirty="0">
                <a:latin typeface="Times New Roman" panose="02020603050405020304" pitchFamily="18" charset="0"/>
                <a:cs typeface="Times New Roman" panose="02020603050405020304" pitchFamily="18" charset="0"/>
                <a:sym typeface="+mn-ea"/>
              </a:rPr>
              <a:t> </a:t>
            </a:r>
            <a:r>
              <a:rPr lang="en-US" sz="3600" b="0" i="0" spc="-5" dirty="0">
                <a:latin typeface="Times New Roman" panose="02020603050405020304" pitchFamily="18" charset="0"/>
                <a:cs typeface="Times New Roman" panose="02020603050405020304" pitchFamily="18" charset="0"/>
                <a:sym typeface="+mn-ea"/>
              </a:rPr>
              <a:t>object.</a:t>
            </a:r>
            <a:r>
              <a:rPr lang="en-US" sz="3600" b="0" i="0" spc="5" dirty="0">
                <a:latin typeface="Times New Roman" panose="02020603050405020304" pitchFamily="18" charset="0"/>
                <a:cs typeface="Times New Roman" panose="02020603050405020304" pitchFamily="18" charset="0"/>
                <a:sym typeface="+mn-ea"/>
              </a:rPr>
              <a:t> </a:t>
            </a:r>
            <a:r>
              <a:rPr lang="en-US" sz="3600" b="0" i="0" spc="-5" dirty="0">
                <a:latin typeface="Times New Roman" panose="02020603050405020304" pitchFamily="18" charset="0"/>
                <a:cs typeface="Times New Roman" panose="02020603050405020304" pitchFamily="18" charset="0"/>
                <a:sym typeface="+mn-ea"/>
              </a:rPr>
              <a:t>For</a:t>
            </a:r>
            <a:r>
              <a:rPr lang="en-US" sz="3600" b="0" i="0" spc="10" dirty="0">
                <a:latin typeface="Times New Roman" panose="02020603050405020304" pitchFamily="18" charset="0"/>
                <a:cs typeface="Times New Roman" panose="02020603050405020304" pitchFamily="18" charset="0"/>
                <a:sym typeface="+mn-ea"/>
              </a:rPr>
              <a:t> </a:t>
            </a:r>
            <a:r>
              <a:rPr lang="en-US" sz="3600" b="0" i="0" spc="-5" dirty="0">
                <a:latin typeface="Times New Roman" panose="02020603050405020304" pitchFamily="18" charset="0"/>
                <a:cs typeface="Times New Roman" panose="02020603050405020304" pitchFamily="18" charset="0"/>
                <a:sym typeface="+mn-ea"/>
              </a:rPr>
              <a:t>this,</a:t>
            </a:r>
            <a:r>
              <a:rPr lang="en-US" sz="3600" b="0" i="0" spc="25" dirty="0">
                <a:latin typeface="Times New Roman" panose="02020603050405020304" pitchFamily="18" charset="0"/>
                <a:cs typeface="Times New Roman" panose="02020603050405020304" pitchFamily="18" charset="0"/>
                <a:sym typeface="+mn-ea"/>
              </a:rPr>
              <a:t> </a:t>
            </a:r>
            <a:r>
              <a:rPr lang="en-US" sz="3600" b="0" i="0" spc="-20" dirty="0">
                <a:latin typeface="Times New Roman" panose="02020603050405020304" pitchFamily="18" charset="0"/>
                <a:cs typeface="Times New Roman" panose="02020603050405020304" pitchFamily="18" charset="0"/>
                <a:sym typeface="+mn-ea"/>
              </a:rPr>
              <a:t>we</a:t>
            </a:r>
            <a:r>
              <a:rPr lang="en-US" sz="3600" b="0" i="0" spc="-10" dirty="0">
                <a:latin typeface="Times New Roman" panose="02020603050405020304" pitchFamily="18" charset="0"/>
                <a:cs typeface="Times New Roman" panose="02020603050405020304" pitchFamily="18" charset="0"/>
                <a:sym typeface="+mn-ea"/>
              </a:rPr>
              <a:t> </a:t>
            </a:r>
            <a:r>
              <a:rPr lang="en-US" sz="3600" b="0" i="0" spc="-5" dirty="0">
                <a:latin typeface="Times New Roman" panose="02020603050405020304" pitchFamily="18" charset="0"/>
                <a:cs typeface="Times New Roman" panose="02020603050405020304" pitchFamily="18" charset="0"/>
                <a:sym typeface="+mn-ea"/>
              </a:rPr>
              <a:t>use the</a:t>
            </a:r>
            <a:r>
              <a:rPr lang="en-US" sz="3600" b="0" i="0" spc="5" dirty="0">
                <a:latin typeface="Times New Roman" panose="02020603050405020304" pitchFamily="18" charset="0"/>
                <a:cs typeface="Times New Roman" panose="02020603050405020304" pitchFamily="18" charset="0"/>
                <a:sym typeface="+mn-ea"/>
              </a:rPr>
              <a:t> </a:t>
            </a:r>
            <a:r>
              <a:rPr lang="en-US" sz="3600" b="1" i="0" spc="-5" dirty="0">
                <a:solidFill>
                  <a:srgbClr val="FF0000"/>
                </a:solidFill>
                <a:latin typeface="Times New Roman" panose="02020603050405020304" pitchFamily="18" charset="0"/>
                <a:cs typeface="Times New Roman" panose="02020603050405020304" pitchFamily="18" charset="0"/>
                <a:sym typeface="+mn-ea"/>
              </a:rPr>
              <a:t>class</a:t>
            </a:r>
            <a:r>
              <a:rPr lang="en-US" sz="3600" b="1" i="0" spc="10" dirty="0">
                <a:solidFill>
                  <a:srgbClr val="FF0000"/>
                </a:solidFill>
                <a:latin typeface="Times New Roman" panose="02020603050405020304" pitchFamily="18" charset="0"/>
                <a:cs typeface="Times New Roman" panose="02020603050405020304" pitchFamily="18" charset="0"/>
                <a:sym typeface="+mn-ea"/>
              </a:rPr>
              <a:t> </a:t>
            </a:r>
            <a:r>
              <a:rPr lang="en-US" sz="3600" b="1" i="0" spc="-5" dirty="0">
                <a:latin typeface="Times New Roman" panose="02020603050405020304" pitchFamily="18" charset="0"/>
                <a:cs typeface="Times New Roman" panose="02020603050405020304" pitchFamily="18" charset="0"/>
                <a:sym typeface="+mn-ea"/>
              </a:rPr>
              <a:t>keyword</a:t>
            </a:r>
            <a:r>
              <a:rPr lang="en-US" sz="3600" b="0" i="0" spc="-5" dirty="0">
                <a:latin typeface="Times New Roman" panose="02020603050405020304" pitchFamily="18" charset="0"/>
                <a:cs typeface="Times New Roman" panose="02020603050405020304" pitchFamily="18" charset="0"/>
                <a:sym typeface="+mn-ea"/>
              </a:rPr>
              <a:t>.</a:t>
            </a:r>
            <a:endParaRPr lang="en-US" sz="3600" spc="10" dirty="0">
              <a:latin typeface="Times New Roman" panose="02020603050405020304" pitchFamily="18" charset="0"/>
              <a:cs typeface="Times New Roman" panose="02020603050405020304" pitchFamily="18" charset="0"/>
              <a:sym typeface="+mn-ea"/>
            </a:endParaRPr>
          </a:p>
          <a:p>
            <a:pPr marL="571500" indent="-571500" algn="just">
              <a:buFont typeface="Arial" panose="020B0604020202020204" pitchFamily="34" charset="0"/>
              <a:buChar char="•"/>
            </a:pPr>
            <a:r>
              <a:rPr lang="en-US" sz="3600" b="0" i="0" dirty="0">
                <a:latin typeface="Times New Roman" panose="02020603050405020304" pitchFamily="18" charset="0"/>
                <a:cs typeface="Times New Roman" panose="02020603050405020304" pitchFamily="18" charset="0"/>
                <a:sym typeface="+mn-ea"/>
              </a:rPr>
              <a:t>A </a:t>
            </a:r>
            <a:r>
              <a:rPr lang="en-US" sz="3600" b="0" i="0" spc="-315" dirty="0">
                <a:latin typeface="Times New Roman" panose="02020603050405020304" pitchFamily="18" charset="0"/>
                <a:cs typeface="Times New Roman" panose="02020603050405020304" pitchFamily="18" charset="0"/>
                <a:sym typeface="+mn-ea"/>
              </a:rPr>
              <a:t> </a:t>
            </a:r>
            <a:r>
              <a:rPr lang="en-US" sz="3600" b="0" i="0" spc="-5" dirty="0">
                <a:latin typeface="Times New Roman" panose="02020603050405020304" pitchFamily="18" charset="0"/>
                <a:cs typeface="Times New Roman" panose="02020603050405020304" pitchFamily="18" charset="0"/>
                <a:sym typeface="+mn-ea"/>
              </a:rPr>
              <a:t>class</a:t>
            </a:r>
            <a:r>
              <a:rPr lang="en-US" sz="3600" b="0" i="0" dirty="0">
                <a:latin typeface="Times New Roman" panose="02020603050405020304" pitchFamily="18" charset="0"/>
                <a:cs typeface="Times New Roman" panose="02020603050405020304" pitchFamily="18" charset="0"/>
                <a:sym typeface="+mn-ea"/>
              </a:rPr>
              <a:t> </a:t>
            </a:r>
            <a:r>
              <a:rPr lang="en-US" sz="3600" b="0" i="0" spc="-5" dirty="0">
                <a:latin typeface="Times New Roman" panose="02020603050405020304" pitchFamily="18" charset="0"/>
                <a:cs typeface="Times New Roman" panose="02020603050405020304" pitchFamily="18" charset="0"/>
                <a:sym typeface="+mn-ea"/>
              </a:rPr>
              <a:t>is</a:t>
            </a:r>
            <a:r>
              <a:rPr lang="en-US" sz="3600" b="0" i="0" dirty="0">
                <a:latin typeface="Times New Roman" panose="02020603050405020304" pitchFamily="18" charset="0"/>
                <a:cs typeface="Times New Roman" panose="02020603050405020304" pitchFamily="18" charset="0"/>
                <a:sym typeface="+mn-ea"/>
              </a:rPr>
              <a:t> </a:t>
            </a:r>
            <a:r>
              <a:rPr lang="en-US" sz="3600" b="0" i="0" spc="-5" dirty="0">
                <a:latin typeface="Times New Roman" panose="02020603050405020304" pitchFamily="18" charset="0"/>
                <a:cs typeface="Times New Roman" panose="02020603050405020304" pitchFamily="18" charset="0"/>
                <a:sym typeface="+mn-ea"/>
              </a:rPr>
              <a:t>a</a:t>
            </a:r>
            <a:r>
              <a:rPr lang="en-US" sz="3600" b="0" i="0" dirty="0">
                <a:latin typeface="Times New Roman" panose="02020603050405020304" pitchFamily="18" charset="0"/>
                <a:cs typeface="Times New Roman" panose="02020603050405020304" pitchFamily="18" charset="0"/>
                <a:sym typeface="+mn-ea"/>
              </a:rPr>
              <a:t> </a:t>
            </a:r>
            <a:r>
              <a:rPr lang="en-US" sz="3600" b="0" i="0" spc="-5" dirty="0">
                <a:latin typeface="Times New Roman" panose="02020603050405020304" pitchFamily="18" charset="0"/>
                <a:cs typeface="Times New Roman" panose="02020603050405020304" pitchFamily="18" charset="0"/>
                <a:sym typeface="+mn-ea"/>
              </a:rPr>
              <a:t>structure</a:t>
            </a:r>
            <a:r>
              <a:rPr lang="en-US" sz="3600" b="0" i="0" spc="5" dirty="0">
                <a:latin typeface="Times New Roman" panose="02020603050405020304" pitchFamily="18" charset="0"/>
                <a:cs typeface="Times New Roman" panose="02020603050405020304" pitchFamily="18" charset="0"/>
                <a:sym typeface="+mn-ea"/>
              </a:rPr>
              <a:t> </a:t>
            </a:r>
            <a:r>
              <a:rPr lang="en-US" sz="3600" b="0" i="0" spc="-5" dirty="0">
                <a:latin typeface="Times New Roman" panose="02020603050405020304" pitchFamily="18" charset="0"/>
                <a:cs typeface="Times New Roman" panose="02020603050405020304" pitchFamily="18" charset="0"/>
                <a:sym typeface="+mn-ea"/>
              </a:rPr>
              <a:t>that</a:t>
            </a:r>
            <a:r>
              <a:rPr lang="en-US" sz="3600" b="0" i="0" spc="-10" dirty="0">
                <a:latin typeface="Times New Roman" panose="02020603050405020304" pitchFamily="18" charset="0"/>
                <a:cs typeface="Times New Roman" panose="02020603050405020304" pitchFamily="18" charset="0"/>
                <a:sym typeface="+mn-ea"/>
              </a:rPr>
              <a:t> </a:t>
            </a:r>
            <a:r>
              <a:rPr lang="en-US" sz="3600" b="0" i="0" dirty="0">
                <a:latin typeface="Times New Roman" panose="02020603050405020304" pitchFamily="18" charset="0"/>
                <a:cs typeface="Times New Roman" panose="02020603050405020304" pitchFamily="18" charset="0"/>
                <a:sym typeface="+mn-ea"/>
              </a:rPr>
              <a:t>can </a:t>
            </a:r>
            <a:r>
              <a:rPr lang="en-US" sz="3600" b="0" i="0" spc="-5" dirty="0">
                <a:latin typeface="Times New Roman" panose="02020603050405020304" pitchFamily="18" charset="0"/>
                <a:cs typeface="Times New Roman" panose="02020603050405020304" pitchFamily="18" charset="0"/>
                <a:sym typeface="+mn-ea"/>
              </a:rPr>
              <a:t>contain</a:t>
            </a:r>
            <a:r>
              <a:rPr lang="en-US" sz="3600" b="0" i="0" spc="5" dirty="0">
                <a:latin typeface="Times New Roman" panose="02020603050405020304" pitchFamily="18" charset="0"/>
                <a:cs typeface="Times New Roman" panose="02020603050405020304" pitchFamily="18" charset="0"/>
                <a:sym typeface="+mn-ea"/>
              </a:rPr>
              <a:t> </a:t>
            </a:r>
            <a:r>
              <a:rPr lang="en-US" sz="3600" b="0" i="0" spc="-5" dirty="0">
                <a:latin typeface="Times New Roman" panose="02020603050405020304" pitchFamily="18" charset="0"/>
                <a:cs typeface="Times New Roman" panose="02020603050405020304" pitchFamily="18" charset="0"/>
                <a:sym typeface="+mn-ea"/>
              </a:rPr>
              <a:t>properties</a:t>
            </a:r>
            <a:r>
              <a:rPr lang="en-US" sz="3600" b="0" i="0" spc="-15" dirty="0">
                <a:latin typeface="Times New Roman" panose="02020603050405020304" pitchFamily="18" charset="0"/>
                <a:cs typeface="Times New Roman" panose="02020603050405020304" pitchFamily="18" charset="0"/>
                <a:sym typeface="+mn-ea"/>
              </a:rPr>
              <a:t> </a:t>
            </a:r>
            <a:r>
              <a:rPr lang="en-US" sz="3600" b="0" i="0" dirty="0">
                <a:latin typeface="Times New Roman" panose="02020603050405020304" pitchFamily="18" charset="0"/>
                <a:cs typeface="Times New Roman" panose="02020603050405020304" pitchFamily="18" charset="0"/>
                <a:sym typeface="+mn-ea"/>
              </a:rPr>
              <a:t>and</a:t>
            </a:r>
            <a:r>
              <a:rPr lang="en-US" sz="3600" b="0" i="0" spc="-75" dirty="0">
                <a:latin typeface="Times New Roman" panose="02020603050405020304" pitchFamily="18" charset="0"/>
                <a:cs typeface="Times New Roman" panose="02020603050405020304" pitchFamily="18" charset="0"/>
                <a:sym typeface="+mn-ea"/>
              </a:rPr>
              <a:t> </a:t>
            </a:r>
            <a:r>
              <a:rPr lang="en-US" sz="3600" b="0" i="0" spc="-5" dirty="0">
                <a:latin typeface="Times New Roman" panose="02020603050405020304" pitchFamily="18" charset="0"/>
                <a:cs typeface="Times New Roman" panose="02020603050405020304" pitchFamily="18" charset="0"/>
                <a:sym typeface="+mn-ea"/>
              </a:rPr>
              <a:t>methods:</a:t>
            </a:r>
            <a:endParaRPr lang="en-IN" sz="3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800" b="0" i="0" spc="-5" dirty="0">
                <a:highlight>
                  <a:srgbClr val="00FF00"/>
                </a:highlight>
                <a:latin typeface="Times New Roman" panose="02020603050405020304" pitchFamily="18" charset="0"/>
                <a:cs typeface="Times New Roman" panose="02020603050405020304" pitchFamily="18" charset="0"/>
                <a:sym typeface="+mn-ea"/>
              </a:rPr>
              <a:t>PHP</a:t>
            </a:r>
            <a:r>
              <a:rPr sz="3800" b="0" i="0" spc="-25" dirty="0">
                <a:highlight>
                  <a:srgbClr val="00FF00"/>
                </a:highlight>
                <a:latin typeface="Times New Roman" panose="02020603050405020304" pitchFamily="18" charset="0"/>
                <a:cs typeface="Times New Roman" panose="02020603050405020304" pitchFamily="18" charset="0"/>
                <a:sym typeface="+mn-ea"/>
              </a:rPr>
              <a:t> </a:t>
            </a:r>
            <a:r>
              <a:rPr sz="3800" b="0" i="0" spc="-5" dirty="0">
                <a:highlight>
                  <a:srgbClr val="00FF00"/>
                </a:highlight>
                <a:latin typeface="Times New Roman" panose="02020603050405020304" pitchFamily="18" charset="0"/>
                <a:cs typeface="Times New Roman" panose="02020603050405020304" pitchFamily="18" charset="0"/>
                <a:sym typeface="+mn-ea"/>
              </a:rPr>
              <a:t>NULL</a:t>
            </a:r>
            <a:r>
              <a:rPr sz="3800" b="0" i="0" spc="-20" dirty="0">
                <a:highlight>
                  <a:srgbClr val="00FF00"/>
                </a:highlight>
                <a:latin typeface="Times New Roman" panose="02020603050405020304" pitchFamily="18" charset="0"/>
                <a:cs typeface="Times New Roman" panose="02020603050405020304" pitchFamily="18" charset="0"/>
                <a:sym typeface="+mn-ea"/>
              </a:rPr>
              <a:t> </a:t>
            </a:r>
            <a:r>
              <a:rPr sz="3800" b="0" i="0" dirty="0">
                <a:highlight>
                  <a:srgbClr val="00FF00"/>
                </a:highlight>
                <a:latin typeface="Times New Roman" panose="02020603050405020304" pitchFamily="18" charset="0"/>
                <a:cs typeface="Times New Roman" panose="02020603050405020304" pitchFamily="18" charset="0"/>
                <a:sym typeface="+mn-ea"/>
              </a:rPr>
              <a:t>Value</a:t>
            </a:r>
            <a:r>
              <a:rPr sz="3800" b="0" i="0">
                <a:latin typeface="Times New Roman" panose="02020603050405020304" pitchFamily="18" charset="0"/>
                <a:cs typeface="Times New Roman" panose="02020603050405020304" pitchFamily="18" charset="0"/>
              </a:rPr>
              <a:t/>
            </a:r>
            <a:br>
              <a:rPr sz="3800" b="0" i="0">
                <a:latin typeface="Times New Roman" panose="02020603050405020304" pitchFamily="18" charset="0"/>
                <a:cs typeface="Times New Roman" panose="02020603050405020304" pitchFamily="18" charset="0"/>
              </a:rPr>
            </a:br>
            <a:r>
              <a:rPr sz="3800" b="0" i="0">
                <a:latin typeface="Times New Roman" panose="02020603050405020304" pitchFamily="18" charset="0"/>
                <a:cs typeface="Times New Roman" panose="02020603050405020304" pitchFamily="18" charset="0"/>
              </a:rPr>
              <a:t/>
            </a:r>
            <a:br>
              <a:rPr sz="3800" b="0" i="0">
                <a:latin typeface="Times New Roman" panose="02020603050405020304" pitchFamily="18" charset="0"/>
                <a:cs typeface="Times New Roman" panose="02020603050405020304" pitchFamily="18" charset="0"/>
              </a:rPr>
            </a:br>
            <a:r>
              <a:rPr sz="3800" b="0" i="0" spc="-5" dirty="0">
                <a:latin typeface="Times New Roman" panose="02020603050405020304" pitchFamily="18" charset="0"/>
                <a:cs typeface="Times New Roman" panose="02020603050405020304" pitchFamily="18" charset="0"/>
                <a:sym typeface="+mn-ea"/>
              </a:rPr>
              <a:t>Null</a:t>
            </a:r>
            <a:r>
              <a:rPr sz="3800" b="0" i="0" dirty="0">
                <a:latin typeface="Times New Roman" panose="02020603050405020304" pitchFamily="18" charset="0"/>
                <a:cs typeface="Times New Roman" panose="02020603050405020304" pitchFamily="18" charset="0"/>
                <a:sym typeface="+mn-ea"/>
              </a:rPr>
              <a:t> </a:t>
            </a:r>
            <a:r>
              <a:rPr sz="3800" b="0" i="0" spc="-5" dirty="0">
                <a:latin typeface="Times New Roman" panose="02020603050405020304" pitchFamily="18" charset="0"/>
                <a:cs typeface="Times New Roman" panose="02020603050405020304" pitchFamily="18" charset="0"/>
                <a:sym typeface="+mn-ea"/>
              </a:rPr>
              <a:t>is</a:t>
            </a:r>
            <a:r>
              <a:rPr sz="3800" b="0" i="0" spc="5" dirty="0">
                <a:latin typeface="Times New Roman" panose="02020603050405020304" pitchFamily="18" charset="0"/>
                <a:cs typeface="Times New Roman" panose="02020603050405020304" pitchFamily="18" charset="0"/>
                <a:sym typeface="+mn-ea"/>
              </a:rPr>
              <a:t> </a:t>
            </a:r>
            <a:r>
              <a:rPr sz="3800" b="0" i="0" spc="-5" dirty="0">
                <a:latin typeface="Times New Roman" panose="02020603050405020304" pitchFamily="18" charset="0"/>
                <a:cs typeface="Times New Roman" panose="02020603050405020304" pitchFamily="18" charset="0"/>
                <a:sym typeface="+mn-ea"/>
              </a:rPr>
              <a:t>a</a:t>
            </a:r>
            <a:r>
              <a:rPr sz="3800" b="0" i="0" spc="5" dirty="0">
                <a:latin typeface="Times New Roman" panose="02020603050405020304" pitchFamily="18" charset="0"/>
                <a:cs typeface="Times New Roman" panose="02020603050405020304" pitchFamily="18" charset="0"/>
                <a:sym typeface="+mn-ea"/>
              </a:rPr>
              <a:t> </a:t>
            </a:r>
            <a:r>
              <a:rPr sz="3800" b="0" i="0" dirty="0">
                <a:latin typeface="Times New Roman" panose="02020603050405020304" pitchFamily="18" charset="0"/>
                <a:cs typeface="Times New Roman" panose="02020603050405020304" pitchFamily="18" charset="0"/>
                <a:sym typeface="+mn-ea"/>
              </a:rPr>
              <a:t>special</a:t>
            </a:r>
            <a:r>
              <a:rPr sz="3800" b="0" i="0" spc="-10" dirty="0">
                <a:latin typeface="Times New Roman" panose="02020603050405020304" pitchFamily="18" charset="0"/>
                <a:cs typeface="Times New Roman" panose="02020603050405020304" pitchFamily="18" charset="0"/>
                <a:sym typeface="+mn-ea"/>
              </a:rPr>
              <a:t> </a:t>
            </a:r>
            <a:r>
              <a:rPr sz="3800" b="0" i="0" spc="-5" dirty="0">
                <a:latin typeface="Times New Roman" panose="02020603050405020304" pitchFamily="18" charset="0"/>
                <a:cs typeface="Times New Roman" panose="02020603050405020304" pitchFamily="18" charset="0"/>
                <a:sym typeface="+mn-ea"/>
              </a:rPr>
              <a:t>data</a:t>
            </a:r>
            <a:r>
              <a:rPr sz="3800" b="0" i="0" spc="5" dirty="0">
                <a:latin typeface="Times New Roman" panose="02020603050405020304" pitchFamily="18" charset="0"/>
                <a:cs typeface="Times New Roman" panose="02020603050405020304" pitchFamily="18" charset="0"/>
                <a:sym typeface="+mn-ea"/>
              </a:rPr>
              <a:t> </a:t>
            </a:r>
            <a:r>
              <a:rPr sz="3800" b="0" i="0" spc="-5" dirty="0">
                <a:latin typeface="Times New Roman" panose="02020603050405020304" pitchFamily="18" charset="0"/>
                <a:cs typeface="Times New Roman" panose="02020603050405020304" pitchFamily="18" charset="0"/>
                <a:sym typeface="+mn-ea"/>
              </a:rPr>
              <a:t>type</a:t>
            </a:r>
            <a:r>
              <a:rPr sz="3800" b="0" i="0" spc="5" dirty="0">
                <a:latin typeface="Times New Roman" panose="02020603050405020304" pitchFamily="18" charset="0"/>
                <a:cs typeface="Times New Roman" panose="02020603050405020304" pitchFamily="18" charset="0"/>
                <a:sym typeface="+mn-ea"/>
              </a:rPr>
              <a:t> </a:t>
            </a:r>
            <a:r>
              <a:rPr sz="3800" b="0" i="0" spc="-5" dirty="0">
                <a:latin typeface="Times New Roman" panose="02020603050405020304" pitchFamily="18" charset="0"/>
                <a:cs typeface="Times New Roman" panose="02020603050405020304" pitchFamily="18" charset="0"/>
                <a:sym typeface="+mn-ea"/>
              </a:rPr>
              <a:t>which</a:t>
            </a:r>
            <a:r>
              <a:rPr sz="3800" b="0" i="0" dirty="0">
                <a:latin typeface="Times New Roman" panose="02020603050405020304" pitchFamily="18" charset="0"/>
                <a:cs typeface="Times New Roman" panose="02020603050405020304" pitchFamily="18" charset="0"/>
                <a:sym typeface="+mn-ea"/>
              </a:rPr>
              <a:t> </a:t>
            </a:r>
            <a:r>
              <a:rPr sz="3800" b="0" i="0" spc="-5" dirty="0">
                <a:latin typeface="Times New Roman" panose="02020603050405020304" pitchFamily="18" charset="0"/>
                <a:cs typeface="Times New Roman" panose="02020603050405020304" pitchFamily="18" charset="0"/>
                <a:sym typeface="+mn-ea"/>
              </a:rPr>
              <a:t>can have</a:t>
            </a:r>
            <a:r>
              <a:rPr sz="3800" b="0" i="0" spc="5" dirty="0">
                <a:latin typeface="Times New Roman" panose="02020603050405020304" pitchFamily="18" charset="0"/>
                <a:cs typeface="Times New Roman" panose="02020603050405020304" pitchFamily="18" charset="0"/>
                <a:sym typeface="+mn-ea"/>
              </a:rPr>
              <a:t> </a:t>
            </a:r>
            <a:r>
              <a:rPr sz="3800" b="0" i="0" spc="-5" dirty="0">
                <a:latin typeface="Times New Roman" panose="02020603050405020304" pitchFamily="18" charset="0"/>
                <a:cs typeface="Times New Roman" panose="02020603050405020304" pitchFamily="18" charset="0"/>
                <a:sym typeface="+mn-ea"/>
              </a:rPr>
              <a:t>only</a:t>
            </a:r>
            <a:r>
              <a:rPr sz="3800" b="0" i="0" spc="-15" dirty="0">
                <a:latin typeface="Times New Roman" panose="02020603050405020304" pitchFamily="18" charset="0"/>
                <a:cs typeface="Times New Roman" panose="02020603050405020304" pitchFamily="18" charset="0"/>
                <a:sym typeface="+mn-ea"/>
              </a:rPr>
              <a:t> </a:t>
            </a:r>
            <a:r>
              <a:rPr sz="3800" b="0" i="0" dirty="0">
                <a:latin typeface="Times New Roman" panose="02020603050405020304" pitchFamily="18" charset="0"/>
                <a:cs typeface="Times New Roman" panose="02020603050405020304" pitchFamily="18" charset="0"/>
                <a:sym typeface="+mn-ea"/>
              </a:rPr>
              <a:t>one</a:t>
            </a:r>
            <a:r>
              <a:rPr sz="3800" b="0" i="0" spc="5" dirty="0">
                <a:latin typeface="Times New Roman" panose="02020603050405020304" pitchFamily="18" charset="0"/>
                <a:cs typeface="Times New Roman" panose="02020603050405020304" pitchFamily="18" charset="0"/>
                <a:sym typeface="+mn-ea"/>
              </a:rPr>
              <a:t> </a:t>
            </a:r>
            <a:r>
              <a:rPr sz="3800" b="0" i="0" spc="-5" dirty="0">
                <a:latin typeface="Times New Roman" panose="02020603050405020304" pitchFamily="18" charset="0"/>
                <a:cs typeface="Times New Roman" panose="02020603050405020304" pitchFamily="18" charset="0"/>
                <a:sym typeface="+mn-ea"/>
              </a:rPr>
              <a:t>value:</a:t>
            </a:r>
            <a:r>
              <a:rPr sz="3800" b="0" i="0" spc="-15" dirty="0">
                <a:latin typeface="Times New Roman" panose="02020603050405020304" pitchFamily="18" charset="0"/>
                <a:cs typeface="Times New Roman" panose="02020603050405020304" pitchFamily="18" charset="0"/>
                <a:sym typeface="+mn-ea"/>
              </a:rPr>
              <a:t> </a:t>
            </a:r>
            <a:r>
              <a:rPr sz="3800" b="0" i="0" spc="-5" dirty="0">
                <a:latin typeface="Times New Roman" panose="02020603050405020304" pitchFamily="18" charset="0"/>
                <a:cs typeface="Times New Roman" panose="02020603050405020304" pitchFamily="18" charset="0"/>
                <a:sym typeface="+mn-ea"/>
              </a:rPr>
              <a:t>NULL.</a:t>
            </a:r>
            <a:r>
              <a:rPr sz="3800" b="0" i="0">
                <a:latin typeface="Times New Roman" panose="02020603050405020304" pitchFamily="18" charset="0"/>
                <a:cs typeface="Times New Roman" panose="02020603050405020304" pitchFamily="18" charset="0"/>
              </a:rPr>
              <a:t/>
            </a:r>
            <a:br>
              <a:rPr sz="3800" b="0" i="0">
                <a:latin typeface="Times New Roman" panose="02020603050405020304" pitchFamily="18" charset="0"/>
                <a:cs typeface="Times New Roman" panose="02020603050405020304" pitchFamily="18" charset="0"/>
              </a:rPr>
            </a:br>
            <a:r>
              <a:rPr sz="3800" b="0" i="0" dirty="0">
                <a:latin typeface="Times New Roman" panose="02020603050405020304" pitchFamily="18" charset="0"/>
                <a:cs typeface="Times New Roman" panose="02020603050405020304" pitchFamily="18" charset="0"/>
                <a:sym typeface="+mn-ea"/>
              </a:rPr>
              <a:t>A </a:t>
            </a:r>
            <a:r>
              <a:rPr sz="3800" b="0" i="0" spc="-5" dirty="0">
                <a:latin typeface="Times New Roman" panose="02020603050405020304" pitchFamily="18" charset="0"/>
                <a:cs typeface="Times New Roman" panose="02020603050405020304" pitchFamily="18" charset="0"/>
                <a:sym typeface="+mn-ea"/>
              </a:rPr>
              <a:t>variable</a:t>
            </a:r>
            <a:r>
              <a:rPr sz="3800" b="0" i="0" spc="5" dirty="0">
                <a:latin typeface="Times New Roman" panose="02020603050405020304" pitchFamily="18" charset="0"/>
                <a:cs typeface="Times New Roman" panose="02020603050405020304" pitchFamily="18" charset="0"/>
                <a:sym typeface="+mn-ea"/>
              </a:rPr>
              <a:t> </a:t>
            </a:r>
            <a:r>
              <a:rPr sz="3800" b="0" i="0" spc="-5" dirty="0">
                <a:latin typeface="Times New Roman" panose="02020603050405020304" pitchFamily="18" charset="0"/>
                <a:cs typeface="Times New Roman" panose="02020603050405020304" pitchFamily="18" charset="0"/>
                <a:sym typeface="+mn-ea"/>
              </a:rPr>
              <a:t>of</a:t>
            </a:r>
            <a:r>
              <a:rPr sz="3800" b="0" i="0" spc="5" dirty="0">
                <a:latin typeface="Times New Roman" panose="02020603050405020304" pitchFamily="18" charset="0"/>
                <a:cs typeface="Times New Roman" panose="02020603050405020304" pitchFamily="18" charset="0"/>
                <a:sym typeface="+mn-ea"/>
              </a:rPr>
              <a:t> </a:t>
            </a:r>
            <a:r>
              <a:rPr sz="3800" b="0" i="0" spc="-5" dirty="0">
                <a:latin typeface="Times New Roman" panose="02020603050405020304" pitchFamily="18" charset="0"/>
                <a:cs typeface="Times New Roman" panose="02020603050405020304" pitchFamily="18" charset="0"/>
                <a:sym typeface="+mn-ea"/>
              </a:rPr>
              <a:t>data</a:t>
            </a:r>
            <a:r>
              <a:rPr sz="3800" b="0" i="0" spc="20" dirty="0">
                <a:latin typeface="Times New Roman" panose="02020603050405020304" pitchFamily="18" charset="0"/>
                <a:cs typeface="Times New Roman" panose="02020603050405020304" pitchFamily="18" charset="0"/>
                <a:sym typeface="+mn-ea"/>
              </a:rPr>
              <a:t> </a:t>
            </a:r>
            <a:r>
              <a:rPr sz="3800" b="0" i="0" spc="-5" dirty="0">
                <a:latin typeface="Times New Roman" panose="02020603050405020304" pitchFamily="18" charset="0"/>
                <a:cs typeface="Times New Roman" panose="02020603050405020304" pitchFamily="18" charset="0"/>
                <a:sym typeface="+mn-ea"/>
              </a:rPr>
              <a:t>type NULL</a:t>
            </a:r>
            <a:r>
              <a:rPr sz="3800" b="0" i="0" spc="5" dirty="0">
                <a:latin typeface="Times New Roman" panose="02020603050405020304" pitchFamily="18" charset="0"/>
                <a:cs typeface="Times New Roman" panose="02020603050405020304" pitchFamily="18" charset="0"/>
                <a:sym typeface="+mn-ea"/>
              </a:rPr>
              <a:t> </a:t>
            </a:r>
            <a:r>
              <a:rPr sz="3800" b="0" i="0" spc="-5" dirty="0">
                <a:latin typeface="Times New Roman" panose="02020603050405020304" pitchFamily="18" charset="0"/>
                <a:cs typeface="Times New Roman" panose="02020603050405020304" pitchFamily="18" charset="0"/>
                <a:sym typeface="+mn-ea"/>
              </a:rPr>
              <a:t>is</a:t>
            </a:r>
            <a:r>
              <a:rPr sz="3800" b="0" i="0" dirty="0">
                <a:latin typeface="Times New Roman" panose="02020603050405020304" pitchFamily="18" charset="0"/>
                <a:cs typeface="Times New Roman" panose="02020603050405020304" pitchFamily="18" charset="0"/>
                <a:sym typeface="+mn-ea"/>
              </a:rPr>
              <a:t> </a:t>
            </a:r>
            <a:r>
              <a:rPr sz="3800" b="0" i="0" spc="-5" dirty="0">
                <a:latin typeface="Times New Roman" panose="02020603050405020304" pitchFamily="18" charset="0"/>
                <a:cs typeface="Times New Roman" panose="02020603050405020304" pitchFamily="18" charset="0"/>
                <a:sym typeface="+mn-ea"/>
              </a:rPr>
              <a:t>a</a:t>
            </a:r>
            <a:r>
              <a:rPr sz="3800" b="0" i="0" spc="10" dirty="0">
                <a:latin typeface="Times New Roman" panose="02020603050405020304" pitchFamily="18" charset="0"/>
                <a:cs typeface="Times New Roman" panose="02020603050405020304" pitchFamily="18" charset="0"/>
                <a:sym typeface="+mn-ea"/>
              </a:rPr>
              <a:t> </a:t>
            </a:r>
            <a:r>
              <a:rPr sz="3800" b="0" i="0" spc="-5" dirty="0">
                <a:latin typeface="Times New Roman" panose="02020603050405020304" pitchFamily="18" charset="0"/>
                <a:cs typeface="Times New Roman" panose="02020603050405020304" pitchFamily="18" charset="0"/>
                <a:sym typeface="+mn-ea"/>
              </a:rPr>
              <a:t>variable</a:t>
            </a:r>
            <a:r>
              <a:rPr sz="3800" b="0" i="0" spc="5" dirty="0">
                <a:latin typeface="Times New Roman" panose="02020603050405020304" pitchFamily="18" charset="0"/>
                <a:cs typeface="Times New Roman" panose="02020603050405020304" pitchFamily="18" charset="0"/>
                <a:sym typeface="+mn-ea"/>
              </a:rPr>
              <a:t> </a:t>
            </a:r>
            <a:r>
              <a:rPr sz="3800" b="0" i="0" spc="-5" dirty="0">
                <a:latin typeface="Times New Roman" panose="02020603050405020304" pitchFamily="18" charset="0"/>
                <a:cs typeface="Times New Roman" panose="02020603050405020304" pitchFamily="18" charset="0"/>
                <a:sym typeface="+mn-ea"/>
              </a:rPr>
              <a:t>that</a:t>
            </a:r>
            <a:r>
              <a:rPr sz="3800" b="0" i="0" spc="-10" dirty="0">
                <a:latin typeface="Times New Roman" panose="02020603050405020304" pitchFamily="18" charset="0"/>
                <a:cs typeface="Times New Roman" panose="02020603050405020304" pitchFamily="18" charset="0"/>
                <a:sym typeface="+mn-ea"/>
              </a:rPr>
              <a:t> </a:t>
            </a:r>
            <a:r>
              <a:rPr sz="3800" b="0" i="0" dirty="0">
                <a:latin typeface="Times New Roman" panose="02020603050405020304" pitchFamily="18" charset="0"/>
                <a:cs typeface="Times New Roman" panose="02020603050405020304" pitchFamily="18" charset="0"/>
                <a:sym typeface="+mn-ea"/>
              </a:rPr>
              <a:t>has</a:t>
            </a:r>
            <a:r>
              <a:rPr sz="3800" b="0" i="0" spc="-5" dirty="0">
                <a:latin typeface="Times New Roman" panose="02020603050405020304" pitchFamily="18" charset="0"/>
                <a:cs typeface="Times New Roman" panose="02020603050405020304" pitchFamily="18" charset="0"/>
                <a:sym typeface="+mn-ea"/>
              </a:rPr>
              <a:t> no</a:t>
            </a:r>
            <a:r>
              <a:rPr sz="3800" b="0" i="0" spc="5" dirty="0">
                <a:latin typeface="Times New Roman" panose="02020603050405020304" pitchFamily="18" charset="0"/>
                <a:cs typeface="Times New Roman" panose="02020603050405020304" pitchFamily="18" charset="0"/>
                <a:sym typeface="+mn-ea"/>
              </a:rPr>
              <a:t> </a:t>
            </a:r>
            <a:r>
              <a:rPr sz="3800" b="0" i="0" spc="-5" dirty="0">
                <a:latin typeface="Times New Roman" panose="02020603050405020304" pitchFamily="18" charset="0"/>
                <a:cs typeface="Times New Roman" panose="02020603050405020304" pitchFamily="18" charset="0"/>
                <a:sym typeface="+mn-ea"/>
              </a:rPr>
              <a:t>value assigned </a:t>
            </a:r>
            <a:r>
              <a:rPr sz="3800" b="0" i="0" dirty="0">
                <a:latin typeface="Times New Roman" panose="02020603050405020304" pitchFamily="18" charset="0"/>
                <a:cs typeface="Times New Roman" panose="02020603050405020304" pitchFamily="18" charset="0"/>
                <a:sym typeface="+mn-ea"/>
              </a:rPr>
              <a:t>to</a:t>
            </a:r>
            <a:r>
              <a:rPr sz="3800" b="0" i="0" spc="-60" dirty="0">
                <a:latin typeface="Times New Roman" panose="02020603050405020304" pitchFamily="18" charset="0"/>
                <a:cs typeface="Times New Roman" panose="02020603050405020304" pitchFamily="18" charset="0"/>
                <a:sym typeface="+mn-ea"/>
              </a:rPr>
              <a:t> </a:t>
            </a:r>
            <a:r>
              <a:rPr sz="3800" b="0" i="0" dirty="0">
                <a:latin typeface="Times New Roman" panose="02020603050405020304" pitchFamily="18" charset="0"/>
                <a:cs typeface="Times New Roman" panose="02020603050405020304" pitchFamily="18" charset="0"/>
                <a:sym typeface="+mn-ea"/>
              </a:rPr>
              <a:t>it.</a:t>
            </a:r>
            <a:r>
              <a:rPr sz="3800" b="0" i="0">
                <a:latin typeface="Times New Roman" panose="02020603050405020304" pitchFamily="18" charset="0"/>
                <a:cs typeface="Times New Roman" panose="02020603050405020304" pitchFamily="18" charset="0"/>
              </a:rPr>
              <a:t/>
            </a:r>
            <a:br>
              <a:rPr sz="3800" b="0" i="0">
                <a:latin typeface="Times New Roman" panose="02020603050405020304" pitchFamily="18" charset="0"/>
                <a:cs typeface="Times New Roman" panose="02020603050405020304" pitchFamily="18" charset="0"/>
              </a:rPr>
            </a:br>
            <a:r>
              <a:rPr sz="3800" b="0" i="0" dirty="0">
                <a:latin typeface="Times New Roman" panose="02020603050405020304" pitchFamily="18" charset="0"/>
                <a:cs typeface="Times New Roman" panose="02020603050405020304" pitchFamily="18" charset="0"/>
                <a:sym typeface="+mn-ea"/>
              </a:rPr>
              <a:t>If</a:t>
            </a:r>
            <a:r>
              <a:rPr sz="3800" b="0" i="0" spc="5" dirty="0">
                <a:latin typeface="Times New Roman" panose="02020603050405020304" pitchFamily="18" charset="0"/>
                <a:cs typeface="Times New Roman" panose="02020603050405020304" pitchFamily="18" charset="0"/>
                <a:sym typeface="+mn-ea"/>
              </a:rPr>
              <a:t> </a:t>
            </a:r>
            <a:r>
              <a:rPr sz="3800" b="0" i="0" spc="-5" dirty="0">
                <a:latin typeface="Times New Roman" panose="02020603050405020304" pitchFamily="18" charset="0"/>
                <a:cs typeface="Times New Roman" panose="02020603050405020304" pitchFamily="18" charset="0"/>
                <a:sym typeface="+mn-ea"/>
              </a:rPr>
              <a:t>a</a:t>
            </a:r>
            <a:r>
              <a:rPr sz="3800" b="0" i="0" spc="15" dirty="0">
                <a:latin typeface="Times New Roman" panose="02020603050405020304" pitchFamily="18" charset="0"/>
                <a:cs typeface="Times New Roman" panose="02020603050405020304" pitchFamily="18" charset="0"/>
                <a:sym typeface="+mn-ea"/>
              </a:rPr>
              <a:t> </a:t>
            </a:r>
            <a:r>
              <a:rPr sz="3800" b="0" i="0" spc="-5" dirty="0">
                <a:latin typeface="Times New Roman" panose="02020603050405020304" pitchFamily="18" charset="0"/>
                <a:cs typeface="Times New Roman" panose="02020603050405020304" pitchFamily="18" charset="0"/>
                <a:sym typeface="+mn-ea"/>
              </a:rPr>
              <a:t>variable</a:t>
            </a:r>
            <a:r>
              <a:rPr sz="3800" b="0" i="0" spc="5" dirty="0">
                <a:latin typeface="Times New Roman" panose="02020603050405020304" pitchFamily="18" charset="0"/>
                <a:cs typeface="Times New Roman" panose="02020603050405020304" pitchFamily="18" charset="0"/>
                <a:sym typeface="+mn-ea"/>
              </a:rPr>
              <a:t> </a:t>
            </a:r>
            <a:r>
              <a:rPr sz="3800" b="0" i="0" spc="-5" dirty="0">
                <a:latin typeface="Times New Roman" panose="02020603050405020304" pitchFamily="18" charset="0"/>
                <a:cs typeface="Times New Roman" panose="02020603050405020304" pitchFamily="18" charset="0"/>
                <a:sym typeface="+mn-ea"/>
              </a:rPr>
              <a:t>is</a:t>
            </a:r>
            <a:r>
              <a:rPr sz="3800" b="0" i="0" spc="10" dirty="0">
                <a:latin typeface="Times New Roman" panose="02020603050405020304" pitchFamily="18" charset="0"/>
                <a:cs typeface="Times New Roman" panose="02020603050405020304" pitchFamily="18" charset="0"/>
                <a:sym typeface="+mn-ea"/>
              </a:rPr>
              <a:t> </a:t>
            </a:r>
            <a:r>
              <a:rPr sz="3800" b="0" i="0" spc="-5" dirty="0">
                <a:latin typeface="Times New Roman" panose="02020603050405020304" pitchFamily="18" charset="0"/>
                <a:cs typeface="Times New Roman" panose="02020603050405020304" pitchFamily="18" charset="0"/>
                <a:sym typeface="+mn-ea"/>
              </a:rPr>
              <a:t>created without</a:t>
            </a:r>
            <a:r>
              <a:rPr sz="3800" b="0" i="0" spc="10" dirty="0">
                <a:latin typeface="Times New Roman" panose="02020603050405020304" pitchFamily="18" charset="0"/>
                <a:cs typeface="Times New Roman" panose="02020603050405020304" pitchFamily="18" charset="0"/>
                <a:sym typeface="+mn-ea"/>
              </a:rPr>
              <a:t> </a:t>
            </a:r>
            <a:r>
              <a:rPr sz="3800" b="0" i="0" spc="-5" dirty="0">
                <a:latin typeface="Times New Roman" panose="02020603050405020304" pitchFamily="18" charset="0"/>
                <a:cs typeface="Times New Roman" panose="02020603050405020304" pitchFamily="18" charset="0"/>
                <a:sym typeface="+mn-ea"/>
              </a:rPr>
              <a:t>a</a:t>
            </a:r>
            <a:r>
              <a:rPr sz="3800" b="0" i="0" spc="5" dirty="0">
                <a:latin typeface="Times New Roman" panose="02020603050405020304" pitchFamily="18" charset="0"/>
                <a:cs typeface="Times New Roman" panose="02020603050405020304" pitchFamily="18" charset="0"/>
                <a:sym typeface="+mn-ea"/>
              </a:rPr>
              <a:t> </a:t>
            </a:r>
            <a:r>
              <a:rPr sz="3800" b="0" i="0" spc="-5" dirty="0">
                <a:latin typeface="Times New Roman" panose="02020603050405020304" pitchFamily="18" charset="0"/>
                <a:cs typeface="Times New Roman" panose="02020603050405020304" pitchFamily="18" charset="0"/>
                <a:sym typeface="+mn-ea"/>
              </a:rPr>
              <a:t>value,</a:t>
            </a:r>
            <a:r>
              <a:rPr sz="3800" b="0" i="0" spc="10" dirty="0">
                <a:latin typeface="Times New Roman" panose="02020603050405020304" pitchFamily="18" charset="0"/>
                <a:cs typeface="Times New Roman" panose="02020603050405020304" pitchFamily="18" charset="0"/>
                <a:sym typeface="+mn-ea"/>
              </a:rPr>
              <a:t> </a:t>
            </a:r>
            <a:r>
              <a:rPr sz="3800" b="0" i="0" dirty="0">
                <a:latin typeface="Times New Roman" panose="02020603050405020304" pitchFamily="18" charset="0"/>
                <a:cs typeface="Times New Roman" panose="02020603050405020304" pitchFamily="18" charset="0"/>
                <a:sym typeface="+mn-ea"/>
              </a:rPr>
              <a:t>it</a:t>
            </a:r>
            <a:r>
              <a:rPr sz="3800" b="0" i="0" spc="5" dirty="0">
                <a:latin typeface="Times New Roman" panose="02020603050405020304" pitchFamily="18" charset="0"/>
                <a:cs typeface="Times New Roman" panose="02020603050405020304" pitchFamily="18" charset="0"/>
                <a:sym typeface="+mn-ea"/>
              </a:rPr>
              <a:t> </a:t>
            </a:r>
            <a:r>
              <a:rPr sz="3800" b="0" i="0" spc="-5" dirty="0">
                <a:latin typeface="Times New Roman" panose="02020603050405020304" pitchFamily="18" charset="0"/>
                <a:cs typeface="Times New Roman" panose="02020603050405020304" pitchFamily="18" charset="0"/>
                <a:sym typeface="+mn-ea"/>
              </a:rPr>
              <a:t>is</a:t>
            </a:r>
            <a:r>
              <a:rPr sz="3800" b="0" i="0" dirty="0">
                <a:latin typeface="Times New Roman" panose="02020603050405020304" pitchFamily="18" charset="0"/>
                <a:cs typeface="Times New Roman" panose="02020603050405020304" pitchFamily="18" charset="0"/>
                <a:sym typeface="+mn-ea"/>
              </a:rPr>
              <a:t> </a:t>
            </a:r>
            <a:r>
              <a:rPr sz="3800" b="0" i="0" spc="-5" dirty="0">
                <a:latin typeface="Times New Roman" panose="02020603050405020304" pitchFamily="18" charset="0"/>
                <a:cs typeface="Times New Roman" panose="02020603050405020304" pitchFamily="18" charset="0"/>
                <a:sym typeface="+mn-ea"/>
              </a:rPr>
              <a:t>automatically</a:t>
            </a:r>
            <a:r>
              <a:rPr sz="3800" b="0" i="0" spc="-10" dirty="0">
                <a:latin typeface="Times New Roman" panose="02020603050405020304" pitchFamily="18" charset="0"/>
                <a:cs typeface="Times New Roman" panose="02020603050405020304" pitchFamily="18" charset="0"/>
                <a:sym typeface="+mn-ea"/>
              </a:rPr>
              <a:t> </a:t>
            </a:r>
            <a:r>
              <a:rPr sz="3800" b="0" i="0" spc="-5" dirty="0">
                <a:latin typeface="Times New Roman" panose="02020603050405020304" pitchFamily="18" charset="0"/>
                <a:cs typeface="Times New Roman" panose="02020603050405020304" pitchFamily="18" charset="0"/>
                <a:sym typeface="+mn-ea"/>
              </a:rPr>
              <a:t>assigned</a:t>
            </a:r>
            <a:r>
              <a:rPr sz="3800" b="0" i="0" spc="10" dirty="0">
                <a:latin typeface="Times New Roman" panose="02020603050405020304" pitchFamily="18" charset="0"/>
                <a:cs typeface="Times New Roman" panose="02020603050405020304" pitchFamily="18" charset="0"/>
                <a:sym typeface="+mn-ea"/>
              </a:rPr>
              <a:t> </a:t>
            </a:r>
            <a:r>
              <a:rPr sz="3800" b="0" i="0" spc="-5" dirty="0">
                <a:latin typeface="Times New Roman" panose="02020603050405020304" pitchFamily="18" charset="0"/>
                <a:cs typeface="Times New Roman" panose="02020603050405020304" pitchFamily="18" charset="0"/>
                <a:sym typeface="+mn-ea"/>
              </a:rPr>
              <a:t>a</a:t>
            </a:r>
            <a:r>
              <a:rPr sz="3800" b="0" i="0" dirty="0">
                <a:latin typeface="Times New Roman" panose="02020603050405020304" pitchFamily="18" charset="0"/>
                <a:cs typeface="Times New Roman" panose="02020603050405020304" pitchFamily="18" charset="0"/>
                <a:sym typeface="+mn-ea"/>
              </a:rPr>
              <a:t> </a:t>
            </a:r>
            <a:r>
              <a:rPr sz="3800" b="0" i="0" spc="-5" dirty="0">
                <a:latin typeface="Times New Roman" panose="02020603050405020304" pitchFamily="18" charset="0"/>
                <a:cs typeface="Times New Roman" panose="02020603050405020304" pitchFamily="18" charset="0"/>
                <a:sym typeface="+mn-ea"/>
              </a:rPr>
              <a:t>value</a:t>
            </a:r>
            <a:r>
              <a:rPr sz="3800" b="0" i="0" spc="15" dirty="0">
                <a:latin typeface="Times New Roman" panose="02020603050405020304" pitchFamily="18" charset="0"/>
                <a:cs typeface="Times New Roman" panose="02020603050405020304" pitchFamily="18" charset="0"/>
                <a:sym typeface="+mn-ea"/>
              </a:rPr>
              <a:t> </a:t>
            </a:r>
            <a:r>
              <a:rPr sz="3800" b="0" i="0" spc="-5" dirty="0">
                <a:latin typeface="Times New Roman" panose="02020603050405020304" pitchFamily="18" charset="0"/>
                <a:cs typeface="Times New Roman" panose="02020603050405020304" pitchFamily="18" charset="0"/>
                <a:sym typeface="+mn-ea"/>
              </a:rPr>
              <a:t>of </a:t>
            </a:r>
            <a:r>
              <a:rPr sz="3800" b="0" i="0" spc="-320" dirty="0">
                <a:latin typeface="Times New Roman" panose="02020603050405020304" pitchFamily="18" charset="0"/>
                <a:cs typeface="Times New Roman" panose="02020603050405020304" pitchFamily="18" charset="0"/>
                <a:sym typeface="+mn-ea"/>
              </a:rPr>
              <a:t> </a:t>
            </a:r>
            <a:r>
              <a:rPr sz="3800" b="0" i="0" spc="-5" dirty="0">
                <a:latin typeface="Times New Roman" panose="02020603050405020304" pitchFamily="18" charset="0"/>
                <a:cs typeface="Times New Roman" panose="02020603050405020304" pitchFamily="18" charset="0"/>
                <a:sym typeface="+mn-ea"/>
              </a:rPr>
              <a:t>NULL.</a:t>
            </a:r>
            <a:r>
              <a:rPr sz="3800" b="0" i="0">
                <a:latin typeface="Times New Roman" panose="02020603050405020304" pitchFamily="18" charset="0"/>
                <a:cs typeface="Times New Roman" panose="02020603050405020304" pitchFamily="18" charset="0"/>
              </a:rPr>
              <a:t/>
            </a:r>
            <a:br>
              <a:rPr sz="3800" b="0" i="0">
                <a:latin typeface="Times New Roman" panose="02020603050405020304" pitchFamily="18" charset="0"/>
                <a:cs typeface="Times New Roman" panose="02020603050405020304" pitchFamily="18" charset="0"/>
              </a:rPr>
            </a:br>
            <a:r>
              <a:rPr sz="3800" b="0" i="0" spc="-5" dirty="0">
                <a:latin typeface="Times New Roman" panose="02020603050405020304" pitchFamily="18" charset="0"/>
                <a:cs typeface="Times New Roman" panose="02020603050405020304" pitchFamily="18" charset="0"/>
                <a:sym typeface="+mn-ea"/>
              </a:rPr>
              <a:t>Variables</a:t>
            </a:r>
            <a:r>
              <a:rPr sz="3800" b="0" i="0" dirty="0">
                <a:latin typeface="Times New Roman" panose="02020603050405020304" pitchFamily="18" charset="0"/>
                <a:cs typeface="Times New Roman" panose="02020603050405020304" pitchFamily="18" charset="0"/>
                <a:sym typeface="+mn-ea"/>
              </a:rPr>
              <a:t> </a:t>
            </a:r>
            <a:r>
              <a:rPr sz="3800" b="0" i="0" spc="-10" dirty="0">
                <a:latin typeface="Times New Roman" panose="02020603050405020304" pitchFamily="18" charset="0"/>
                <a:cs typeface="Times New Roman" panose="02020603050405020304" pitchFamily="18" charset="0"/>
                <a:sym typeface="+mn-ea"/>
              </a:rPr>
              <a:t>can</a:t>
            </a:r>
            <a:r>
              <a:rPr sz="3800" b="0" i="0" spc="-5" dirty="0">
                <a:latin typeface="Times New Roman" panose="02020603050405020304" pitchFamily="18" charset="0"/>
                <a:cs typeface="Times New Roman" panose="02020603050405020304" pitchFamily="18" charset="0"/>
                <a:sym typeface="+mn-ea"/>
              </a:rPr>
              <a:t> also</a:t>
            </a:r>
            <a:r>
              <a:rPr sz="3800" b="0" i="0" spc="5" dirty="0">
                <a:latin typeface="Times New Roman" panose="02020603050405020304" pitchFamily="18" charset="0"/>
                <a:cs typeface="Times New Roman" panose="02020603050405020304" pitchFamily="18" charset="0"/>
                <a:sym typeface="+mn-ea"/>
              </a:rPr>
              <a:t> </a:t>
            </a:r>
            <a:r>
              <a:rPr sz="3800" b="0" i="0" spc="-10" dirty="0">
                <a:latin typeface="Times New Roman" panose="02020603050405020304" pitchFamily="18" charset="0"/>
                <a:cs typeface="Times New Roman" panose="02020603050405020304" pitchFamily="18" charset="0"/>
                <a:sym typeface="+mn-ea"/>
              </a:rPr>
              <a:t>be</a:t>
            </a:r>
            <a:r>
              <a:rPr sz="3800" b="0" i="0" spc="-5" dirty="0">
                <a:latin typeface="Times New Roman" panose="02020603050405020304" pitchFamily="18" charset="0"/>
                <a:cs typeface="Times New Roman" panose="02020603050405020304" pitchFamily="18" charset="0"/>
                <a:sym typeface="+mn-ea"/>
              </a:rPr>
              <a:t> emptied by</a:t>
            </a:r>
            <a:r>
              <a:rPr sz="3800" b="0" i="0" spc="-15" dirty="0">
                <a:latin typeface="Times New Roman" panose="02020603050405020304" pitchFamily="18" charset="0"/>
                <a:cs typeface="Times New Roman" panose="02020603050405020304" pitchFamily="18" charset="0"/>
                <a:sym typeface="+mn-ea"/>
              </a:rPr>
              <a:t> </a:t>
            </a:r>
            <a:r>
              <a:rPr sz="3800" b="0" i="0" dirty="0">
                <a:latin typeface="Times New Roman" panose="02020603050405020304" pitchFamily="18" charset="0"/>
                <a:cs typeface="Times New Roman" panose="02020603050405020304" pitchFamily="18" charset="0"/>
                <a:sym typeface="+mn-ea"/>
              </a:rPr>
              <a:t>setting </a:t>
            </a:r>
            <a:r>
              <a:rPr sz="3800" b="0" i="0" spc="-5" dirty="0">
                <a:latin typeface="Times New Roman" panose="02020603050405020304" pitchFamily="18" charset="0"/>
                <a:cs typeface="Times New Roman" panose="02020603050405020304" pitchFamily="18" charset="0"/>
                <a:sym typeface="+mn-ea"/>
              </a:rPr>
              <a:t>the value</a:t>
            </a:r>
            <a:r>
              <a:rPr sz="3800" b="0" i="0" spc="10" dirty="0">
                <a:latin typeface="Times New Roman" panose="02020603050405020304" pitchFamily="18" charset="0"/>
                <a:cs typeface="Times New Roman" panose="02020603050405020304" pitchFamily="18" charset="0"/>
                <a:sym typeface="+mn-ea"/>
              </a:rPr>
              <a:t> </a:t>
            </a:r>
            <a:r>
              <a:rPr sz="3800" b="0" i="0" dirty="0">
                <a:latin typeface="Times New Roman" panose="02020603050405020304" pitchFamily="18" charset="0"/>
                <a:cs typeface="Times New Roman" panose="02020603050405020304" pitchFamily="18" charset="0"/>
                <a:sym typeface="+mn-ea"/>
              </a:rPr>
              <a:t>to</a:t>
            </a:r>
            <a:r>
              <a:rPr sz="3800" b="0" i="0" spc="-45" dirty="0">
                <a:latin typeface="Times New Roman" panose="02020603050405020304" pitchFamily="18" charset="0"/>
                <a:cs typeface="Times New Roman" panose="02020603050405020304" pitchFamily="18" charset="0"/>
                <a:sym typeface="+mn-ea"/>
              </a:rPr>
              <a:t> </a:t>
            </a:r>
            <a:r>
              <a:rPr sz="3800" b="0" i="0" spc="-5" dirty="0">
                <a:latin typeface="Times New Roman" panose="02020603050405020304" pitchFamily="18" charset="0"/>
                <a:cs typeface="Times New Roman" panose="02020603050405020304" pitchFamily="18" charset="0"/>
                <a:sym typeface="+mn-ea"/>
              </a:rPr>
              <a:t>NULL:</a:t>
            </a:r>
            <a:endParaRPr lang="en-US" sz="3800" b="0" i="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734B3AE3-7879-2E9B-E764-6D308D62732E}"/>
              </a:ext>
            </a:extLst>
          </p:cNvPr>
          <p:cNvSpPr>
            <a:spLocks noGrp="1"/>
          </p:cNvSpPr>
          <p:nvPr>
            <p:ph type="sldNum" idx="4"/>
          </p:nvPr>
        </p:nvSpPr>
        <p:spPr/>
        <p:txBody>
          <a:bodyPr/>
          <a:lstStyle/>
          <a:p>
            <a:pPr algn="r">
              <a:buNone/>
            </a:pPr>
            <a:fld id="{9A0DB2DC-4C9A-4742-B13C-FB6460FD3503}" type="slidenum">
              <a:rPr lang="en-GB" altLang="en-US" smtClean="0"/>
              <a:pPr algn="r">
                <a:buNone/>
              </a:pPr>
              <a:t>40</a:t>
            </a:fld>
            <a:endParaRPr lang="en-GB"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i="0" spc="-5" dirty="0">
                <a:highlight>
                  <a:srgbClr val="00FF00"/>
                </a:highlight>
                <a:latin typeface="Times New Roman" panose="02020603050405020304" pitchFamily="18" charset="0"/>
                <a:cs typeface="Times New Roman" panose="02020603050405020304" pitchFamily="18" charset="0"/>
                <a:sym typeface="+mn-ea"/>
              </a:rPr>
              <a:t>PHP</a:t>
            </a:r>
            <a:r>
              <a:rPr sz="3200" i="0" spc="-30" dirty="0">
                <a:highlight>
                  <a:srgbClr val="00FF00"/>
                </a:highlight>
                <a:latin typeface="Times New Roman" panose="02020603050405020304" pitchFamily="18" charset="0"/>
                <a:cs typeface="Times New Roman" panose="02020603050405020304" pitchFamily="18" charset="0"/>
                <a:sym typeface="+mn-ea"/>
              </a:rPr>
              <a:t> </a:t>
            </a:r>
            <a:r>
              <a:rPr sz="3200" i="0" spc="-5" dirty="0">
                <a:highlight>
                  <a:srgbClr val="00FF00"/>
                </a:highlight>
                <a:latin typeface="Times New Roman" panose="02020603050405020304" pitchFamily="18" charset="0"/>
                <a:cs typeface="Times New Roman" panose="02020603050405020304" pitchFamily="18" charset="0"/>
                <a:sym typeface="+mn-ea"/>
              </a:rPr>
              <a:t>Operators</a:t>
            </a:r>
            <a:r>
              <a:rPr sz="2900" b="0" i="0">
                <a:latin typeface="Times New Roman" panose="02020603050405020304" pitchFamily="18" charset="0"/>
                <a:cs typeface="Times New Roman" panose="02020603050405020304" pitchFamily="18" charset="0"/>
              </a:rPr>
              <a:t/>
            </a:r>
            <a:br>
              <a:rPr sz="2900" b="0" i="0">
                <a:latin typeface="Times New Roman" panose="02020603050405020304" pitchFamily="18" charset="0"/>
                <a:cs typeface="Times New Roman" panose="02020603050405020304" pitchFamily="18" charset="0"/>
              </a:rPr>
            </a:br>
            <a:r>
              <a:rPr sz="2900" b="0" i="0">
                <a:latin typeface="Times New Roman" panose="02020603050405020304" pitchFamily="18" charset="0"/>
                <a:cs typeface="Times New Roman" panose="02020603050405020304" pitchFamily="18" charset="0"/>
              </a:rPr>
              <a:t/>
            </a:r>
            <a:br>
              <a:rPr sz="2900" b="0" i="0">
                <a:latin typeface="Times New Roman" panose="02020603050405020304" pitchFamily="18" charset="0"/>
                <a:cs typeface="Times New Roman" panose="02020603050405020304" pitchFamily="18" charset="0"/>
              </a:rPr>
            </a:br>
            <a:r>
              <a:rPr sz="2900" b="0" i="0" spc="-5" dirty="0">
                <a:latin typeface="Times New Roman" panose="02020603050405020304" pitchFamily="18" charset="0"/>
                <a:cs typeface="Times New Roman" panose="02020603050405020304" pitchFamily="18" charset="0"/>
                <a:sym typeface="+mn-ea"/>
              </a:rPr>
              <a:t>Operators</a:t>
            </a:r>
            <a:r>
              <a:rPr sz="2900" b="0" i="0" spc="5" dirty="0">
                <a:latin typeface="Times New Roman" panose="02020603050405020304" pitchFamily="18" charset="0"/>
                <a:cs typeface="Times New Roman" panose="02020603050405020304" pitchFamily="18" charset="0"/>
                <a:sym typeface="+mn-ea"/>
              </a:rPr>
              <a:t> </a:t>
            </a:r>
            <a:r>
              <a:rPr sz="2900" b="0" i="0" spc="-5" dirty="0">
                <a:latin typeface="Times New Roman" panose="02020603050405020304" pitchFamily="18" charset="0"/>
                <a:cs typeface="Times New Roman" panose="02020603050405020304" pitchFamily="18" charset="0"/>
                <a:sym typeface="+mn-ea"/>
              </a:rPr>
              <a:t>are</a:t>
            </a:r>
            <a:r>
              <a:rPr sz="2900" b="0" i="0" dirty="0">
                <a:latin typeface="Times New Roman" panose="02020603050405020304" pitchFamily="18" charset="0"/>
                <a:cs typeface="Times New Roman" panose="02020603050405020304" pitchFamily="18" charset="0"/>
                <a:sym typeface="+mn-ea"/>
              </a:rPr>
              <a:t> </a:t>
            </a:r>
            <a:r>
              <a:rPr sz="2900" b="0" i="0" spc="-5" dirty="0">
                <a:latin typeface="Times New Roman" panose="02020603050405020304" pitchFamily="18" charset="0"/>
                <a:cs typeface="Times New Roman" panose="02020603050405020304" pitchFamily="18" charset="0"/>
                <a:sym typeface="+mn-ea"/>
              </a:rPr>
              <a:t>used</a:t>
            </a:r>
            <a:r>
              <a:rPr sz="2900" b="0" i="0" dirty="0">
                <a:latin typeface="Times New Roman" panose="02020603050405020304" pitchFamily="18" charset="0"/>
                <a:cs typeface="Times New Roman" panose="02020603050405020304" pitchFamily="18" charset="0"/>
                <a:sym typeface="+mn-ea"/>
              </a:rPr>
              <a:t> to </a:t>
            </a:r>
            <a:r>
              <a:rPr sz="2900" b="0" i="0" spc="-5" dirty="0">
                <a:latin typeface="Times New Roman" panose="02020603050405020304" pitchFamily="18" charset="0"/>
                <a:cs typeface="Times New Roman" panose="02020603050405020304" pitchFamily="18" charset="0"/>
                <a:sym typeface="+mn-ea"/>
              </a:rPr>
              <a:t>perform</a:t>
            </a:r>
            <a:r>
              <a:rPr sz="2900" b="0" i="0" dirty="0">
                <a:latin typeface="Times New Roman" panose="02020603050405020304" pitchFamily="18" charset="0"/>
                <a:cs typeface="Times New Roman" panose="02020603050405020304" pitchFamily="18" charset="0"/>
                <a:sym typeface="+mn-ea"/>
              </a:rPr>
              <a:t> </a:t>
            </a:r>
            <a:r>
              <a:rPr sz="2900" b="0" i="0" spc="-5" dirty="0">
                <a:latin typeface="Times New Roman" panose="02020603050405020304" pitchFamily="18" charset="0"/>
                <a:cs typeface="Times New Roman" panose="02020603050405020304" pitchFamily="18" charset="0"/>
                <a:sym typeface="+mn-ea"/>
              </a:rPr>
              <a:t>operations</a:t>
            </a:r>
            <a:r>
              <a:rPr sz="2900" b="0" i="0" spc="10" dirty="0">
                <a:latin typeface="Times New Roman" panose="02020603050405020304" pitchFamily="18" charset="0"/>
                <a:cs typeface="Times New Roman" panose="02020603050405020304" pitchFamily="18" charset="0"/>
                <a:sym typeface="+mn-ea"/>
              </a:rPr>
              <a:t> </a:t>
            </a:r>
            <a:r>
              <a:rPr sz="2900" b="0" i="0" spc="-5" dirty="0">
                <a:latin typeface="Times New Roman" panose="02020603050405020304" pitchFamily="18" charset="0"/>
                <a:cs typeface="Times New Roman" panose="02020603050405020304" pitchFamily="18" charset="0"/>
                <a:sym typeface="+mn-ea"/>
              </a:rPr>
              <a:t>on</a:t>
            </a:r>
            <a:r>
              <a:rPr sz="2900" b="0" i="0" dirty="0">
                <a:latin typeface="Times New Roman" panose="02020603050405020304" pitchFamily="18" charset="0"/>
                <a:cs typeface="Times New Roman" panose="02020603050405020304" pitchFamily="18" charset="0"/>
                <a:sym typeface="+mn-ea"/>
              </a:rPr>
              <a:t> </a:t>
            </a:r>
            <a:r>
              <a:rPr sz="2900" b="0" i="0" spc="-5" dirty="0">
                <a:latin typeface="Times New Roman" panose="02020603050405020304" pitchFamily="18" charset="0"/>
                <a:cs typeface="Times New Roman" panose="02020603050405020304" pitchFamily="18" charset="0"/>
                <a:sym typeface="+mn-ea"/>
              </a:rPr>
              <a:t>variables</a:t>
            </a:r>
            <a:r>
              <a:rPr sz="2900" b="0" i="0" spc="10" dirty="0">
                <a:latin typeface="Times New Roman" panose="02020603050405020304" pitchFamily="18" charset="0"/>
                <a:cs typeface="Times New Roman" panose="02020603050405020304" pitchFamily="18" charset="0"/>
                <a:sym typeface="+mn-ea"/>
              </a:rPr>
              <a:t> </a:t>
            </a:r>
            <a:r>
              <a:rPr sz="2900" b="0" i="0" spc="-5" dirty="0">
                <a:latin typeface="Times New Roman" panose="02020603050405020304" pitchFamily="18" charset="0"/>
                <a:cs typeface="Times New Roman" panose="02020603050405020304" pitchFamily="18" charset="0"/>
                <a:sym typeface="+mn-ea"/>
              </a:rPr>
              <a:t>and</a:t>
            </a:r>
            <a:r>
              <a:rPr sz="2900" b="0" i="0" spc="10" dirty="0">
                <a:latin typeface="Times New Roman" panose="02020603050405020304" pitchFamily="18" charset="0"/>
                <a:cs typeface="Times New Roman" panose="02020603050405020304" pitchFamily="18" charset="0"/>
                <a:sym typeface="+mn-ea"/>
              </a:rPr>
              <a:t> </a:t>
            </a:r>
            <a:r>
              <a:rPr sz="2900" b="0" i="0" spc="-5" dirty="0">
                <a:latin typeface="Times New Roman" panose="02020603050405020304" pitchFamily="18" charset="0"/>
                <a:cs typeface="Times New Roman" panose="02020603050405020304" pitchFamily="18" charset="0"/>
                <a:sym typeface="+mn-ea"/>
              </a:rPr>
              <a:t>values.</a:t>
            </a:r>
            <a:r>
              <a:rPr sz="2900" b="0" i="0">
                <a:latin typeface="Times New Roman" panose="02020603050405020304" pitchFamily="18" charset="0"/>
                <a:cs typeface="Times New Roman" panose="02020603050405020304" pitchFamily="18" charset="0"/>
              </a:rPr>
              <a:t/>
            </a:r>
            <a:br>
              <a:rPr sz="2900" b="0" i="0">
                <a:latin typeface="Times New Roman" panose="02020603050405020304" pitchFamily="18" charset="0"/>
                <a:cs typeface="Times New Roman" panose="02020603050405020304" pitchFamily="18" charset="0"/>
              </a:rPr>
            </a:br>
            <a:r>
              <a:rPr sz="2900" b="0" i="0">
                <a:latin typeface="Times New Roman" panose="02020603050405020304" pitchFamily="18" charset="0"/>
                <a:cs typeface="Times New Roman" panose="02020603050405020304" pitchFamily="18" charset="0"/>
              </a:rPr>
              <a:t/>
            </a:r>
            <a:br>
              <a:rPr sz="2900" b="0" i="0">
                <a:latin typeface="Times New Roman" panose="02020603050405020304" pitchFamily="18" charset="0"/>
                <a:cs typeface="Times New Roman" panose="02020603050405020304" pitchFamily="18" charset="0"/>
              </a:rPr>
            </a:br>
            <a:r>
              <a:rPr sz="2900" b="0" i="0" spc="-5" dirty="0">
                <a:latin typeface="Times New Roman" panose="02020603050405020304" pitchFamily="18" charset="0"/>
                <a:cs typeface="Times New Roman" panose="02020603050405020304" pitchFamily="18" charset="0"/>
                <a:sym typeface="+mn-ea"/>
              </a:rPr>
              <a:t>PHP</a:t>
            </a:r>
            <a:r>
              <a:rPr sz="2900" b="0" i="0" dirty="0">
                <a:latin typeface="Times New Roman" panose="02020603050405020304" pitchFamily="18" charset="0"/>
                <a:cs typeface="Times New Roman" panose="02020603050405020304" pitchFamily="18" charset="0"/>
                <a:sym typeface="+mn-ea"/>
              </a:rPr>
              <a:t> </a:t>
            </a:r>
            <a:r>
              <a:rPr sz="2900" b="0" i="0" spc="-5" dirty="0">
                <a:latin typeface="Times New Roman" panose="02020603050405020304" pitchFamily="18" charset="0"/>
                <a:cs typeface="Times New Roman" panose="02020603050405020304" pitchFamily="18" charset="0"/>
                <a:sym typeface="+mn-ea"/>
              </a:rPr>
              <a:t>divides</a:t>
            </a:r>
            <a:r>
              <a:rPr sz="2900" b="0" i="0" spc="10" dirty="0">
                <a:latin typeface="Times New Roman" panose="02020603050405020304" pitchFamily="18" charset="0"/>
                <a:cs typeface="Times New Roman" panose="02020603050405020304" pitchFamily="18" charset="0"/>
                <a:sym typeface="+mn-ea"/>
              </a:rPr>
              <a:t> </a:t>
            </a:r>
            <a:r>
              <a:rPr sz="2900" b="0" i="0" spc="-5" dirty="0">
                <a:latin typeface="Times New Roman" panose="02020603050405020304" pitchFamily="18" charset="0"/>
                <a:cs typeface="Times New Roman" panose="02020603050405020304" pitchFamily="18" charset="0"/>
                <a:sym typeface="+mn-ea"/>
              </a:rPr>
              <a:t>the</a:t>
            </a:r>
            <a:r>
              <a:rPr sz="2900" b="0" i="0" dirty="0">
                <a:latin typeface="Times New Roman" panose="02020603050405020304" pitchFamily="18" charset="0"/>
                <a:cs typeface="Times New Roman" panose="02020603050405020304" pitchFamily="18" charset="0"/>
                <a:sym typeface="+mn-ea"/>
              </a:rPr>
              <a:t> </a:t>
            </a:r>
            <a:r>
              <a:rPr sz="2900" b="0" i="0" spc="-5" dirty="0">
                <a:latin typeface="Times New Roman" panose="02020603050405020304" pitchFamily="18" charset="0"/>
                <a:cs typeface="Times New Roman" panose="02020603050405020304" pitchFamily="18" charset="0"/>
                <a:sym typeface="+mn-ea"/>
              </a:rPr>
              <a:t>operators</a:t>
            </a:r>
            <a:r>
              <a:rPr sz="2900" b="0" i="0" spc="5" dirty="0">
                <a:latin typeface="Times New Roman" panose="02020603050405020304" pitchFamily="18" charset="0"/>
                <a:cs typeface="Times New Roman" panose="02020603050405020304" pitchFamily="18" charset="0"/>
                <a:sym typeface="+mn-ea"/>
              </a:rPr>
              <a:t> </a:t>
            </a:r>
            <a:r>
              <a:rPr sz="2900" b="0" i="0" dirty="0">
                <a:latin typeface="Times New Roman" panose="02020603050405020304" pitchFamily="18" charset="0"/>
                <a:cs typeface="Times New Roman" panose="02020603050405020304" pitchFamily="18" charset="0"/>
                <a:sym typeface="+mn-ea"/>
              </a:rPr>
              <a:t>in the </a:t>
            </a:r>
            <a:r>
              <a:rPr sz="2900" b="0" i="0" spc="-5" dirty="0">
                <a:latin typeface="Times New Roman" panose="02020603050405020304" pitchFamily="18" charset="0"/>
                <a:cs typeface="Times New Roman" panose="02020603050405020304" pitchFamily="18" charset="0"/>
                <a:sym typeface="+mn-ea"/>
              </a:rPr>
              <a:t>following</a:t>
            </a:r>
            <a:r>
              <a:rPr sz="2900" b="0" i="0" spc="-15" dirty="0">
                <a:latin typeface="Times New Roman" panose="02020603050405020304" pitchFamily="18" charset="0"/>
                <a:cs typeface="Times New Roman" panose="02020603050405020304" pitchFamily="18" charset="0"/>
                <a:sym typeface="+mn-ea"/>
              </a:rPr>
              <a:t> </a:t>
            </a:r>
            <a:r>
              <a:rPr sz="2900" b="0" i="0" dirty="0">
                <a:latin typeface="Times New Roman" panose="02020603050405020304" pitchFamily="18" charset="0"/>
                <a:cs typeface="Times New Roman" panose="02020603050405020304" pitchFamily="18" charset="0"/>
                <a:sym typeface="+mn-ea"/>
              </a:rPr>
              <a:t>groups:</a:t>
            </a:r>
            <a:r>
              <a:rPr sz="2900" b="0" i="0">
                <a:latin typeface="Times New Roman" panose="02020603050405020304" pitchFamily="18" charset="0"/>
                <a:cs typeface="Times New Roman" panose="02020603050405020304" pitchFamily="18" charset="0"/>
              </a:rPr>
              <a:t/>
            </a:r>
            <a:br>
              <a:rPr sz="2900" b="0" i="0">
                <a:latin typeface="Times New Roman" panose="02020603050405020304" pitchFamily="18" charset="0"/>
                <a:cs typeface="Times New Roman" panose="02020603050405020304" pitchFamily="18" charset="0"/>
              </a:rPr>
            </a:br>
            <a:r>
              <a:rPr sz="2900" b="0" i="0">
                <a:latin typeface="Times New Roman" panose="02020603050405020304" pitchFamily="18" charset="0"/>
                <a:cs typeface="Times New Roman" panose="02020603050405020304" pitchFamily="18" charset="0"/>
              </a:rPr>
              <a:t/>
            </a:r>
            <a:br>
              <a:rPr sz="2900" b="0" i="0">
                <a:latin typeface="Times New Roman" panose="02020603050405020304" pitchFamily="18" charset="0"/>
                <a:cs typeface="Times New Roman" panose="02020603050405020304" pitchFamily="18" charset="0"/>
              </a:rPr>
            </a:br>
            <a:r>
              <a:rPr sz="2900" b="0" i="0" spc="-5" dirty="0">
                <a:latin typeface="Times New Roman" panose="02020603050405020304" pitchFamily="18" charset="0"/>
                <a:cs typeface="Times New Roman" panose="02020603050405020304" pitchFamily="18" charset="0"/>
                <a:sym typeface="+mn-ea"/>
              </a:rPr>
              <a:t>Arithmetic</a:t>
            </a:r>
            <a:r>
              <a:rPr sz="2900" b="0" i="0" spc="-15" dirty="0">
                <a:latin typeface="Times New Roman" panose="02020603050405020304" pitchFamily="18" charset="0"/>
                <a:cs typeface="Times New Roman" panose="02020603050405020304" pitchFamily="18" charset="0"/>
                <a:sym typeface="+mn-ea"/>
              </a:rPr>
              <a:t> </a:t>
            </a:r>
            <a:r>
              <a:rPr sz="2900" b="0" i="0" spc="-5" dirty="0">
                <a:latin typeface="Times New Roman" panose="02020603050405020304" pitchFamily="18" charset="0"/>
                <a:cs typeface="Times New Roman" panose="02020603050405020304" pitchFamily="18" charset="0"/>
                <a:sym typeface="+mn-ea"/>
              </a:rPr>
              <a:t>operators</a:t>
            </a:r>
            <a:r>
              <a:rPr sz="2900" b="0" i="0">
                <a:latin typeface="Times New Roman" panose="02020603050405020304" pitchFamily="18" charset="0"/>
                <a:cs typeface="Times New Roman" panose="02020603050405020304" pitchFamily="18" charset="0"/>
              </a:rPr>
              <a:t/>
            </a:r>
            <a:br>
              <a:rPr sz="2900" b="0" i="0">
                <a:latin typeface="Times New Roman" panose="02020603050405020304" pitchFamily="18" charset="0"/>
                <a:cs typeface="Times New Roman" panose="02020603050405020304" pitchFamily="18" charset="0"/>
              </a:rPr>
            </a:br>
            <a:r>
              <a:rPr sz="2900" b="0" i="0" spc="-5" dirty="0">
                <a:latin typeface="Times New Roman" panose="02020603050405020304" pitchFamily="18" charset="0"/>
                <a:cs typeface="Times New Roman" panose="02020603050405020304" pitchFamily="18" charset="0"/>
                <a:sym typeface="+mn-ea"/>
              </a:rPr>
              <a:t>Assignment</a:t>
            </a:r>
            <a:r>
              <a:rPr sz="2900" b="0" i="0" spc="-40" dirty="0">
                <a:latin typeface="Times New Roman" panose="02020603050405020304" pitchFamily="18" charset="0"/>
                <a:cs typeface="Times New Roman" panose="02020603050405020304" pitchFamily="18" charset="0"/>
                <a:sym typeface="+mn-ea"/>
              </a:rPr>
              <a:t> </a:t>
            </a:r>
            <a:r>
              <a:rPr sz="2900" b="0" i="0" spc="-5" dirty="0">
                <a:latin typeface="Times New Roman" panose="02020603050405020304" pitchFamily="18" charset="0"/>
                <a:cs typeface="Times New Roman" panose="02020603050405020304" pitchFamily="18" charset="0"/>
                <a:sym typeface="+mn-ea"/>
              </a:rPr>
              <a:t>operators</a:t>
            </a:r>
            <a:r>
              <a:rPr sz="2900" b="0" i="0">
                <a:latin typeface="Times New Roman" panose="02020603050405020304" pitchFamily="18" charset="0"/>
                <a:cs typeface="Times New Roman" panose="02020603050405020304" pitchFamily="18" charset="0"/>
              </a:rPr>
              <a:t/>
            </a:r>
            <a:br>
              <a:rPr sz="2900" b="0" i="0">
                <a:latin typeface="Times New Roman" panose="02020603050405020304" pitchFamily="18" charset="0"/>
                <a:cs typeface="Times New Roman" panose="02020603050405020304" pitchFamily="18" charset="0"/>
              </a:rPr>
            </a:br>
            <a:r>
              <a:rPr sz="2900" b="0" i="0" spc="-5" dirty="0">
                <a:latin typeface="Times New Roman" panose="02020603050405020304" pitchFamily="18" charset="0"/>
                <a:cs typeface="Times New Roman" panose="02020603050405020304" pitchFamily="18" charset="0"/>
                <a:sym typeface="+mn-ea"/>
              </a:rPr>
              <a:t>Comparison</a:t>
            </a:r>
            <a:r>
              <a:rPr sz="2900" b="0" i="0" spc="-60" dirty="0">
                <a:latin typeface="Times New Roman" panose="02020603050405020304" pitchFamily="18" charset="0"/>
                <a:cs typeface="Times New Roman" panose="02020603050405020304" pitchFamily="18" charset="0"/>
                <a:sym typeface="+mn-ea"/>
              </a:rPr>
              <a:t> </a:t>
            </a:r>
            <a:r>
              <a:rPr sz="2900" b="0" i="0" spc="-5" dirty="0">
                <a:latin typeface="Times New Roman" panose="02020603050405020304" pitchFamily="18" charset="0"/>
                <a:cs typeface="Times New Roman" panose="02020603050405020304" pitchFamily="18" charset="0"/>
                <a:sym typeface="+mn-ea"/>
              </a:rPr>
              <a:t>operators</a:t>
            </a:r>
            <a:r>
              <a:rPr lang="en-US" sz="2900" b="0" i="0" spc="-5" dirty="0">
                <a:latin typeface="Times New Roman" panose="02020603050405020304" pitchFamily="18" charset="0"/>
                <a:cs typeface="Times New Roman" panose="02020603050405020304" pitchFamily="18" charset="0"/>
                <a:sym typeface="+mn-ea"/>
              </a:rPr>
              <a:t> </a:t>
            </a:r>
            <a:r>
              <a:rPr sz="2900" b="0" i="0">
                <a:latin typeface="Times New Roman" panose="02020603050405020304" pitchFamily="18" charset="0"/>
                <a:cs typeface="Times New Roman" panose="02020603050405020304" pitchFamily="18" charset="0"/>
              </a:rPr>
              <a:t/>
            </a:r>
            <a:br>
              <a:rPr sz="2900" b="0" i="0">
                <a:latin typeface="Times New Roman" panose="02020603050405020304" pitchFamily="18" charset="0"/>
                <a:cs typeface="Times New Roman" panose="02020603050405020304" pitchFamily="18" charset="0"/>
              </a:rPr>
            </a:br>
            <a:r>
              <a:rPr sz="2900" b="0" i="0" dirty="0">
                <a:latin typeface="Times New Roman" panose="02020603050405020304" pitchFamily="18" charset="0"/>
                <a:cs typeface="Times New Roman" panose="02020603050405020304" pitchFamily="18" charset="0"/>
                <a:sym typeface="+mn-ea"/>
              </a:rPr>
              <a:t>Increment/Decrement</a:t>
            </a:r>
            <a:r>
              <a:rPr sz="2900" b="0" i="0" spc="-45" dirty="0">
                <a:latin typeface="Times New Roman" panose="02020603050405020304" pitchFamily="18" charset="0"/>
                <a:cs typeface="Times New Roman" panose="02020603050405020304" pitchFamily="18" charset="0"/>
                <a:sym typeface="+mn-ea"/>
              </a:rPr>
              <a:t> </a:t>
            </a:r>
            <a:r>
              <a:rPr sz="2900" b="0" i="0" spc="-5" dirty="0">
                <a:latin typeface="Times New Roman" panose="02020603050405020304" pitchFamily="18" charset="0"/>
                <a:cs typeface="Times New Roman" panose="02020603050405020304" pitchFamily="18" charset="0"/>
                <a:sym typeface="+mn-ea"/>
              </a:rPr>
              <a:t>operators</a:t>
            </a:r>
            <a:r>
              <a:rPr sz="2900" b="0" i="0">
                <a:latin typeface="Times New Roman" panose="02020603050405020304" pitchFamily="18" charset="0"/>
                <a:cs typeface="Times New Roman" panose="02020603050405020304" pitchFamily="18" charset="0"/>
              </a:rPr>
              <a:t/>
            </a:r>
            <a:br>
              <a:rPr sz="2900" b="0" i="0">
                <a:latin typeface="Times New Roman" panose="02020603050405020304" pitchFamily="18" charset="0"/>
                <a:cs typeface="Times New Roman" panose="02020603050405020304" pitchFamily="18" charset="0"/>
              </a:rPr>
            </a:br>
            <a:r>
              <a:rPr sz="2900" b="0" i="0" spc="-5" dirty="0">
                <a:latin typeface="Times New Roman" panose="02020603050405020304" pitchFamily="18" charset="0"/>
                <a:cs typeface="Times New Roman" panose="02020603050405020304" pitchFamily="18" charset="0"/>
                <a:sym typeface="+mn-ea"/>
              </a:rPr>
              <a:t>Logical operators</a:t>
            </a:r>
            <a:r>
              <a:rPr sz="2900" b="0" i="0">
                <a:latin typeface="Times New Roman" panose="02020603050405020304" pitchFamily="18" charset="0"/>
                <a:cs typeface="Times New Roman" panose="02020603050405020304" pitchFamily="18" charset="0"/>
              </a:rPr>
              <a:t/>
            </a:r>
            <a:br>
              <a:rPr sz="2900" b="0" i="0">
                <a:latin typeface="Times New Roman" panose="02020603050405020304" pitchFamily="18" charset="0"/>
                <a:cs typeface="Times New Roman" panose="02020603050405020304" pitchFamily="18" charset="0"/>
              </a:rPr>
            </a:br>
            <a:r>
              <a:rPr sz="2900" b="0" i="0" spc="-5" dirty="0">
                <a:latin typeface="Times New Roman" panose="02020603050405020304" pitchFamily="18" charset="0"/>
                <a:cs typeface="Times New Roman" panose="02020603050405020304" pitchFamily="18" charset="0"/>
                <a:sym typeface="+mn-ea"/>
              </a:rPr>
              <a:t>String</a:t>
            </a:r>
            <a:r>
              <a:rPr sz="2900" b="0" i="0" spc="-65" dirty="0">
                <a:latin typeface="Times New Roman" panose="02020603050405020304" pitchFamily="18" charset="0"/>
                <a:cs typeface="Times New Roman" panose="02020603050405020304" pitchFamily="18" charset="0"/>
                <a:sym typeface="+mn-ea"/>
              </a:rPr>
              <a:t> </a:t>
            </a:r>
            <a:r>
              <a:rPr sz="2900" b="0" i="0" dirty="0">
                <a:latin typeface="Times New Roman" panose="02020603050405020304" pitchFamily="18" charset="0"/>
                <a:cs typeface="Times New Roman" panose="02020603050405020304" pitchFamily="18" charset="0"/>
                <a:sym typeface="+mn-ea"/>
              </a:rPr>
              <a:t>operators</a:t>
            </a:r>
            <a:r>
              <a:rPr sz="2900" b="0" i="0">
                <a:latin typeface="Times New Roman" panose="02020603050405020304" pitchFamily="18" charset="0"/>
                <a:cs typeface="Times New Roman" panose="02020603050405020304" pitchFamily="18" charset="0"/>
              </a:rPr>
              <a:t/>
            </a:r>
            <a:br>
              <a:rPr sz="2900" b="0" i="0">
                <a:latin typeface="Times New Roman" panose="02020603050405020304" pitchFamily="18" charset="0"/>
                <a:cs typeface="Times New Roman" panose="02020603050405020304" pitchFamily="18" charset="0"/>
              </a:rPr>
            </a:br>
            <a:r>
              <a:rPr sz="2900" b="0" i="0" spc="-5" dirty="0">
                <a:latin typeface="Times New Roman" panose="02020603050405020304" pitchFamily="18" charset="0"/>
                <a:cs typeface="Times New Roman" panose="02020603050405020304" pitchFamily="18" charset="0"/>
                <a:sym typeface="+mn-ea"/>
              </a:rPr>
              <a:t>Array</a:t>
            </a:r>
            <a:r>
              <a:rPr sz="2900" b="0" i="0" spc="-50" dirty="0">
                <a:latin typeface="Times New Roman" panose="02020603050405020304" pitchFamily="18" charset="0"/>
                <a:cs typeface="Times New Roman" panose="02020603050405020304" pitchFamily="18" charset="0"/>
                <a:sym typeface="+mn-ea"/>
              </a:rPr>
              <a:t> </a:t>
            </a:r>
            <a:r>
              <a:rPr sz="2900" b="0" i="0" dirty="0">
                <a:latin typeface="Times New Roman" panose="02020603050405020304" pitchFamily="18" charset="0"/>
                <a:cs typeface="Times New Roman" panose="02020603050405020304" pitchFamily="18" charset="0"/>
                <a:sym typeface="+mn-ea"/>
              </a:rPr>
              <a:t>operators</a:t>
            </a:r>
            <a:endParaRPr lang="en-US" sz="2900" b="0" i="0">
              <a:latin typeface="Times New Roman" panose="02020603050405020304" pitchFamily="18" charset="0"/>
              <a:cs typeface="Times New Roman" panose="02020603050405020304" pitchFamily="18" charset="0"/>
            </a:endParaRPr>
          </a:p>
        </p:txBody>
      </p:sp>
      <p:graphicFrame>
        <p:nvGraphicFramePr>
          <p:cNvPr id="3" name="object 2"/>
          <p:cNvGraphicFramePr>
            <a:graphicFrameLocks noGrp="1"/>
          </p:cNvGraphicFramePr>
          <p:nvPr/>
        </p:nvGraphicFramePr>
        <p:xfrm>
          <a:off x="6969125" y="3789045"/>
          <a:ext cx="765810" cy="2822575"/>
        </p:xfrm>
        <a:graphic>
          <a:graphicData uri="http://schemas.openxmlformats.org/drawingml/2006/table">
            <a:tbl>
              <a:tblPr firstRow="1" bandRow="1">
                <a:tableStyleId>{2D5ABB26-0587-4C30-8999-92F81FD0307C}</a:tableStyleId>
              </a:tblPr>
              <a:tblGrid>
                <a:gridCol w="765810">
                  <a:extLst>
                    <a:ext uri="{9D8B030D-6E8A-4147-A177-3AD203B41FA5}">
                      <a16:colId xmlns:a16="http://schemas.microsoft.com/office/drawing/2014/main" xmlns="" val="20000"/>
                    </a:ext>
                  </a:extLst>
                </a:gridCol>
              </a:tblGrid>
              <a:tr h="701040">
                <a:tc>
                  <a:txBody>
                    <a:bodyPr/>
                    <a:lstStyle/>
                    <a:p>
                      <a:pPr>
                        <a:lnSpc>
                          <a:spcPct val="100000"/>
                        </a:lnSpc>
                      </a:pPr>
                      <a:endParaRPr sz="1750">
                        <a:latin typeface="Times New Roman" panose="02020603050405020304"/>
                        <a:cs typeface="Times New Roman" panose="02020603050405020304"/>
                      </a:endParaRPr>
                    </a:p>
                    <a:p>
                      <a:pPr marL="164465">
                        <a:lnSpc>
                          <a:spcPct val="100000"/>
                        </a:lnSpc>
                      </a:pPr>
                      <a:r>
                        <a:rPr sz="1200" spc="-5" dirty="0">
                          <a:latin typeface="Arial MT"/>
                          <a:cs typeface="Arial MT"/>
                        </a:rPr>
                        <a:t>++$x</a:t>
                      </a:r>
                      <a:endParaRPr sz="1200">
                        <a:latin typeface="Arial MT"/>
                        <a:cs typeface="Arial MT"/>
                      </a:endParaRPr>
                    </a:p>
                  </a:txBody>
                  <a:tcPr marL="0" marR="0" marT="0" marB="0">
                    <a:lnL w="12700">
                      <a:solidFill>
                        <a:srgbClr val="CCCCCC"/>
                      </a:solidFill>
                      <a:prstDash val="solid"/>
                    </a:lnL>
                    <a:solidFill>
                      <a:srgbClr val="EFEFEF"/>
                    </a:solidFill>
                  </a:tcPr>
                </a:tc>
                <a:extLst>
                  <a:ext uri="{0D108BD9-81ED-4DB2-BD59-A6C34878D82A}">
                    <a16:rowId xmlns:a16="http://schemas.microsoft.com/office/drawing/2014/main" xmlns="" val="10000"/>
                  </a:ext>
                </a:extLst>
              </a:tr>
              <a:tr h="706755">
                <a:tc>
                  <a:txBody>
                    <a:bodyPr/>
                    <a:lstStyle/>
                    <a:p>
                      <a:pPr>
                        <a:lnSpc>
                          <a:spcPct val="100000"/>
                        </a:lnSpc>
                        <a:spcBef>
                          <a:spcPts val="35"/>
                        </a:spcBef>
                      </a:pPr>
                      <a:endParaRPr sz="1700">
                        <a:latin typeface="Times New Roman" panose="02020603050405020304"/>
                        <a:cs typeface="Times New Roman" panose="02020603050405020304"/>
                      </a:endParaRPr>
                    </a:p>
                    <a:p>
                      <a:pPr marL="164465">
                        <a:lnSpc>
                          <a:spcPct val="100000"/>
                        </a:lnSpc>
                      </a:pPr>
                      <a:r>
                        <a:rPr sz="1200" spc="-5" dirty="0">
                          <a:latin typeface="Arial MT"/>
                          <a:cs typeface="Arial MT"/>
                        </a:rPr>
                        <a:t>$x++</a:t>
                      </a:r>
                      <a:endParaRPr sz="1200">
                        <a:latin typeface="Arial MT"/>
                        <a:cs typeface="Arial MT"/>
                      </a:endParaRPr>
                    </a:p>
                  </a:txBody>
                  <a:tcPr marL="0" marR="0" marT="4445" marB="0">
                    <a:lnL w="12700">
                      <a:solidFill>
                        <a:srgbClr val="CCCCCC"/>
                      </a:solidFill>
                      <a:prstDash val="solid"/>
                    </a:lnL>
                  </a:tcPr>
                </a:tc>
                <a:extLst>
                  <a:ext uri="{0D108BD9-81ED-4DB2-BD59-A6C34878D82A}">
                    <a16:rowId xmlns:a16="http://schemas.microsoft.com/office/drawing/2014/main" xmlns="" val="10001"/>
                  </a:ext>
                </a:extLst>
              </a:tr>
              <a:tr h="706755">
                <a:tc>
                  <a:txBody>
                    <a:bodyPr/>
                    <a:lstStyle/>
                    <a:p>
                      <a:pPr>
                        <a:lnSpc>
                          <a:spcPct val="100000"/>
                        </a:lnSpc>
                        <a:spcBef>
                          <a:spcPts val="25"/>
                        </a:spcBef>
                      </a:pPr>
                      <a:endParaRPr sz="1700">
                        <a:latin typeface="Times New Roman" panose="02020603050405020304"/>
                        <a:cs typeface="Times New Roman" panose="02020603050405020304"/>
                      </a:endParaRPr>
                    </a:p>
                    <a:p>
                      <a:pPr marL="164465">
                        <a:lnSpc>
                          <a:spcPct val="100000"/>
                        </a:lnSpc>
                      </a:pPr>
                      <a:r>
                        <a:rPr sz="1200" spc="-5" dirty="0">
                          <a:latin typeface="Arial MT"/>
                          <a:cs typeface="Arial MT"/>
                        </a:rPr>
                        <a:t>--$x</a:t>
                      </a:r>
                      <a:endParaRPr sz="1200">
                        <a:latin typeface="Arial MT"/>
                        <a:cs typeface="Arial MT"/>
                      </a:endParaRPr>
                    </a:p>
                  </a:txBody>
                  <a:tcPr marL="0" marR="0" marT="3175" marB="0">
                    <a:lnL w="12700">
                      <a:solidFill>
                        <a:srgbClr val="CCCCCC"/>
                      </a:solidFill>
                      <a:prstDash val="solid"/>
                    </a:lnL>
                    <a:solidFill>
                      <a:srgbClr val="EFEFEF"/>
                    </a:solidFill>
                  </a:tcPr>
                </a:tc>
                <a:extLst>
                  <a:ext uri="{0D108BD9-81ED-4DB2-BD59-A6C34878D82A}">
                    <a16:rowId xmlns:a16="http://schemas.microsoft.com/office/drawing/2014/main" xmlns="" val="10002"/>
                  </a:ext>
                </a:extLst>
              </a:tr>
              <a:tr h="708025">
                <a:tc>
                  <a:txBody>
                    <a:bodyPr/>
                    <a:lstStyle/>
                    <a:p>
                      <a:pPr>
                        <a:lnSpc>
                          <a:spcPct val="100000"/>
                        </a:lnSpc>
                        <a:spcBef>
                          <a:spcPts val="25"/>
                        </a:spcBef>
                      </a:pPr>
                      <a:endParaRPr sz="1700">
                        <a:latin typeface="Times New Roman" panose="02020603050405020304"/>
                        <a:cs typeface="Times New Roman" panose="02020603050405020304"/>
                      </a:endParaRPr>
                    </a:p>
                    <a:p>
                      <a:pPr marL="164465">
                        <a:lnSpc>
                          <a:spcPct val="100000"/>
                        </a:lnSpc>
                      </a:pPr>
                      <a:r>
                        <a:rPr sz="1200" spc="-10" dirty="0">
                          <a:latin typeface="Arial MT"/>
                          <a:cs typeface="Arial MT"/>
                        </a:rPr>
                        <a:t>$x--</a:t>
                      </a:r>
                      <a:endParaRPr sz="1200">
                        <a:latin typeface="Arial MT"/>
                        <a:cs typeface="Arial MT"/>
                      </a:endParaRPr>
                    </a:p>
                  </a:txBody>
                  <a:tcPr marL="0" marR="0" marT="3175" marB="0">
                    <a:lnL w="12700">
                      <a:solidFill>
                        <a:srgbClr val="CCCCCC"/>
                      </a:solidFill>
                      <a:prstDash val="solid"/>
                    </a:lnL>
                    <a:lnB w="12700">
                      <a:solidFill>
                        <a:srgbClr val="CCCCCC"/>
                      </a:solidFill>
                      <a:prstDash val="solid"/>
                    </a:lnB>
                  </a:tcPr>
                </a:tc>
                <a:extLst>
                  <a:ext uri="{0D108BD9-81ED-4DB2-BD59-A6C34878D82A}">
                    <a16:rowId xmlns:a16="http://schemas.microsoft.com/office/drawing/2014/main" xmlns="" val="10003"/>
                  </a:ext>
                </a:extLst>
              </a:tr>
            </a:tbl>
          </a:graphicData>
        </a:graphic>
      </p:graphicFrame>
      <p:graphicFrame>
        <p:nvGraphicFramePr>
          <p:cNvPr id="4" name="object 3"/>
          <p:cNvGraphicFramePr>
            <a:graphicFrameLocks noGrp="1"/>
          </p:cNvGraphicFramePr>
          <p:nvPr/>
        </p:nvGraphicFramePr>
        <p:xfrm>
          <a:off x="8192515" y="2556510"/>
          <a:ext cx="1667510" cy="4301360"/>
        </p:xfrm>
        <a:graphic>
          <a:graphicData uri="http://schemas.openxmlformats.org/drawingml/2006/table">
            <a:tbl>
              <a:tblPr firstRow="1" bandRow="1">
                <a:tableStyleId>{2D5ABB26-0587-4C30-8999-92F81FD0307C}</a:tableStyleId>
              </a:tblPr>
              <a:tblGrid>
                <a:gridCol w="728980">
                  <a:extLst>
                    <a:ext uri="{9D8B030D-6E8A-4147-A177-3AD203B41FA5}">
                      <a16:colId xmlns:a16="http://schemas.microsoft.com/office/drawing/2014/main" xmlns="" val="20000"/>
                    </a:ext>
                  </a:extLst>
                </a:gridCol>
                <a:gridCol w="938530">
                  <a:extLst>
                    <a:ext uri="{9D8B030D-6E8A-4147-A177-3AD203B41FA5}">
                      <a16:colId xmlns:a16="http://schemas.microsoft.com/office/drawing/2014/main" xmlns="" val="20001"/>
                    </a:ext>
                  </a:extLst>
                </a:gridCol>
              </a:tblGrid>
              <a:tr h="939037">
                <a:tc>
                  <a:txBody>
                    <a:bodyPr/>
                    <a:lstStyle/>
                    <a:p>
                      <a:pPr>
                        <a:lnSpc>
                          <a:spcPct val="100000"/>
                        </a:lnSpc>
                        <a:spcBef>
                          <a:spcPts val="25"/>
                        </a:spcBef>
                      </a:pPr>
                      <a:endParaRPr sz="1750">
                        <a:latin typeface="Times New Roman" panose="02020603050405020304"/>
                        <a:cs typeface="Times New Roman" panose="02020603050405020304"/>
                      </a:endParaRPr>
                    </a:p>
                    <a:p>
                      <a:pPr marL="233045">
                        <a:lnSpc>
                          <a:spcPct val="100000"/>
                        </a:lnSpc>
                        <a:spcBef>
                          <a:spcPts val="5"/>
                        </a:spcBef>
                      </a:pPr>
                      <a:r>
                        <a:rPr sz="1200" spc="-5" dirty="0">
                          <a:latin typeface="Arial MT"/>
                          <a:cs typeface="Arial MT"/>
                        </a:rPr>
                        <a:t>==</a:t>
                      </a:r>
                      <a:endParaRPr sz="1200">
                        <a:latin typeface="Arial MT"/>
                        <a:cs typeface="Arial MT"/>
                      </a:endParaRPr>
                    </a:p>
                  </a:txBody>
                  <a:tcPr marL="0" marR="0" marT="3175" marB="0">
                    <a:lnL w="9525">
                      <a:solidFill>
                        <a:srgbClr val="CCCCCC"/>
                      </a:solidFill>
                      <a:prstDash val="solid"/>
                    </a:lnL>
                    <a:lnT w="9525">
                      <a:solidFill>
                        <a:srgbClr val="CCCCCC"/>
                      </a:solidFill>
                      <a:prstDash val="solid"/>
                    </a:lnT>
                  </a:tcPr>
                </a:tc>
                <a:tc>
                  <a:txBody>
                    <a:bodyPr/>
                    <a:lstStyle/>
                    <a:p>
                      <a:pPr>
                        <a:lnSpc>
                          <a:spcPct val="100000"/>
                        </a:lnSpc>
                        <a:spcBef>
                          <a:spcPts val="25"/>
                        </a:spcBef>
                      </a:pPr>
                      <a:endParaRPr sz="1750">
                        <a:latin typeface="Times New Roman" panose="02020603050405020304"/>
                        <a:cs typeface="Times New Roman" panose="02020603050405020304"/>
                      </a:endParaRPr>
                    </a:p>
                    <a:p>
                      <a:pPr marL="229870">
                        <a:lnSpc>
                          <a:spcPct val="100000"/>
                        </a:lnSpc>
                        <a:spcBef>
                          <a:spcPts val="5"/>
                        </a:spcBef>
                      </a:pPr>
                      <a:r>
                        <a:rPr sz="1200" spc="-5" dirty="0">
                          <a:latin typeface="Arial MT"/>
                          <a:cs typeface="Arial MT"/>
                        </a:rPr>
                        <a:t>Equality</a:t>
                      </a:r>
                      <a:endParaRPr sz="1200">
                        <a:latin typeface="Arial MT"/>
                        <a:cs typeface="Arial MT"/>
                      </a:endParaRPr>
                    </a:p>
                  </a:txBody>
                  <a:tcPr marL="0" marR="0" marT="3175" marB="0">
                    <a:lnT w="9525">
                      <a:solidFill>
                        <a:srgbClr val="CCCCCC"/>
                      </a:solidFill>
                      <a:prstDash val="solid"/>
                    </a:lnT>
                  </a:tcPr>
                </a:tc>
                <a:extLst>
                  <a:ext uri="{0D108BD9-81ED-4DB2-BD59-A6C34878D82A}">
                    <a16:rowId xmlns:a16="http://schemas.microsoft.com/office/drawing/2014/main" xmlns="" val="10000"/>
                  </a:ext>
                </a:extLst>
              </a:tr>
              <a:tr h="943356">
                <a:tc>
                  <a:txBody>
                    <a:bodyPr/>
                    <a:lstStyle/>
                    <a:p>
                      <a:pPr>
                        <a:lnSpc>
                          <a:spcPct val="100000"/>
                        </a:lnSpc>
                        <a:spcBef>
                          <a:spcPts val="15"/>
                        </a:spcBef>
                      </a:pPr>
                      <a:endParaRPr sz="1750">
                        <a:latin typeface="Times New Roman" panose="02020603050405020304"/>
                        <a:cs typeface="Times New Roman" panose="02020603050405020304"/>
                      </a:endParaRPr>
                    </a:p>
                    <a:p>
                      <a:pPr marL="248285">
                        <a:lnSpc>
                          <a:spcPct val="100000"/>
                        </a:lnSpc>
                      </a:pPr>
                      <a:r>
                        <a:rPr sz="1200" spc="-5" dirty="0">
                          <a:latin typeface="Arial MT"/>
                          <a:cs typeface="Arial MT"/>
                        </a:rPr>
                        <a:t>===</a:t>
                      </a:r>
                      <a:endParaRPr sz="1200">
                        <a:latin typeface="Arial MT"/>
                        <a:cs typeface="Arial MT"/>
                      </a:endParaRPr>
                    </a:p>
                  </a:txBody>
                  <a:tcPr marL="0" marR="0" marT="1905" marB="0">
                    <a:lnL w="9525">
                      <a:solidFill>
                        <a:srgbClr val="CCCCCC"/>
                      </a:solidFill>
                      <a:prstDash val="solid"/>
                    </a:lnL>
                    <a:solidFill>
                      <a:srgbClr val="EFEFEF"/>
                    </a:solidFill>
                  </a:tcPr>
                </a:tc>
                <a:tc>
                  <a:txBody>
                    <a:bodyPr/>
                    <a:lstStyle/>
                    <a:p>
                      <a:pPr>
                        <a:lnSpc>
                          <a:spcPct val="100000"/>
                        </a:lnSpc>
                        <a:spcBef>
                          <a:spcPts val="15"/>
                        </a:spcBef>
                      </a:pPr>
                      <a:endParaRPr sz="1750">
                        <a:latin typeface="Times New Roman" panose="02020603050405020304"/>
                        <a:cs typeface="Times New Roman" panose="02020603050405020304"/>
                      </a:endParaRPr>
                    </a:p>
                    <a:p>
                      <a:pPr marL="229870">
                        <a:lnSpc>
                          <a:spcPct val="100000"/>
                        </a:lnSpc>
                      </a:pPr>
                      <a:r>
                        <a:rPr sz="1200" spc="-5" dirty="0">
                          <a:latin typeface="Arial MT"/>
                          <a:cs typeface="Arial MT"/>
                        </a:rPr>
                        <a:t>Identity</a:t>
                      </a:r>
                      <a:endParaRPr sz="1200">
                        <a:latin typeface="Arial MT"/>
                        <a:cs typeface="Arial MT"/>
                      </a:endParaRPr>
                    </a:p>
                  </a:txBody>
                  <a:tcPr marL="0" marR="0" marT="1905" marB="0">
                    <a:solidFill>
                      <a:srgbClr val="EFEFEF"/>
                    </a:solidFill>
                  </a:tcPr>
                </a:tc>
                <a:extLst>
                  <a:ext uri="{0D108BD9-81ED-4DB2-BD59-A6C34878D82A}">
                    <a16:rowId xmlns:a16="http://schemas.microsoft.com/office/drawing/2014/main" xmlns="" val="10001"/>
                  </a:ext>
                </a:extLst>
              </a:tr>
              <a:tr h="734948">
                <a:tc>
                  <a:txBody>
                    <a:bodyPr/>
                    <a:lstStyle/>
                    <a:p>
                      <a:pPr>
                        <a:lnSpc>
                          <a:spcPct val="100000"/>
                        </a:lnSpc>
                        <a:spcBef>
                          <a:spcPts val="5"/>
                        </a:spcBef>
                      </a:pPr>
                      <a:endParaRPr sz="1750">
                        <a:latin typeface="Times New Roman" panose="02020603050405020304"/>
                        <a:cs typeface="Times New Roman" panose="02020603050405020304"/>
                      </a:endParaRPr>
                    </a:p>
                    <a:p>
                      <a:pPr marL="156845">
                        <a:lnSpc>
                          <a:spcPct val="100000"/>
                        </a:lnSpc>
                      </a:pPr>
                      <a:r>
                        <a:rPr sz="1200" dirty="0">
                          <a:latin typeface="Arial MT"/>
                          <a:cs typeface="Arial MT"/>
                        </a:rPr>
                        <a:t>!=</a:t>
                      </a:r>
                      <a:endParaRPr sz="1200">
                        <a:latin typeface="Arial MT"/>
                        <a:cs typeface="Arial MT"/>
                      </a:endParaRPr>
                    </a:p>
                  </a:txBody>
                  <a:tcPr marL="0" marR="0" marT="635" marB="0">
                    <a:lnL w="9525">
                      <a:solidFill>
                        <a:srgbClr val="CCCCCC"/>
                      </a:solidFill>
                      <a:prstDash val="solid"/>
                    </a:lnL>
                  </a:tcPr>
                </a:tc>
                <a:tc>
                  <a:txBody>
                    <a:bodyPr/>
                    <a:lstStyle/>
                    <a:p>
                      <a:pPr>
                        <a:lnSpc>
                          <a:spcPct val="100000"/>
                        </a:lnSpc>
                        <a:spcBef>
                          <a:spcPts val="5"/>
                        </a:spcBef>
                      </a:pPr>
                      <a:endParaRPr sz="1750">
                        <a:latin typeface="Times New Roman" panose="02020603050405020304"/>
                        <a:cs typeface="Times New Roman" panose="02020603050405020304"/>
                      </a:endParaRPr>
                    </a:p>
                    <a:p>
                      <a:pPr marL="214630">
                        <a:lnSpc>
                          <a:spcPct val="100000"/>
                        </a:lnSpc>
                      </a:pPr>
                      <a:r>
                        <a:rPr sz="1200" spc="-5" dirty="0">
                          <a:latin typeface="Arial MT"/>
                          <a:cs typeface="Arial MT"/>
                        </a:rPr>
                        <a:t>Inequality</a:t>
                      </a:r>
                      <a:endParaRPr sz="1200">
                        <a:latin typeface="Arial MT"/>
                        <a:cs typeface="Arial MT"/>
                      </a:endParaRPr>
                    </a:p>
                  </a:txBody>
                  <a:tcPr marL="0" marR="0" marT="635" marB="0"/>
                </a:tc>
                <a:extLst>
                  <a:ext uri="{0D108BD9-81ED-4DB2-BD59-A6C34878D82A}">
                    <a16:rowId xmlns:a16="http://schemas.microsoft.com/office/drawing/2014/main" xmlns="" val="10002"/>
                  </a:ext>
                </a:extLst>
              </a:tr>
              <a:tr h="743711">
                <a:tc>
                  <a:txBody>
                    <a:bodyPr/>
                    <a:lstStyle/>
                    <a:p>
                      <a:pPr>
                        <a:lnSpc>
                          <a:spcPct val="100000"/>
                        </a:lnSpc>
                      </a:pPr>
                      <a:endParaRPr sz="1750">
                        <a:latin typeface="Times New Roman" panose="02020603050405020304"/>
                        <a:cs typeface="Times New Roman" panose="02020603050405020304"/>
                      </a:endParaRPr>
                    </a:p>
                    <a:p>
                      <a:pPr marL="233045">
                        <a:lnSpc>
                          <a:spcPct val="100000"/>
                        </a:lnSpc>
                      </a:pPr>
                      <a:r>
                        <a:rPr sz="1200" spc="-5" dirty="0">
                          <a:latin typeface="Arial MT"/>
                          <a:cs typeface="Arial MT"/>
                        </a:rPr>
                        <a:t>&lt;&gt;</a:t>
                      </a:r>
                      <a:endParaRPr sz="1200">
                        <a:latin typeface="Arial MT"/>
                        <a:cs typeface="Arial MT"/>
                      </a:endParaRPr>
                    </a:p>
                  </a:txBody>
                  <a:tcPr marL="0" marR="0" marT="0" marB="0">
                    <a:lnL w="9525">
                      <a:solidFill>
                        <a:srgbClr val="CCCCCC"/>
                      </a:solidFill>
                      <a:prstDash val="solid"/>
                    </a:lnL>
                    <a:solidFill>
                      <a:srgbClr val="EFEFEF"/>
                    </a:solidFill>
                  </a:tcPr>
                </a:tc>
                <a:tc>
                  <a:txBody>
                    <a:bodyPr/>
                    <a:lstStyle/>
                    <a:p>
                      <a:pPr>
                        <a:lnSpc>
                          <a:spcPct val="100000"/>
                        </a:lnSpc>
                      </a:pPr>
                      <a:endParaRPr sz="1750">
                        <a:latin typeface="Times New Roman" panose="02020603050405020304"/>
                        <a:cs typeface="Times New Roman" panose="02020603050405020304"/>
                      </a:endParaRPr>
                    </a:p>
                    <a:p>
                      <a:pPr marL="229870">
                        <a:lnSpc>
                          <a:spcPct val="100000"/>
                        </a:lnSpc>
                      </a:pPr>
                      <a:r>
                        <a:rPr sz="1200" spc="-5" dirty="0">
                          <a:latin typeface="Arial MT"/>
                          <a:cs typeface="Arial MT"/>
                        </a:rPr>
                        <a:t>Inequality</a:t>
                      </a:r>
                      <a:endParaRPr sz="1200">
                        <a:latin typeface="Arial MT"/>
                        <a:cs typeface="Arial MT"/>
                      </a:endParaRPr>
                    </a:p>
                  </a:txBody>
                  <a:tcPr marL="0" marR="0" marT="0" marB="0">
                    <a:solidFill>
                      <a:srgbClr val="EFEFEF"/>
                    </a:solidFill>
                  </a:tcPr>
                </a:tc>
                <a:extLst>
                  <a:ext uri="{0D108BD9-81ED-4DB2-BD59-A6C34878D82A}">
                    <a16:rowId xmlns:a16="http://schemas.microsoft.com/office/drawing/2014/main" xmlns="" val="10003"/>
                  </a:ext>
                </a:extLst>
              </a:tr>
              <a:tr h="940308">
                <a:tc>
                  <a:txBody>
                    <a:bodyPr/>
                    <a:lstStyle/>
                    <a:p>
                      <a:pPr>
                        <a:lnSpc>
                          <a:spcPct val="100000"/>
                        </a:lnSpc>
                        <a:spcBef>
                          <a:spcPts val="35"/>
                        </a:spcBef>
                      </a:pPr>
                      <a:endParaRPr sz="1700">
                        <a:latin typeface="Times New Roman" panose="02020603050405020304"/>
                        <a:cs typeface="Times New Roman" panose="02020603050405020304"/>
                      </a:endParaRPr>
                    </a:p>
                    <a:p>
                      <a:pPr marL="156845">
                        <a:lnSpc>
                          <a:spcPct val="100000"/>
                        </a:lnSpc>
                      </a:pPr>
                      <a:r>
                        <a:rPr sz="1200" dirty="0">
                          <a:latin typeface="Arial MT"/>
                          <a:cs typeface="Arial MT"/>
                        </a:rPr>
                        <a:t>!==</a:t>
                      </a:r>
                      <a:endParaRPr sz="1200">
                        <a:latin typeface="Arial MT"/>
                        <a:cs typeface="Arial MT"/>
                      </a:endParaRPr>
                    </a:p>
                  </a:txBody>
                  <a:tcPr marL="0" marR="0" marT="4445" marB="0">
                    <a:lnL w="9525">
                      <a:solidFill>
                        <a:srgbClr val="CCCCCC"/>
                      </a:solidFill>
                      <a:prstDash val="solid"/>
                    </a:lnL>
                    <a:lnB w="9525">
                      <a:solidFill>
                        <a:srgbClr val="CCCCCC"/>
                      </a:solidFill>
                      <a:prstDash val="solid"/>
                    </a:lnB>
                  </a:tcPr>
                </a:tc>
                <a:tc>
                  <a:txBody>
                    <a:bodyPr/>
                    <a:lstStyle/>
                    <a:p>
                      <a:pPr>
                        <a:lnSpc>
                          <a:spcPct val="100000"/>
                        </a:lnSpc>
                        <a:spcBef>
                          <a:spcPts val="30"/>
                        </a:spcBef>
                      </a:pPr>
                      <a:endParaRPr sz="1600">
                        <a:latin typeface="Times New Roman" panose="02020603050405020304"/>
                        <a:cs typeface="Times New Roman" panose="02020603050405020304"/>
                      </a:endParaRPr>
                    </a:p>
                    <a:p>
                      <a:pPr marL="229870" marR="216535" indent="-15240">
                        <a:lnSpc>
                          <a:spcPct val="109000"/>
                        </a:lnSpc>
                      </a:pPr>
                      <a:r>
                        <a:rPr sz="1200" dirty="0">
                          <a:latin typeface="Arial MT"/>
                          <a:cs typeface="Arial MT"/>
                        </a:rPr>
                        <a:t>Non- </a:t>
                      </a:r>
                      <a:r>
                        <a:rPr sz="1200" spc="5" dirty="0">
                          <a:latin typeface="Arial MT"/>
                          <a:cs typeface="Arial MT"/>
                        </a:rPr>
                        <a:t> </a:t>
                      </a:r>
                      <a:r>
                        <a:rPr sz="1200" dirty="0">
                          <a:latin typeface="Arial MT"/>
                          <a:cs typeface="Arial MT"/>
                        </a:rPr>
                        <a:t>id</a:t>
                      </a:r>
                      <a:r>
                        <a:rPr sz="1200" spc="5" dirty="0">
                          <a:latin typeface="Arial MT"/>
                          <a:cs typeface="Arial MT"/>
                        </a:rPr>
                        <a:t>e</a:t>
                      </a:r>
                      <a:r>
                        <a:rPr sz="1200" dirty="0">
                          <a:latin typeface="Arial MT"/>
                          <a:cs typeface="Arial MT"/>
                        </a:rPr>
                        <a:t>ntity</a:t>
                      </a:r>
                      <a:endParaRPr sz="1200">
                        <a:latin typeface="Arial MT"/>
                        <a:cs typeface="Arial MT"/>
                      </a:endParaRPr>
                    </a:p>
                  </a:txBody>
                  <a:tcPr marL="0" marR="0" marT="3810" marB="0">
                    <a:lnB w="9525">
                      <a:solidFill>
                        <a:srgbClr val="CCCCCC"/>
                      </a:solidFill>
                      <a:prstDash val="solid"/>
                    </a:lnB>
                  </a:tcPr>
                </a:tc>
                <a:extLst>
                  <a:ext uri="{0D108BD9-81ED-4DB2-BD59-A6C34878D82A}">
                    <a16:rowId xmlns:a16="http://schemas.microsoft.com/office/drawing/2014/main" xmlns="" val="10004"/>
                  </a:ext>
                </a:extLst>
              </a:tr>
            </a:tbl>
          </a:graphicData>
        </a:graphic>
      </p:graphicFrame>
      <p:sp>
        <p:nvSpPr>
          <p:cNvPr id="6" name="Slide Number Placeholder 5">
            <a:extLst>
              <a:ext uri="{FF2B5EF4-FFF2-40B4-BE49-F238E27FC236}">
                <a16:creationId xmlns:a16="http://schemas.microsoft.com/office/drawing/2014/main" xmlns="" id="{8795D0CC-B441-F104-C0B9-3BD25FF3BB13}"/>
              </a:ext>
            </a:extLst>
          </p:cNvPr>
          <p:cNvSpPr>
            <a:spLocks noGrp="1"/>
          </p:cNvSpPr>
          <p:nvPr>
            <p:ph type="sldNum" idx="4"/>
          </p:nvPr>
        </p:nvSpPr>
        <p:spPr/>
        <p:txBody>
          <a:bodyPr/>
          <a:lstStyle/>
          <a:p>
            <a:pPr algn="r">
              <a:buNone/>
            </a:pPr>
            <a:fld id="{9A0DB2DC-4C9A-4742-B13C-FB6460FD3503}" type="slidenum">
              <a:rPr lang="en-GB" altLang="en-US" smtClean="0"/>
              <a:pPr algn="r">
                <a:buNone/>
              </a:pPr>
              <a:t>41</a:t>
            </a:fld>
            <a:endParaRPr lang="en-GB"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385" y="273685"/>
            <a:ext cx="8868410" cy="904240"/>
          </a:xfrm>
        </p:spPr>
        <p:txBody>
          <a:bodyPr/>
          <a:lstStyle/>
          <a:p>
            <a:pPr marL="571500" indent="-571500">
              <a:buFont typeface="Arial" panose="020B0604020202020204" pitchFamily="34" charset="0"/>
              <a:buChar char="•"/>
            </a:pPr>
            <a:r>
              <a:rPr b="0" i="0" spc="-5" dirty="0">
                <a:highlight>
                  <a:srgbClr val="00FF00"/>
                </a:highlight>
                <a:latin typeface="Times New Roman" panose="02020603050405020304" pitchFamily="18" charset="0"/>
                <a:cs typeface="Times New Roman" panose="02020603050405020304" pitchFamily="18" charset="0"/>
                <a:sym typeface="+mn-ea"/>
              </a:rPr>
              <a:t>PHP Conditional</a:t>
            </a:r>
            <a:r>
              <a:rPr b="0" i="0" dirty="0">
                <a:highlight>
                  <a:srgbClr val="00FF00"/>
                </a:highlight>
                <a:latin typeface="Times New Roman" panose="02020603050405020304" pitchFamily="18" charset="0"/>
                <a:cs typeface="Times New Roman" panose="02020603050405020304" pitchFamily="18" charset="0"/>
                <a:sym typeface="+mn-ea"/>
              </a:rPr>
              <a:t> </a:t>
            </a:r>
            <a:r>
              <a:rPr b="0" i="0" spc="-5" dirty="0">
                <a:highlight>
                  <a:srgbClr val="00FF00"/>
                </a:highlight>
                <a:latin typeface="Times New Roman" panose="02020603050405020304" pitchFamily="18" charset="0"/>
                <a:cs typeface="Times New Roman" panose="02020603050405020304" pitchFamily="18" charset="0"/>
                <a:sym typeface="+mn-ea"/>
              </a:rPr>
              <a:t>Statements</a:t>
            </a:r>
            <a:br>
              <a:rPr b="0" i="0" spc="-5" dirty="0">
                <a:highlight>
                  <a:srgbClr val="00FF00"/>
                </a:highlight>
                <a:latin typeface="Times New Roman" panose="02020603050405020304" pitchFamily="18" charset="0"/>
                <a:cs typeface="Times New Roman" panose="02020603050405020304" pitchFamily="18" charset="0"/>
                <a:sym typeface="+mn-ea"/>
              </a:rPr>
            </a:br>
            <a:r>
              <a:rPr b="0" i="0" spc="-5" dirty="0">
                <a:highlight>
                  <a:srgbClr val="00FF00"/>
                </a:highlight>
                <a:latin typeface="Times New Roman" panose="02020603050405020304" pitchFamily="18" charset="0"/>
                <a:cs typeface="Times New Roman" panose="02020603050405020304" pitchFamily="18" charset="0"/>
                <a:sym typeface="+mn-ea"/>
              </a:rPr>
              <a:t/>
            </a:r>
            <a:br>
              <a:rPr b="0" i="0" spc="-5" dirty="0">
                <a:highlight>
                  <a:srgbClr val="00FF00"/>
                </a:highlight>
                <a:latin typeface="Times New Roman" panose="02020603050405020304" pitchFamily="18" charset="0"/>
                <a:cs typeface="Times New Roman" panose="02020603050405020304" pitchFamily="18" charset="0"/>
                <a:sym typeface="+mn-ea"/>
              </a:rPr>
            </a:br>
            <a:r>
              <a:rPr sz="3400" b="0" i="0" spc="-5" dirty="0">
                <a:latin typeface="Times New Roman" panose="02020603050405020304" pitchFamily="18" charset="0"/>
                <a:cs typeface="Times New Roman" panose="02020603050405020304" pitchFamily="18" charset="0"/>
                <a:sym typeface="+mn-ea"/>
              </a:rPr>
              <a:t>•</a:t>
            </a:r>
            <a:r>
              <a:rPr sz="3400" i="0" spc="-5" dirty="0">
                <a:highlight>
                  <a:srgbClr val="00FFFF"/>
                </a:highlight>
                <a:latin typeface="Times New Roman" panose="02020603050405020304" pitchFamily="18" charset="0"/>
                <a:cs typeface="Times New Roman" panose="02020603050405020304" pitchFamily="18" charset="0"/>
                <a:sym typeface="+mn-ea"/>
              </a:rPr>
              <a:t>if statement</a:t>
            </a:r>
            <a:r>
              <a:rPr sz="3400" b="0" i="0" spc="-5" dirty="0">
                <a:latin typeface="Times New Roman" panose="02020603050405020304" pitchFamily="18" charset="0"/>
                <a:cs typeface="Times New Roman" panose="02020603050405020304" pitchFamily="18" charset="0"/>
                <a:sym typeface="+mn-ea"/>
              </a:rPr>
              <a:t> - executes some code if one condition is true </a:t>
            </a:r>
            <a:br>
              <a:rPr sz="3400" b="0" i="0" spc="-5" dirty="0">
                <a:latin typeface="Times New Roman" panose="02020603050405020304" pitchFamily="18" charset="0"/>
                <a:cs typeface="Times New Roman" panose="02020603050405020304" pitchFamily="18" charset="0"/>
                <a:sym typeface="+mn-ea"/>
              </a:rPr>
            </a:br>
            <a:r>
              <a:rPr sz="3400" b="0" i="0" spc="-5" dirty="0">
                <a:latin typeface="Times New Roman" panose="02020603050405020304" pitchFamily="18" charset="0"/>
                <a:cs typeface="Times New Roman" panose="02020603050405020304" pitchFamily="18" charset="0"/>
                <a:sym typeface="+mn-ea"/>
              </a:rPr>
              <a:t>• </a:t>
            </a:r>
            <a:r>
              <a:rPr sz="3400" i="0" spc="-5" dirty="0">
                <a:highlight>
                  <a:srgbClr val="00FFFF"/>
                </a:highlight>
                <a:latin typeface="Times New Roman" panose="02020603050405020304" pitchFamily="18" charset="0"/>
                <a:cs typeface="Times New Roman" panose="02020603050405020304" pitchFamily="18" charset="0"/>
                <a:sym typeface="+mn-ea"/>
              </a:rPr>
              <a:t>if...else statement</a:t>
            </a:r>
            <a:r>
              <a:rPr sz="3400" b="0" i="0" spc="-5" dirty="0">
                <a:latin typeface="Times New Roman" panose="02020603050405020304" pitchFamily="18" charset="0"/>
                <a:cs typeface="Times New Roman" panose="02020603050405020304" pitchFamily="18" charset="0"/>
                <a:sym typeface="+mn-ea"/>
              </a:rPr>
              <a:t> - executes some code if a condition is true and another code if that condition is false </a:t>
            </a:r>
            <a:br>
              <a:rPr sz="3400" b="0" i="0" spc="-5" dirty="0">
                <a:latin typeface="Times New Roman" panose="02020603050405020304" pitchFamily="18" charset="0"/>
                <a:cs typeface="Times New Roman" panose="02020603050405020304" pitchFamily="18" charset="0"/>
                <a:sym typeface="+mn-ea"/>
              </a:rPr>
            </a:br>
            <a:r>
              <a:rPr sz="3400" b="0" i="0" spc="-5" dirty="0">
                <a:latin typeface="Times New Roman" panose="02020603050405020304" pitchFamily="18" charset="0"/>
                <a:cs typeface="Times New Roman" panose="02020603050405020304" pitchFamily="18" charset="0"/>
                <a:sym typeface="+mn-ea"/>
              </a:rPr>
              <a:t>• </a:t>
            </a:r>
            <a:r>
              <a:rPr sz="3400" i="0" spc="-5" dirty="0">
                <a:highlight>
                  <a:srgbClr val="00FFFF"/>
                </a:highlight>
                <a:latin typeface="Times New Roman" panose="02020603050405020304" pitchFamily="18" charset="0"/>
                <a:cs typeface="Times New Roman" panose="02020603050405020304" pitchFamily="18" charset="0"/>
                <a:sym typeface="+mn-ea"/>
              </a:rPr>
              <a:t>if...elseif....else statement</a:t>
            </a:r>
            <a:r>
              <a:rPr sz="3400" b="0" i="0" spc="-5" dirty="0">
                <a:latin typeface="Times New Roman" panose="02020603050405020304" pitchFamily="18" charset="0"/>
                <a:cs typeface="Times New Roman" panose="02020603050405020304" pitchFamily="18" charset="0"/>
                <a:sym typeface="+mn-ea"/>
              </a:rPr>
              <a:t> - executes different codes for more than two conditions </a:t>
            </a:r>
            <a:br>
              <a:rPr sz="3400" b="0" i="0" spc="-5" dirty="0">
                <a:latin typeface="Times New Roman" panose="02020603050405020304" pitchFamily="18" charset="0"/>
                <a:cs typeface="Times New Roman" panose="02020603050405020304" pitchFamily="18" charset="0"/>
                <a:sym typeface="+mn-ea"/>
              </a:rPr>
            </a:br>
            <a:r>
              <a:rPr sz="3400" b="0" i="0" spc="-5" dirty="0">
                <a:latin typeface="Times New Roman" panose="02020603050405020304" pitchFamily="18" charset="0"/>
                <a:cs typeface="Times New Roman" panose="02020603050405020304" pitchFamily="18" charset="0"/>
                <a:sym typeface="+mn-ea"/>
              </a:rPr>
              <a:t>• </a:t>
            </a:r>
            <a:r>
              <a:rPr sz="3400" i="0" spc="-5" dirty="0">
                <a:highlight>
                  <a:srgbClr val="00FFFF"/>
                </a:highlight>
                <a:latin typeface="Times New Roman" panose="02020603050405020304" pitchFamily="18" charset="0"/>
                <a:cs typeface="Times New Roman" panose="02020603050405020304" pitchFamily="18" charset="0"/>
                <a:sym typeface="+mn-ea"/>
              </a:rPr>
              <a:t>switch statement</a:t>
            </a:r>
            <a:r>
              <a:rPr sz="3400" b="0" i="0" spc="-5" dirty="0">
                <a:latin typeface="Times New Roman" panose="02020603050405020304" pitchFamily="18" charset="0"/>
                <a:cs typeface="Times New Roman" panose="02020603050405020304" pitchFamily="18" charset="0"/>
                <a:sym typeface="+mn-ea"/>
              </a:rPr>
              <a:t> - selects one of many blocks of code to be executed</a:t>
            </a:r>
            <a:r>
              <a:rPr sz="3400" b="0" i="0">
                <a:latin typeface="Times New Roman" panose="02020603050405020304" pitchFamily="18" charset="0"/>
                <a:cs typeface="Times New Roman" panose="02020603050405020304" pitchFamily="18" charset="0"/>
              </a:rPr>
              <a:t/>
            </a:r>
            <a:br>
              <a:rPr sz="3400" b="0" i="0">
                <a:latin typeface="Times New Roman" panose="02020603050405020304" pitchFamily="18" charset="0"/>
                <a:cs typeface="Times New Roman" panose="02020603050405020304" pitchFamily="18" charset="0"/>
              </a:rPr>
            </a:br>
            <a:r>
              <a:rPr sz="2000" b="0" i="0">
                <a:latin typeface="Times New Roman" panose="02020603050405020304" pitchFamily="18" charset="0"/>
                <a:cs typeface="Times New Roman" panose="02020603050405020304" pitchFamily="18" charset="0"/>
              </a:rPr>
              <a:t/>
            </a:r>
            <a:br>
              <a:rPr sz="2000" b="0" i="0">
                <a:latin typeface="Times New Roman" panose="02020603050405020304" pitchFamily="18" charset="0"/>
                <a:cs typeface="Times New Roman" panose="02020603050405020304" pitchFamily="18" charset="0"/>
              </a:rPr>
            </a:br>
            <a:endParaRPr lang="en-US" sz="1600" b="0" i="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8A8EC71F-BF28-2452-6511-8BE48FDBB11B}"/>
              </a:ext>
            </a:extLst>
          </p:cNvPr>
          <p:cNvSpPr>
            <a:spLocks noGrp="1"/>
          </p:cNvSpPr>
          <p:nvPr>
            <p:ph type="sldNum" idx="4"/>
          </p:nvPr>
        </p:nvSpPr>
        <p:spPr/>
        <p:txBody>
          <a:bodyPr/>
          <a:lstStyle/>
          <a:p>
            <a:pPr algn="r">
              <a:buNone/>
            </a:pPr>
            <a:fld id="{9A0DB2DC-4C9A-4742-B13C-FB6460FD3503}" type="slidenum">
              <a:rPr lang="en-GB" altLang="en-US" smtClean="0"/>
              <a:pPr algn="r">
                <a:buNone/>
              </a:pPr>
              <a:t>42</a:t>
            </a:fld>
            <a:endParaRPr lang="en-GB"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000" i="0" dirty="0">
                <a:solidFill>
                  <a:srgbClr val="DC123A"/>
                </a:solidFill>
                <a:latin typeface="Times New Roman" panose="02020603050405020304" pitchFamily="18" charset="0"/>
                <a:cs typeface="Times New Roman" panose="02020603050405020304" pitchFamily="18" charset="0"/>
                <a:sym typeface="+mn-ea"/>
              </a:rPr>
              <a:t>if</a:t>
            </a:r>
            <a:r>
              <a:rPr sz="2000" i="0" spc="10" dirty="0">
                <a:solidFill>
                  <a:srgbClr val="DC123A"/>
                </a:solidFill>
                <a:latin typeface="Times New Roman" panose="02020603050405020304" pitchFamily="18" charset="0"/>
                <a:cs typeface="Times New Roman" panose="02020603050405020304" pitchFamily="18" charset="0"/>
                <a:sym typeface="+mn-ea"/>
              </a:rPr>
              <a:t> </a:t>
            </a:r>
            <a:r>
              <a:rPr sz="2000" i="0" spc="-5" dirty="0">
                <a:latin typeface="Times New Roman" panose="02020603050405020304" pitchFamily="18" charset="0"/>
                <a:cs typeface="Times New Roman" panose="02020603050405020304" pitchFamily="18" charset="0"/>
                <a:sym typeface="+mn-ea"/>
              </a:rPr>
              <a:t>statement</a:t>
            </a:r>
            <a:r>
              <a:rPr sz="2000" b="0" i="0" spc="10" dirty="0">
                <a:latin typeface="Times New Roman" panose="02020603050405020304" pitchFamily="18" charset="0"/>
                <a:cs typeface="Times New Roman" panose="02020603050405020304" pitchFamily="18" charset="0"/>
                <a:sym typeface="+mn-ea"/>
              </a:rPr>
              <a:t> </a:t>
            </a:r>
            <a:r>
              <a:rPr sz="2000" b="0" i="0" dirty="0">
                <a:latin typeface="Times New Roman" panose="02020603050405020304" pitchFamily="18" charset="0"/>
                <a:cs typeface="Times New Roman" panose="02020603050405020304" pitchFamily="18" charset="0"/>
                <a:sym typeface="+mn-ea"/>
              </a:rPr>
              <a:t>-</a:t>
            </a:r>
            <a:r>
              <a:rPr sz="2000" b="0" i="0" spc="-10"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executes</a:t>
            </a:r>
            <a:r>
              <a:rPr sz="2000" b="0" i="0" spc="-15"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some</a:t>
            </a:r>
            <a:r>
              <a:rPr sz="2000" b="0" i="0" spc="5"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code</a:t>
            </a:r>
            <a:r>
              <a:rPr sz="2000" b="0" i="0" spc="5" dirty="0">
                <a:latin typeface="Times New Roman" panose="02020603050405020304" pitchFamily="18" charset="0"/>
                <a:cs typeface="Times New Roman" panose="02020603050405020304" pitchFamily="18" charset="0"/>
                <a:sym typeface="+mn-ea"/>
              </a:rPr>
              <a:t> </a:t>
            </a:r>
            <a:r>
              <a:rPr sz="2000" b="0" i="0" spc="-10" dirty="0">
                <a:latin typeface="Times New Roman" panose="02020603050405020304" pitchFamily="18" charset="0"/>
                <a:cs typeface="Times New Roman" panose="02020603050405020304" pitchFamily="18" charset="0"/>
                <a:sym typeface="+mn-ea"/>
              </a:rPr>
              <a:t>if</a:t>
            </a:r>
            <a:r>
              <a:rPr sz="2000" b="0" i="0"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one</a:t>
            </a:r>
            <a:r>
              <a:rPr sz="2000" b="0" i="0" spc="5"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condition</a:t>
            </a:r>
            <a:r>
              <a:rPr sz="2000" b="0" i="0" spc="10"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is</a:t>
            </a:r>
            <a:r>
              <a:rPr sz="2000" b="0" i="0" spc="-40" dirty="0">
                <a:latin typeface="Times New Roman" panose="02020603050405020304" pitchFamily="18" charset="0"/>
                <a:cs typeface="Times New Roman" panose="02020603050405020304" pitchFamily="18" charset="0"/>
                <a:sym typeface="+mn-ea"/>
              </a:rPr>
              <a:t> </a:t>
            </a:r>
            <a:r>
              <a:rPr sz="2000" b="0" i="0" dirty="0">
                <a:latin typeface="Times New Roman" panose="02020603050405020304" pitchFamily="18" charset="0"/>
                <a:cs typeface="Times New Roman" panose="02020603050405020304" pitchFamily="18" charset="0"/>
                <a:sym typeface="+mn-ea"/>
              </a:rPr>
              <a:t>true</a:t>
            </a:r>
            <a:br>
              <a:rPr sz="2000" b="0" i="0" dirty="0">
                <a:latin typeface="Times New Roman" panose="02020603050405020304" pitchFamily="18" charset="0"/>
                <a:cs typeface="Times New Roman" panose="02020603050405020304" pitchFamily="18" charset="0"/>
                <a:sym typeface="+mn-ea"/>
              </a:rPr>
            </a:br>
            <a:r>
              <a:rPr sz="2000" b="0" i="0" dirty="0">
                <a:latin typeface="Times New Roman" panose="02020603050405020304" pitchFamily="18" charset="0"/>
                <a:cs typeface="Times New Roman" panose="02020603050405020304" pitchFamily="18" charset="0"/>
                <a:sym typeface="+mn-ea"/>
              </a:rPr>
              <a:t>if</a:t>
            </a:r>
            <a:r>
              <a:rPr sz="2000" b="0" i="0" spc="-10"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(condition)</a:t>
            </a:r>
            <a:r>
              <a:rPr sz="2000" b="0" i="0" spc="-20" dirty="0">
                <a:latin typeface="Times New Roman" panose="02020603050405020304" pitchFamily="18" charset="0"/>
                <a:cs typeface="Times New Roman" panose="02020603050405020304" pitchFamily="18" charset="0"/>
                <a:sym typeface="+mn-ea"/>
              </a:rPr>
              <a:t> </a:t>
            </a:r>
            <a:r>
              <a:rPr sz="2000" b="0" i="0" dirty="0">
                <a:latin typeface="Times New Roman" panose="02020603050405020304" pitchFamily="18" charset="0"/>
                <a:cs typeface="Times New Roman" panose="02020603050405020304" pitchFamily="18" charset="0"/>
                <a:sym typeface="+mn-ea"/>
              </a:rPr>
              <a:t>{</a:t>
            </a:r>
            <a:r>
              <a:rPr sz="2000" b="0" i="0">
                <a:latin typeface="Times New Roman" panose="02020603050405020304" pitchFamily="18" charset="0"/>
                <a:cs typeface="Times New Roman" panose="02020603050405020304" pitchFamily="18" charset="0"/>
                <a:sym typeface="+mn-ea"/>
              </a:rPr>
              <a:t/>
            </a:r>
            <a:br>
              <a:rPr sz="2000" b="0" i="0">
                <a:latin typeface="Times New Roman" panose="02020603050405020304" pitchFamily="18" charset="0"/>
                <a:cs typeface="Times New Roman" panose="02020603050405020304" pitchFamily="18" charset="0"/>
                <a:sym typeface="+mn-ea"/>
              </a:rPr>
            </a:br>
            <a:r>
              <a:rPr sz="2000" b="0" i="0" spc="-5" dirty="0">
                <a:latin typeface="Times New Roman" panose="02020603050405020304" pitchFamily="18" charset="0"/>
                <a:cs typeface="Times New Roman" panose="02020603050405020304" pitchFamily="18" charset="0"/>
                <a:sym typeface="+mn-ea"/>
              </a:rPr>
              <a:t>code</a:t>
            </a:r>
            <a:r>
              <a:rPr sz="2000" b="0" i="0" spc="-10" dirty="0">
                <a:latin typeface="Times New Roman" panose="02020603050405020304" pitchFamily="18" charset="0"/>
                <a:cs typeface="Times New Roman" panose="02020603050405020304" pitchFamily="18" charset="0"/>
                <a:sym typeface="+mn-ea"/>
              </a:rPr>
              <a:t> </a:t>
            </a:r>
            <a:r>
              <a:rPr sz="2000" b="0" i="0" dirty="0">
                <a:latin typeface="Times New Roman" panose="02020603050405020304" pitchFamily="18" charset="0"/>
                <a:cs typeface="Times New Roman" panose="02020603050405020304" pitchFamily="18" charset="0"/>
                <a:sym typeface="+mn-ea"/>
              </a:rPr>
              <a:t>to</a:t>
            </a:r>
            <a:r>
              <a:rPr sz="2000" b="0" i="0" spc="-5" dirty="0">
                <a:latin typeface="Times New Roman" panose="02020603050405020304" pitchFamily="18" charset="0"/>
                <a:cs typeface="Times New Roman" panose="02020603050405020304" pitchFamily="18" charset="0"/>
                <a:sym typeface="+mn-ea"/>
              </a:rPr>
              <a:t> be</a:t>
            </a:r>
            <a:r>
              <a:rPr sz="2000" b="0" i="0" spc="-10"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executed</a:t>
            </a:r>
            <a:r>
              <a:rPr sz="2000" b="0" i="0" spc="5" dirty="0">
                <a:latin typeface="Times New Roman" panose="02020603050405020304" pitchFamily="18" charset="0"/>
                <a:cs typeface="Times New Roman" panose="02020603050405020304" pitchFamily="18" charset="0"/>
                <a:sym typeface="+mn-ea"/>
              </a:rPr>
              <a:t> </a:t>
            </a:r>
            <a:r>
              <a:rPr sz="2000" b="0" i="0" dirty="0">
                <a:latin typeface="Times New Roman" panose="02020603050405020304" pitchFamily="18" charset="0"/>
                <a:cs typeface="Times New Roman" panose="02020603050405020304" pitchFamily="18" charset="0"/>
                <a:sym typeface="+mn-ea"/>
              </a:rPr>
              <a:t>if</a:t>
            </a:r>
            <a:r>
              <a:rPr sz="2000" b="0" i="0" spc="-20"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condition</a:t>
            </a:r>
            <a:r>
              <a:rPr sz="2000" b="0" i="0"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is</a:t>
            </a:r>
            <a:r>
              <a:rPr sz="2000" b="0" i="0" spc="5" dirty="0">
                <a:latin typeface="Times New Roman" panose="02020603050405020304" pitchFamily="18" charset="0"/>
                <a:cs typeface="Times New Roman" panose="02020603050405020304" pitchFamily="18" charset="0"/>
                <a:sym typeface="+mn-ea"/>
              </a:rPr>
              <a:t> </a:t>
            </a:r>
            <a:r>
              <a:rPr sz="2000" b="0" i="0" dirty="0">
                <a:latin typeface="Times New Roman" panose="02020603050405020304" pitchFamily="18" charset="0"/>
                <a:cs typeface="Times New Roman" panose="02020603050405020304" pitchFamily="18" charset="0"/>
                <a:sym typeface="+mn-ea"/>
              </a:rPr>
              <a:t>true;</a:t>
            </a:r>
            <a:r>
              <a:rPr sz="2000" b="0" i="0">
                <a:latin typeface="Times New Roman" panose="02020603050405020304" pitchFamily="18" charset="0"/>
                <a:cs typeface="Times New Roman" panose="02020603050405020304" pitchFamily="18" charset="0"/>
                <a:sym typeface="+mn-ea"/>
              </a:rPr>
              <a:t/>
            </a:r>
            <a:br>
              <a:rPr sz="2000" b="0" i="0">
                <a:latin typeface="Times New Roman" panose="02020603050405020304" pitchFamily="18" charset="0"/>
                <a:cs typeface="Times New Roman" panose="02020603050405020304" pitchFamily="18" charset="0"/>
                <a:sym typeface="+mn-ea"/>
              </a:rPr>
            </a:br>
            <a:r>
              <a:rPr sz="2000" b="0" i="0" dirty="0">
                <a:latin typeface="Times New Roman" panose="02020603050405020304" pitchFamily="18" charset="0"/>
                <a:cs typeface="Times New Roman" panose="02020603050405020304" pitchFamily="18" charset="0"/>
                <a:sym typeface="+mn-ea"/>
              </a:rPr>
              <a:t>}</a:t>
            </a:r>
            <a:r>
              <a:rPr sz="2000" b="0" i="0">
                <a:latin typeface="Times New Roman" panose="02020603050405020304" pitchFamily="18" charset="0"/>
                <a:cs typeface="Times New Roman" panose="02020603050405020304" pitchFamily="18" charset="0"/>
                <a:sym typeface="+mn-ea"/>
              </a:rPr>
              <a:t/>
            </a:r>
            <a:br>
              <a:rPr sz="2000" b="0" i="0">
                <a:latin typeface="Times New Roman" panose="02020603050405020304" pitchFamily="18" charset="0"/>
                <a:cs typeface="Times New Roman" panose="02020603050405020304" pitchFamily="18" charset="0"/>
                <a:sym typeface="+mn-ea"/>
              </a:rPr>
            </a:br>
            <a:r>
              <a:rPr sz="2000" b="0" i="0" spc="-5" dirty="0">
                <a:latin typeface="Times New Roman" panose="02020603050405020304" pitchFamily="18" charset="0"/>
                <a:cs typeface="Times New Roman" panose="02020603050405020304" pitchFamily="18" charset="0"/>
                <a:sym typeface="+mn-ea"/>
              </a:rPr>
              <a:t>The</a:t>
            </a:r>
            <a:r>
              <a:rPr sz="2000" b="0" i="0" spc="5"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example</a:t>
            </a:r>
            <a:r>
              <a:rPr sz="2000" b="0" i="0" spc="5"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below</a:t>
            </a:r>
            <a:r>
              <a:rPr sz="2000" b="0" i="0" spc="-10"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will</a:t>
            </a:r>
            <a:r>
              <a:rPr sz="2000" b="0" i="0" spc="5"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output "Have</a:t>
            </a:r>
            <a:r>
              <a:rPr sz="2000" b="0" i="0" spc="5"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a</a:t>
            </a:r>
            <a:r>
              <a:rPr sz="2000" b="0" i="0" spc="10"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good day!"</a:t>
            </a:r>
            <a:r>
              <a:rPr sz="2000" b="0" i="0" spc="10" dirty="0">
                <a:latin typeface="Times New Roman" panose="02020603050405020304" pitchFamily="18" charset="0"/>
                <a:cs typeface="Times New Roman" panose="02020603050405020304" pitchFamily="18" charset="0"/>
                <a:sym typeface="+mn-ea"/>
              </a:rPr>
              <a:t> </a:t>
            </a:r>
            <a:r>
              <a:rPr sz="2000" b="0" i="0" spc="-10" dirty="0">
                <a:latin typeface="Times New Roman" panose="02020603050405020304" pitchFamily="18" charset="0"/>
                <a:cs typeface="Times New Roman" panose="02020603050405020304" pitchFamily="18" charset="0"/>
                <a:sym typeface="+mn-ea"/>
              </a:rPr>
              <a:t>if</a:t>
            </a:r>
            <a:r>
              <a:rPr sz="2000" b="0" i="0" spc="15"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the</a:t>
            </a:r>
            <a:r>
              <a:rPr sz="2000" b="0" i="0" spc="10"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current</a:t>
            </a:r>
            <a:r>
              <a:rPr sz="2000" b="0" i="0" spc="5"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time</a:t>
            </a:r>
            <a:r>
              <a:rPr sz="2000" b="0" i="0" spc="5"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(HOUR) is </a:t>
            </a:r>
            <a:r>
              <a:rPr sz="2000" b="0" i="0" spc="-320"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less than</a:t>
            </a:r>
            <a:r>
              <a:rPr sz="2000" b="0" i="0"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20:</a:t>
            </a:r>
            <a:r>
              <a:rPr sz="2000" b="0" i="0">
                <a:latin typeface="Times New Roman" panose="02020603050405020304" pitchFamily="18" charset="0"/>
                <a:cs typeface="Times New Roman" panose="02020603050405020304" pitchFamily="18" charset="0"/>
                <a:sym typeface="+mn-ea"/>
              </a:rPr>
              <a:t/>
            </a:r>
            <a:br>
              <a:rPr sz="2000" b="0" i="0">
                <a:latin typeface="Times New Roman" panose="02020603050405020304" pitchFamily="18" charset="0"/>
                <a:cs typeface="Times New Roman" panose="02020603050405020304" pitchFamily="18" charset="0"/>
                <a:sym typeface="+mn-ea"/>
              </a:rPr>
            </a:br>
            <a:r>
              <a:rPr sz="2000" b="0" i="0">
                <a:latin typeface="Times New Roman" panose="02020603050405020304" pitchFamily="18" charset="0"/>
                <a:cs typeface="Times New Roman" panose="02020603050405020304" pitchFamily="18" charset="0"/>
                <a:sym typeface="+mn-ea"/>
              </a:rPr>
              <a:t/>
            </a:r>
            <a:br>
              <a:rPr sz="2000" b="0" i="0">
                <a:latin typeface="Times New Roman" panose="02020603050405020304" pitchFamily="18" charset="0"/>
                <a:cs typeface="Times New Roman" panose="02020603050405020304" pitchFamily="18" charset="0"/>
                <a:sym typeface="+mn-ea"/>
              </a:rPr>
            </a:br>
            <a:r>
              <a:rPr sz="2000" b="0" i="0" dirty="0">
                <a:solidFill>
                  <a:srgbClr val="0000CD"/>
                </a:solidFill>
                <a:latin typeface="Times New Roman" panose="02020603050405020304" pitchFamily="18" charset="0"/>
                <a:cs typeface="Times New Roman" panose="02020603050405020304" pitchFamily="18" charset="0"/>
                <a:sym typeface="+mn-ea"/>
              </a:rPr>
              <a:t>&lt;</a:t>
            </a:r>
            <a:r>
              <a:rPr sz="2000" b="0" i="0" dirty="0">
                <a:solidFill>
                  <a:srgbClr val="A32A2A"/>
                </a:solidFill>
                <a:latin typeface="Times New Roman" panose="02020603050405020304" pitchFamily="18" charset="0"/>
                <a:cs typeface="Times New Roman" panose="02020603050405020304" pitchFamily="18" charset="0"/>
                <a:sym typeface="+mn-ea"/>
              </a:rPr>
              <a:t>html</a:t>
            </a:r>
            <a:r>
              <a:rPr sz="2000" b="0" i="0" dirty="0">
                <a:solidFill>
                  <a:srgbClr val="0000CD"/>
                </a:solidFill>
                <a:latin typeface="Times New Roman" panose="02020603050405020304" pitchFamily="18" charset="0"/>
                <a:cs typeface="Times New Roman" panose="02020603050405020304" pitchFamily="18" charset="0"/>
                <a:sym typeface="+mn-ea"/>
              </a:rPr>
              <a:t>&gt;</a:t>
            </a:r>
            <a:r>
              <a:rPr sz="2000" b="0" i="0">
                <a:latin typeface="Times New Roman" panose="02020603050405020304" pitchFamily="18" charset="0"/>
                <a:cs typeface="Times New Roman" panose="02020603050405020304" pitchFamily="18" charset="0"/>
                <a:sym typeface="+mn-ea"/>
              </a:rPr>
              <a:t/>
            </a:r>
            <a:br>
              <a:rPr sz="2000" b="0" i="0">
                <a:latin typeface="Times New Roman" panose="02020603050405020304" pitchFamily="18" charset="0"/>
                <a:cs typeface="Times New Roman" panose="02020603050405020304" pitchFamily="18" charset="0"/>
                <a:sym typeface="+mn-ea"/>
              </a:rPr>
            </a:br>
            <a:r>
              <a:rPr sz="2000" b="0" i="0" spc="-5" dirty="0">
                <a:solidFill>
                  <a:srgbClr val="0000CD"/>
                </a:solidFill>
                <a:latin typeface="Times New Roman" panose="02020603050405020304" pitchFamily="18" charset="0"/>
                <a:cs typeface="Times New Roman" panose="02020603050405020304" pitchFamily="18" charset="0"/>
                <a:sym typeface="+mn-ea"/>
              </a:rPr>
              <a:t>&lt;</a:t>
            </a:r>
            <a:r>
              <a:rPr sz="2000" b="0" i="0" spc="-5" dirty="0">
                <a:solidFill>
                  <a:srgbClr val="A32A2A"/>
                </a:solidFill>
                <a:latin typeface="Times New Roman" panose="02020603050405020304" pitchFamily="18" charset="0"/>
                <a:cs typeface="Times New Roman" panose="02020603050405020304" pitchFamily="18" charset="0"/>
                <a:sym typeface="+mn-ea"/>
              </a:rPr>
              <a:t>body</a:t>
            </a:r>
            <a:r>
              <a:rPr sz="2000" b="0" i="0" spc="-5" dirty="0">
                <a:solidFill>
                  <a:srgbClr val="0000CD"/>
                </a:solidFill>
                <a:latin typeface="Times New Roman" panose="02020603050405020304" pitchFamily="18" charset="0"/>
                <a:cs typeface="Times New Roman" panose="02020603050405020304" pitchFamily="18" charset="0"/>
                <a:sym typeface="+mn-ea"/>
              </a:rPr>
              <a:t>&gt;</a:t>
            </a:r>
            <a:r>
              <a:rPr sz="2000" b="0" i="0">
                <a:latin typeface="Times New Roman" panose="02020603050405020304" pitchFamily="18" charset="0"/>
                <a:cs typeface="Times New Roman" panose="02020603050405020304" pitchFamily="18" charset="0"/>
                <a:sym typeface="+mn-ea"/>
              </a:rPr>
              <a:t/>
            </a:r>
            <a:br>
              <a:rPr sz="2000" b="0" i="0">
                <a:latin typeface="Times New Roman" panose="02020603050405020304" pitchFamily="18" charset="0"/>
                <a:cs typeface="Times New Roman" panose="02020603050405020304" pitchFamily="18" charset="0"/>
                <a:sym typeface="+mn-ea"/>
              </a:rPr>
            </a:br>
            <a:r>
              <a:rPr sz="2000" b="0" i="0" spc="-5" dirty="0">
                <a:solidFill>
                  <a:srgbClr val="FF0000"/>
                </a:solidFill>
                <a:latin typeface="Times New Roman" panose="02020603050405020304" pitchFamily="18" charset="0"/>
                <a:cs typeface="Times New Roman" panose="02020603050405020304" pitchFamily="18" charset="0"/>
                <a:sym typeface="+mn-ea"/>
              </a:rPr>
              <a:t>&lt;?php</a:t>
            </a:r>
            <a:r>
              <a:rPr sz="2000" b="0" i="0">
                <a:latin typeface="Times New Roman" panose="02020603050405020304" pitchFamily="18" charset="0"/>
                <a:cs typeface="Times New Roman" panose="02020603050405020304" pitchFamily="18" charset="0"/>
                <a:sym typeface="+mn-ea"/>
              </a:rPr>
              <a:t/>
            </a:r>
            <a:br>
              <a:rPr sz="2000" b="0" i="0">
                <a:latin typeface="Times New Roman" panose="02020603050405020304" pitchFamily="18" charset="0"/>
                <a:cs typeface="Times New Roman" panose="02020603050405020304" pitchFamily="18" charset="0"/>
                <a:sym typeface="+mn-ea"/>
              </a:rPr>
            </a:br>
            <a:r>
              <a:rPr sz="2000" b="0" i="0" dirty="0">
                <a:latin typeface="Times New Roman" panose="02020603050405020304" pitchFamily="18" charset="0"/>
                <a:cs typeface="Times New Roman" panose="02020603050405020304" pitchFamily="18" charset="0"/>
                <a:sym typeface="+mn-ea"/>
              </a:rPr>
              <a:t>$t</a:t>
            </a:r>
            <a:r>
              <a:rPr sz="2000" b="0" i="0" spc="-20" dirty="0">
                <a:latin typeface="Times New Roman" panose="02020603050405020304" pitchFamily="18" charset="0"/>
                <a:cs typeface="Times New Roman" panose="02020603050405020304" pitchFamily="18" charset="0"/>
                <a:sym typeface="+mn-ea"/>
              </a:rPr>
              <a:t> </a:t>
            </a:r>
            <a:r>
              <a:rPr sz="2000" b="0" i="0" dirty="0">
                <a:latin typeface="Times New Roman" panose="02020603050405020304" pitchFamily="18" charset="0"/>
                <a:cs typeface="Times New Roman" panose="02020603050405020304" pitchFamily="18" charset="0"/>
                <a:sym typeface="+mn-ea"/>
              </a:rPr>
              <a:t>=</a:t>
            </a:r>
            <a:r>
              <a:rPr sz="2000" b="0" i="0" spc="-25"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date(</a:t>
            </a:r>
            <a:r>
              <a:rPr sz="2000" b="0" i="0" spc="-5" dirty="0">
                <a:solidFill>
                  <a:srgbClr val="A32A2A"/>
                </a:solidFill>
                <a:latin typeface="Times New Roman" panose="02020603050405020304" pitchFamily="18" charset="0"/>
                <a:cs typeface="Times New Roman" panose="02020603050405020304" pitchFamily="18" charset="0"/>
                <a:sym typeface="+mn-ea"/>
              </a:rPr>
              <a:t>"H"</a:t>
            </a:r>
            <a:r>
              <a:rPr sz="2000" b="0" i="0" spc="-5" dirty="0">
                <a:latin typeface="Times New Roman" panose="02020603050405020304" pitchFamily="18" charset="0"/>
                <a:cs typeface="Times New Roman" panose="02020603050405020304" pitchFamily="18" charset="0"/>
                <a:sym typeface="+mn-ea"/>
              </a:rPr>
              <a:t>);</a:t>
            </a:r>
            <a:r>
              <a:rPr sz="2000" b="0" i="0">
                <a:latin typeface="Times New Roman" panose="02020603050405020304" pitchFamily="18" charset="0"/>
                <a:cs typeface="Times New Roman" panose="02020603050405020304" pitchFamily="18" charset="0"/>
                <a:sym typeface="+mn-ea"/>
              </a:rPr>
              <a:t/>
            </a:r>
            <a:br>
              <a:rPr sz="2000" b="0" i="0">
                <a:latin typeface="Times New Roman" panose="02020603050405020304" pitchFamily="18" charset="0"/>
                <a:cs typeface="Times New Roman" panose="02020603050405020304" pitchFamily="18" charset="0"/>
                <a:sym typeface="+mn-ea"/>
              </a:rPr>
            </a:br>
            <a:r>
              <a:rPr sz="2000" b="0" i="0" dirty="0">
                <a:solidFill>
                  <a:srgbClr val="0000CD"/>
                </a:solidFill>
                <a:latin typeface="Times New Roman" panose="02020603050405020304" pitchFamily="18" charset="0"/>
                <a:cs typeface="Times New Roman" panose="02020603050405020304" pitchFamily="18" charset="0"/>
                <a:sym typeface="+mn-ea"/>
              </a:rPr>
              <a:t>if</a:t>
            </a:r>
            <a:r>
              <a:rPr sz="2000" b="0" i="0" spc="-10" dirty="0">
                <a:solidFill>
                  <a:srgbClr val="0000CD"/>
                </a:solidFill>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($t</a:t>
            </a:r>
            <a:r>
              <a:rPr sz="2000" b="0" i="0" spc="-15" dirty="0">
                <a:latin typeface="Times New Roman" panose="02020603050405020304" pitchFamily="18" charset="0"/>
                <a:cs typeface="Times New Roman" panose="02020603050405020304" pitchFamily="18" charset="0"/>
                <a:sym typeface="+mn-ea"/>
              </a:rPr>
              <a:t> </a:t>
            </a:r>
            <a:r>
              <a:rPr sz="2000" b="0" i="0" dirty="0">
                <a:latin typeface="Times New Roman" panose="02020603050405020304" pitchFamily="18" charset="0"/>
                <a:cs typeface="Times New Roman" panose="02020603050405020304" pitchFamily="18" charset="0"/>
                <a:sym typeface="+mn-ea"/>
              </a:rPr>
              <a:t>&lt;</a:t>
            </a:r>
            <a:r>
              <a:rPr sz="2000" b="0" i="0" spc="-20" dirty="0">
                <a:latin typeface="Times New Roman" panose="02020603050405020304" pitchFamily="18" charset="0"/>
                <a:cs typeface="Times New Roman" panose="02020603050405020304" pitchFamily="18" charset="0"/>
                <a:sym typeface="+mn-ea"/>
              </a:rPr>
              <a:t> </a:t>
            </a:r>
            <a:r>
              <a:rPr sz="2000" b="0" i="0" spc="-5" dirty="0">
                <a:solidFill>
                  <a:srgbClr val="A32A2A"/>
                </a:solidFill>
                <a:latin typeface="Times New Roman" panose="02020603050405020304" pitchFamily="18" charset="0"/>
                <a:cs typeface="Times New Roman" panose="02020603050405020304" pitchFamily="18" charset="0"/>
                <a:sym typeface="+mn-ea"/>
              </a:rPr>
              <a:t>"20"</a:t>
            </a:r>
            <a:r>
              <a:rPr sz="2000" b="0" i="0" spc="-5" dirty="0">
                <a:latin typeface="Times New Roman" panose="02020603050405020304" pitchFamily="18" charset="0"/>
                <a:cs typeface="Times New Roman" panose="02020603050405020304" pitchFamily="18" charset="0"/>
                <a:sym typeface="+mn-ea"/>
              </a:rPr>
              <a:t>)</a:t>
            </a:r>
            <a:r>
              <a:rPr sz="2000" b="0" i="0" spc="-15" dirty="0">
                <a:latin typeface="Times New Roman" panose="02020603050405020304" pitchFamily="18" charset="0"/>
                <a:cs typeface="Times New Roman" panose="02020603050405020304" pitchFamily="18" charset="0"/>
                <a:sym typeface="+mn-ea"/>
              </a:rPr>
              <a:t> </a:t>
            </a:r>
            <a:r>
              <a:rPr sz="2000" b="0" i="0" dirty="0">
                <a:latin typeface="Times New Roman" panose="02020603050405020304" pitchFamily="18" charset="0"/>
                <a:cs typeface="Times New Roman" panose="02020603050405020304" pitchFamily="18" charset="0"/>
                <a:sym typeface="+mn-ea"/>
              </a:rPr>
              <a:t>{</a:t>
            </a:r>
            <a:r>
              <a:rPr sz="2000" b="0" i="0">
                <a:latin typeface="Times New Roman" panose="02020603050405020304" pitchFamily="18" charset="0"/>
                <a:cs typeface="Times New Roman" panose="02020603050405020304" pitchFamily="18" charset="0"/>
                <a:sym typeface="+mn-ea"/>
              </a:rPr>
              <a:t/>
            </a:r>
            <a:br>
              <a:rPr sz="2000" b="0" i="0">
                <a:latin typeface="Times New Roman" panose="02020603050405020304" pitchFamily="18" charset="0"/>
                <a:cs typeface="Times New Roman" panose="02020603050405020304" pitchFamily="18" charset="0"/>
                <a:sym typeface="+mn-ea"/>
              </a:rPr>
            </a:br>
            <a:r>
              <a:rPr sz="2000" b="0" i="0" spc="-5" dirty="0">
                <a:solidFill>
                  <a:srgbClr val="0000CD"/>
                </a:solidFill>
                <a:latin typeface="Times New Roman" panose="02020603050405020304" pitchFamily="18" charset="0"/>
                <a:cs typeface="Times New Roman" panose="02020603050405020304" pitchFamily="18" charset="0"/>
                <a:sym typeface="+mn-ea"/>
              </a:rPr>
              <a:t>echo</a:t>
            </a:r>
            <a:r>
              <a:rPr sz="2000" b="0" i="0" spc="-15" dirty="0">
                <a:solidFill>
                  <a:srgbClr val="0000CD"/>
                </a:solidFill>
                <a:latin typeface="Times New Roman" panose="02020603050405020304" pitchFamily="18" charset="0"/>
                <a:cs typeface="Times New Roman" panose="02020603050405020304" pitchFamily="18" charset="0"/>
                <a:sym typeface="+mn-ea"/>
              </a:rPr>
              <a:t> </a:t>
            </a:r>
            <a:r>
              <a:rPr sz="2000" b="0" i="0" spc="-5" dirty="0">
                <a:solidFill>
                  <a:srgbClr val="A32A2A"/>
                </a:solidFill>
                <a:latin typeface="Times New Roman" panose="02020603050405020304" pitchFamily="18" charset="0"/>
                <a:cs typeface="Times New Roman" panose="02020603050405020304" pitchFamily="18" charset="0"/>
                <a:sym typeface="+mn-ea"/>
              </a:rPr>
              <a:t>"Have</a:t>
            </a:r>
            <a:r>
              <a:rPr sz="2000" b="0" i="0" spc="-10" dirty="0">
                <a:solidFill>
                  <a:srgbClr val="A32A2A"/>
                </a:solidFill>
                <a:latin typeface="Times New Roman" panose="02020603050405020304" pitchFamily="18" charset="0"/>
                <a:cs typeface="Times New Roman" panose="02020603050405020304" pitchFamily="18" charset="0"/>
                <a:sym typeface="+mn-ea"/>
              </a:rPr>
              <a:t> </a:t>
            </a:r>
            <a:r>
              <a:rPr sz="2000" b="0" i="0" spc="-5" dirty="0">
                <a:solidFill>
                  <a:srgbClr val="A32A2A"/>
                </a:solidFill>
                <a:latin typeface="Times New Roman" panose="02020603050405020304" pitchFamily="18" charset="0"/>
                <a:cs typeface="Times New Roman" panose="02020603050405020304" pitchFamily="18" charset="0"/>
                <a:sym typeface="+mn-ea"/>
              </a:rPr>
              <a:t>a</a:t>
            </a:r>
            <a:r>
              <a:rPr sz="2000" b="0" i="0" dirty="0">
                <a:solidFill>
                  <a:srgbClr val="A32A2A"/>
                </a:solidFill>
                <a:latin typeface="Times New Roman" panose="02020603050405020304" pitchFamily="18" charset="0"/>
                <a:cs typeface="Times New Roman" panose="02020603050405020304" pitchFamily="18" charset="0"/>
                <a:sym typeface="+mn-ea"/>
              </a:rPr>
              <a:t> </a:t>
            </a:r>
            <a:r>
              <a:rPr sz="2000" b="0" i="0" spc="-5" dirty="0">
                <a:solidFill>
                  <a:srgbClr val="A32A2A"/>
                </a:solidFill>
                <a:latin typeface="Times New Roman" panose="02020603050405020304" pitchFamily="18" charset="0"/>
                <a:cs typeface="Times New Roman" panose="02020603050405020304" pitchFamily="18" charset="0"/>
                <a:sym typeface="+mn-ea"/>
              </a:rPr>
              <a:t>good</a:t>
            </a:r>
            <a:r>
              <a:rPr sz="2000" b="0" i="0" spc="-10" dirty="0">
                <a:solidFill>
                  <a:srgbClr val="A32A2A"/>
                </a:solidFill>
                <a:latin typeface="Times New Roman" panose="02020603050405020304" pitchFamily="18" charset="0"/>
                <a:cs typeface="Times New Roman" panose="02020603050405020304" pitchFamily="18" charset="0"/>
                <a:sym typeface="+mn-ea"/>
              </a:rPr>
              <a:t> </a:t>
            </a:r>
            <a:r>
              <a:rPr sz="2000" b="0" i="0" spc="-5" dirty="0">
                <a:solidFill>
                  <a:srgbClr val="A32A2A"/>
                </a:solidFill>
                <a:latin typeface="Times New Roman" panose="02020603050405020304" pitchFamily="18" charset="0"/>
                <a:cs typeface="Times New Roman" panose="02020603050405020304" pitchFamily="18" charset="0"/>
                <a:sym typeface="+mn-ea"/>
              </a:rPr>
              <a:t>day!"</a:t>
            </a:r>
            <a:r>
              <a:rPr sz="2000" b="0" i="0" spc="-5" dirty="0">
                <a:latin typeface="Times New Roman" panose="02020603050405020304" pitchFamily="18" charset="0"/>
                <a:cs typeface="Times New Roman" panose="02020603050405020304" pitchFamily="18" charset="0"/>
                <a:sym typeface="+mn-ea"/>
              </a:rPr>
              <a:t>;</a:t>
            </a:r>
            <a:r>
              <a:rPr sz="2000" b="0" i="0">
                <a:latin typeface="Times New Roman" panose="02020603050405020304" pitchFamily="18" charset="0"/>
                <a:cs typeface="Times New Roman" panose="02020603050405020304" pitchFamily="18" charset="0"/>
                <a:sym typeface="+mn-ea"/>
              </a:rPr>
              <a:t/>
            </a:r>
            <a:br>
              <a:rPr sz="2000" b="0" i="0">
                <a:latin typeface="Times New Roman" panose="02020603050405020304" pitchFamily="18" charset="0"/>
                <a:cs typeface="Times New Roman" panose="02020603050405020304" pitchFamily="18" charset="0"/>
                <a:sym typeface="+mn-ea"/>
              </a:rPr>
            </a:br>
            <a:r>
              <a:rPr sz="2000" b="0" i="0" dirty="0">
                <a:latin typeface="Times New Roman" panose="02020603050405020304" pitchFamily="18" charset="0"/>
                <a:cs typeface="Times New Roman" panose="02020603050405020304" pitchFamily="18" charset="0"/>
                <a:sym typeface="+mn-ea"/>
              </a:rPr>
              <a:t>}</a:t>
            </a:r>
            <a:r>
              <a:rPr sz="2000" b="0" i="0">
                <a:latin typeface="Times New Roman" panose="02020603050405020304" pitchFamily="18" charset="0"/>
                <a:cs typeface="Times New Roman" panose="02020603050405020304" pitchFamily="18" charset="0"/>
                <a:sym typeface="+mn-ea"/>
              </a:rPr>
              <a:t/>
            </a:r>
            <a:br>
              <a:rPr sz="2000" b="0" i="0">
                <a:latin typeface="Times New Roman" panose="02020603050405020304" pitchFamily="18" charset="0"/>
                <a:cs typeface="Times New Roman" panose="02020603050405020304" pitchFamily="18" charset="0"/>
                <a:sym typeface="+mn-ea"/>
              </a:rPr>
            </a:br>
            <a:r>
              <a:rPr sz="2000" b="0" i="0" spc="-5" dirty="0">
                <a:solidFill>
                  <a:srgbClr val="FF0000"/>
                </a:solidFill>
                <a:latin typeface="Times New Roman" panose="02020603050405020304" pitchFamily="18" charset="0"/>
                <a:cs typeface="Times New Roman" panose="02020603050405020304" pitchFamily="18" charset="0"/>
                <a:sym typeface="+mn-ea"/>
              </a:rPr>
              <a:t>?&gt;</a:t>
            </a:r>
            <a:r>
              <a:rPr sz="2000" b="0" i="0">
                <a:latin typeface="Times New Roman" panose="02020603050405020304" pitchFamily="18" charset="0"/>
                <a:cs typeface="Times New Roman" panose="02020603050405020304" pitchFamily="18" charset="0"/>
                <a:sym typeface="+mn-ea"/>
              </a:rPr>
              <a:t/>
            </a:r>
            <a:br>
              <a:rPr sz="2000" b="0" i="0">
                <a:latin typeface="Times New Roman" panose="02020603050405020304" pitchFamily="18" charset="0"/>
                <a:cs typeface="Times New Roman" panose="02020603050405020304" pitchFamily="18" charset="0"/>
                <a:sym typeface="+mn-ea"/>
              </a:rPr>
            </a:br>
            <a:r>
              <a:rPr sz="2000" b="0" i="0" spc="-5" dirty="0">
                <a:solidFill>
                  <a:srgbClr val="0000CD"/>
                </a:solidFill>
                <a:latin typeface="Times New Roman" panose="02020603050405020304" pitchFamily="18" charset="0"/>
                <a:cs typeface="Times New Roman" panose="02020603050405020304" pitchFamily="18" charset="0"/>
                <a:sym typeface="+mn-ea"/>
              </a:rPr>
              <a:t>&lt;</a:t>
            </a:r>
            <a:r>
              <a:rPr sz="2000" b="0" i="0" spc="-5" dirty="0">
                <a:solidFill>
                  <a:srgbClr val="A32A2A"/>
                </a:solidFill>
                <a:latin typeface="Times New Roman" panose="02020603050405020304" pitchFamily="18" charset="0"/>
                <a:cs typeface="Times New Roman" panose="02020603050405020304" pitchFamily="18" charset="0"/>
                <a:sym typeface="+mn-ea"/>
              </a:rPr>
              <a:t>/body</a:t>
            </a:r>
            <a:r>
              <a:rPr sz="2000" b="0" i="0" spc="-5" dirty="0">
                <a:solidFill>
                  <a:srgbClr val="0000CD"/>
                </a:solidFill>
                <a:latin typeface="Times New Roman" panose="02020603050405020304" pitchFamily="18" charset="0"/>
                <a:cs typeface="Times New Roman" panose="02020603050405020304" pitchFamily="18" charset="0"/>
                <a:sym typeface="+mn-ea"/>
              </a:rPr>
              <a:t>&gt;</a:t>
            </a:r>
            <a:r>
              <a:rPr sz="2000" b="0" i="0">
                <a:latin typeface="Times New Roman" panose="02020603050405020304" pitchFamily="18" charset="0"/>
                <a:cs typeface="Times New Roman" panose="02020603050405020304" pitchFamily="18" charset="0"/>
                <a:sym typeface="+mn-ea"/>
              </a:rPr>
              <a:t/>
            </a:r>
            <a:br>
              <a:rPr sz="2000" b="0" i="0">
                <a:latin typeface="Times New Roman" panose="02020603050405020304" pitchFamily="18" charset="0"/>
                <a:cs typeface="Times New Roman" panose="02020603050405020304" pitchFamily="18" charset="0"/>
                <a:sym typeface="+mn-ea"/>
              </a:rPr>
            </a:br>
            <a:r>
              <a:rPr sz="2000" b="0" i="0" dirty="0">
                <a:solidFill>
                  <a:srgbClr val="0000CD"/>
                </a:solidFill>
                <a:latin typeface="Times New Roman" panose="02020603050405020304" pitchFamily="18" charset="0"/>
                <a:cs typeface="Times New Roman" panose="02020603050405020304" pitchFamily="18" charset="0"/>
                <a:sym typeface="+mn-ea"/>
              </a:rPr>
              <a:t>&lt;</a:t>
            </a:r>
            <a:r>
              <a:rPr sz="2000" b="0" i="0" dirty="0">
                <a:solidFill>
                  <a:srgbClr val="A32A2A"/>
                </a:solidFill>
                <a:latin typeface="Times New Roman" panose="02020603050405020304" pitchFamily="18" charset="0"/>
                <a:cs typeface="Times New Roman" panose="02020603050405020304" pitchFamily="18" charset="0"/>
                <a:sym typeface="+mn-ea"/>
              </a:rPr>
              <a:t>/html</a:t>
            </a:r>
            <a:r>
              <a:rPr sz="2000" b="0" i="0" dirty="0">
                <a:solidFill>
                  <a:srgbClr val="0000CD"/>
                </a:solidFill>
                <a:latin typeface="Times New Roman" panose="02020603050405020304" pitchFamily="18" charset="0"/>
                <a:cs typeface="Times New Roman" panose="02020603050405020304" pitchFamily="18" charset="0"/>
                <a:sym typeface="+mn-ea"/>
              </a:rPr>
              <a:t>&gt;</a:t>
            </a:r>
            <a:br>
              <a:rPr sz="2000" b="0" i="0" dirty="0">
                <a:solidFill>
                  <a:srgbClr val="0000CD"/>
                </a:solidFill>
                <a:latin typeface="Times New Roman" panose="02020603050405020304" pitchFamily="18" charset="0"/>
                <a:cs typeface="Times New Roman" panose="02020603050405020304" pitchFamily="18" charset="0"/>
                <a:sym typeface="+mn-ea"/>
              </a:rPr>
            </a:br>
            <a:r>
              <a:rPr sz="2000" b="0" i="0">
                <a:latin typeface="Times New Roman" panose="02020603050405020304" pitchFamily="18" charset="0"/>
                <a:cs typeface="Times New Roman" panose="02020603050405020304" pitchFamily="18" charset="0"/>
                <a:sym typeface="+mn-ea"/>
              </a:rPr>
              <a:t/>
            </a:r>
            <a:br>
              <a:rPr sz="2000" b="0" i="0">
                <a:latin typeface="Times New Roman" panose="02020603050405020304" pitchFamily="18" charset="0"/>
                <a:cs typeface="Times New Roman" panose="02020603050405020304" pitchFamily="18" charset="0"/>
                <a:sym typeface="+mn-ea"/>
              </a:rPr>
            </a:br>
            <a:r>
              <a:rPr sz="2000" b="0" i="0" dirty="0">
                <a:latin typeface="Times New Roman" panose="02020603050405020304" pitchFamily="18" charset="0"/>
                <a:cs typeface="Times New Roman" panose="02020603050405020304" pitchFamily="18" charset="0"/>
                <a:sym typeface="+mn-ea"/>
              </a:rPr>
              <a:t>OUTPUT:</a:t>
            </a:r>
            <a:r>
              <a:rPr sz="2000" b="0" i="0">
                <a:latin typeface="Times New Roman" panose="02020603050405020304" pitchFamily="18" charset="0"/>
                <a:cs typeface="Times New Roman" panose="02020603050405020304" pitchFamily="18" charset="0"/>
                <a:sym typeface="+mn-ea"/>
              </a:rPr>
              <a:t/>
            </a:r>
            <a:br>
              <a:rPr sz="2000" b="0" i="0">
                <a:latin typeface="Times New Roman" panose="02020603050405020304" pitchFamily="18" charset="0"/>
                <a:cs typeface="Times New Roman" panose="02020603050405020304" pitchFamily="18" charset="0"/>
                <a:sym typeface="+mn-ea"/>
              </a:rPr>
            </a:br>
            <a:r>
              <a:rPr sz="2000" b="0" i="0" spc="-5" dirty="0">
                <a:latin typeface="Times New Roman" panose="02020603050405020304" pitchFamily="18" charset="0"/>
                <a:cs typeface="Times New Roman" panose="02020603050405020304" pitchFamily="18" charset="0"/>
                <a:sym typeface="+mn-ea"/>
              </a:rPr>
              <a:t>Have</a:t>
            </a:r>
            <a:r>
              <a:rPr sz="2000" b="0" i="0" spc="-20"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a</a:t>
            </a:r>
            <a:r>
              <a:rPr sz="2000" b="0" i="0" spc="-10"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good</a:t>
            </a:r>
            <a:r>
              <a:rPr lang="en-US" sz="2000" b="0" i="0" spc="-5"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day!</a:t>
            </a:r>
            <a:endParaRPr lang="en-US" sz="2000" b="0" i="0" spc="-5" dirty="0">
              <a:latin typeface="Times New Roman" panose="02020603050405020304" pitchFamily="18" charset="0"/>
              <a:cs typeface="Times New Roman" panose="02020603050405020304" pitchFamily="18" charset="0"/>
              <a:sym typeface="+mn-ea"/>
            </a:endParaRPr>
          </a:p>
        </p:txBody>
      </p:sp>
      <p:sp>
        <p:nvSpPr>
          <p:cNvPr id="4" name="Slide Number Placeholder 3">
            <a:extLst>
              <a:ext uri="{FF2B5EF4-FFF2-40B4-BE49-F238E27FC236}">
                <a16:creationId xmlns:a16="http://schemas.microsoft.com/office/drawing/2014/main" xmlns="" id="{136CD299-687A-7E6D-62E4-A9C37A5EF109}"/>
              </a:ext>
            </a:extLst>
          </p:cNvPr>
          <p:cNvSpPr>
            <a:spLocks noGrp="1"/>
          </p:cNvSpPr>
          <p:nvPr>
            <p:ph type="sldNum" idx="4"/>
          </p:nvPr>
        </p:nvSpPr>
        <p:spPr/>
        <p:txBody>
          <a:bodyPr/>
          <a:lstStyle/>
          <a:p>
            <a:pPr algn="r">
              <a:buNone/>
            </a:pPr>
            <a:fld id="{9A0DB2DC-4C9A-4742-B13C-FB6460FD3503}" type="slidenum">
              <a:rPr lang="en-GB" altLang="en-US" smtClean="0"/>
              <a:pPr algn="r">
                <a:buNone/>
              </a:pPr>
              <a:t>43</a:t>
            </a:fld>
            <a:endParaRPr lang="en-GB"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spc="-5" dirty="0">
                <a:latin typeface="Times New Roman" panose="02020603050405020304" pitchFamily="18" charset="0"/>
                <a:cs typeface="Times New Roman" panose="02020603050405020304" pitchFamily="18" charset="0"/>
                <a:sym typeface="+mn-ea"/>
              </a:rPr>
              <a:t/>
            </a:r>
            <a:br>
              <a:rPr sz="2600" spc="-5" dirty="0">
                <a:latin typeface="Times New Roman" panose="02020603050405020304" pitchFamily="18" charset="0"/>
                <a:cs typeface="Times New Roman" panose="02020603050405020304" pitchFamily="18" charset="0"/>
                <a:sym typeface="+mn-ea"/>
              </a:rPr>
            </a:br>
            <a:r>
              <a:rPr sz="3000" b="0" i="0" dirty="0">
                <a:highlight>
                  <a:srgbClr val="00FF00"/>
                </a:highlight>
                <a:latin typeface="Arial" panose="020B0604020202020204"/>
                <a:cs typeface="Arial" panose="020B0604020202020204"/>
                <a:sym typeface="+mn-ea"/>
              </a:rPr>
              <a:t>The if...</a:t>
            </a:r>
            <a:r>
              <a:rPr sz="3000" b="0" i="0" spc="-15" dirty="0">
                <a:highlight>
                  <a:srgbClr val="00FF00"/>
                </a:highlight>
                <a:latin typeface="Arial" panose="020B0604020202020204"/>
                <a:cs typeface="Arial" panose="020B0604020202020204"/>
                <a:sym typeface="+mn-ea"/>
              </a:rPr>
              <a:t>e</a:t>
            </a:r>
            <a:r>
              <a:rPr sz="3000" b="0" i="0" dirty="0">
                <a:highlight>
                  <a:srgbClr val="00FF00"/>
                </a:highlight>
                <a:latin typeface="Arial" panose="020B0604020202020204"/>
                <a:cs typeface="Arial" panose="020B0604020202020204"/>
                <a:sym typeface="+mn-ea"/>
              </a:rPr>
              <a:t>l</a:t>
            </a:r>
            <a:r>
              <a:rPr sz="3000" b="0" i="0" spc="5" dirty="0">
                <a:highlight>
                  <a:srgbClr val="00FF00"/>
                </a:highlight>
                <a:latin typeface="Arial" panose="020B0604020202020204"/>
                <a:cs typeface="Arial" panose="020B0604020202020204"/>
                <a:sym typeface="+mn-ea"/>
              </a:rPr>
              <a:t>s</a:t>
            </a:r>
            <a:r>
              <a:rPr sz="3000" b="0" i="0" spc="-5" dirty="0">
                <a:highlight>
                  <a:srgbClr val="00FF00"/>
                </a:highlight>
                <a:latin typeface="Arial" panose="020B0604020202020204"/>
                <a:cs typeface="Arial" panose="020B0604020202020204"/>
                <a:sym typeface="+mn-ea"/>
              </a:rPr>
              <a:t>e</a:t>
            </a:r>
            <a:r>
              <a:rPr sz="3000" b="0" i="0" spc="-75" dirty="0">
                <a:highlight>
                  <a:srgbClr val="00FF00"/>
                </a:highlight>
                <a:latin typeface="Arial" panose="020B0604020202020204"/>
                <a:cs typeface="Arial" panose="020B0604020202020204"/>
                <a:sym typeface="+mn-ea"/>
              </a:rPr>
              <a:t> </a:t>
            </a:r>
            <a:r>
              <a:rPr sz="3000" b="0" i="0" dirty="0">
                <a:highlight>
                  <a:srgbClr val="00FF00"/>
                </a:highlight>
                <a:latin typeface="Arial" panose="020B0604020202020204"/>
                <a:cs typeface="Arial" panose="020B0604020202020204"/>
                <a:sym typeface="+mn-ea"/>
              </a:rPr>
              <a:t>S</a:t>
            </a:r>
            <a:r>
              <a:rPr sz="3000" b="0" i="0" spc="-5" dirty="0">
                <a:highlight>
                  <a:srgbClr val="00FF00"/>
                </a:highlight>
                <a:latin typeface="Arial" panose="020B0604020202020204"/>
                <a:cs typeface="Arial" panose="020B0604020202020204"/>
                <a:sym typeface="+mn-ea"/>
              </a:rPr>
              <a:t>tatem</a:t>
            </a:r>
            <a:r>
              <a:rPr sz="3000" b="0" i="0" dirty="0">
                <a:highlight>
                  <a:srgbClr val="00FF00"/>
                </a:highlight>
                <a:latin typeface="Arial" panose="020B0604020202020204"/>
                <a:cs typeface="Arial" panose="020B0604020202020204"/>
                <a:sym typeface="+mn-ea"/>
              </a:rPr>
              <a:t>e</a:t>
            </a:r>
            <a:r>
              <a:rPr sz="3000" b="0" i="0" spc="-15" dirty="0">
                <a:highlight>
                  <a:srgbClr val="00FF00"/>
                </a:highlight>
                <a:latin typeface="Arial" panose="020B0604020202020204"/>
                <a:cs typeface="Arial" panose="020B0604020202020204"/>
                <a:sym typeface="+mn-ea"/>
              </a:rPr>
              <a:t>n</a:t>
            </a:r>
            <a:r>
              <a:rPr sz="3000" b="0" i="0" dirty="0">
                <a:highlight>
                  <a:srgbClr val="00FF00"/>
                </a:highlight>
                <a:latin typeface="Arial" panose="020B0604020202020204"/>
                <a:cs typeface="Arial" panose="020B0604020202020204"/>
                <a:sym typeface="+mn-ea"/>
              </a:rPr>
              <a:t>t</a:t>
            </a:r>
            <a:r>
              <a:rPr sz="2600" b="0" i="0" dirty="0">
                <a:latin typeface="Arial" panose="020B0604020202020204"/>
                <a:cs typeface="Arial" panose="020B0604020202020204"/>
                <a:sym typeface="+mn-ea"/>
              </a:rPr>
              <a:t/>
            </a:r>
            <a:br>
              <a:rPr sz="2600" b="0" i="0" dirty="0">
                <a:latin typeface="Arial" panose="020B0604020202020204"/>
                <a:cs typeface="Arial" panose="020B0604020202020204"/>
                <a:sym typeface="+mn-ea"/>
              </a:rPr>
            </a:br>
            <a:r>
              <a:rPr sz="2600" b="0" i="0" spc="-5" dirty="0">
                <a:latin typeface="Times New Roman" panose="02020603050405020304" pitchFamily="18" charset="0"/>
                <a:cs typeface="Times New Roman" panose="02020603050405020304" pitchFamily="18" charset="0"/>
                <a:sym typeface="+mn-ea"/>
              </a:rPr>
              <a:t/>
            </a:r>
            <a:br>
              <a:rPr sz="2600" b="0" i="0" spc="-5" dirty="0">
                <a:latin typeface="Times New Roman" panose="02020603050405020304" pitchFamily="18" charset="0"/>
                <a:cs typeface="Times New Roman" panose="02020603050405020304" pitchFamily="18" charset="0"/>
                <a:sym typeface="+mn-ea"/>
              </a:rPr>
            </a:br>
            <a:r>
              <a:rPr sz="2600" b="0" i="0" spc="-5" dirty="0">
                <a:latin typeface="Times New Roman" panose="02020603050405020304" pitchFamily="18" charset="0"/>
                <a:cs typeface="Times New Roman" panose="02020603050405020304" pitchFamily="18" charset="0"/>
                <a:sym typeface="+mn-ea"/>
              </a:rPr>
              <a:t>Syntax</a:t>
            </a:r>
            <a:r>
              <a:rPr sz="2600" b="0" i="0">
                <a:latin typeface="Times New Roman" panose="02020603050405020304" pitchFamily="18" charset="0"/>
                <a:cs typeface="Times New Roman" panose="02020603050405020304" pitchFamily="18" charset="0"/>
              </a:rPr>
              <a:t/>
            </a:r>
            <a:br>
              <a:rPr sz="2600" b="0" i="0">
                <a:latin typeface="Times New Roman" panose="02020603050405020304" pitchFamily="18" charset="0"/>
                <a:cs typeface="Times New Roman" panose="02020603050405020304" pitchFamily="18" charset="0"/>
              </a:rPr>
            </a:br>
            <a:r>
              <a:rPr sz="2600" b="0" i="0" dirty="0">
                <a:latin typeface="Times New Roman" panose="02020603050405020304" pitchFamily="18" charset="0"/>
                <a:cs typeface="Times New Roman" panose="02020603050405020304" pitchFamily="18" charset="0"/>
                <a:sym typeface="+mn-ea"/>
              </a:rPr>
              <a:t>if</a:t>
            </a:r>
            <a:r>
              <a:rPr sz="2600" b="0" i="0" spc="-10" dirty="0">
                <a:latin typeface="Times New Roman" panose="02020603050405020304" pitchFamily="18" charset="0"/>
                <a:cs typeface="Times New Roman" panose="02020603050405020304" pitchFamily="18" charset="0"/>
                <a:sym typeface="+mn-ea"/>
              </a:rPr>
              <a:t> </a:t>
            </a:r>
            <a:r>
              <a:rPr sz="2600" b="0" i="0" spc="-5" dirty="0">
                <a:latin typeface="Times New Roman" panose="02020603050405020304" pitchFamily="18" charset="0"/>
                <a:cs typeface="Times New Roman" panose="02020603050405020304" pitchFamily="18" charset="0"/>
                <a:sym typeface="+mn-ea"/>
              </a:rPr>
              <a:t>(condition)</a:t>
            </a:r>
            <a:r>
              <a:rPr sz="2600" b="0" i="0" spc="-20" dirty="0">
                <a:latin typeface="Times New Roman" panose="02020603050405020304" pitchFamily="18" charset="0"/>
                <a:cs typeface="Times New Roman" panose="02020603050405020304" pitchFamily="18" charset="0"/>
                <a:sym typeface="+mn-ea"/>
              </a:rPr>
              <a:t> </a:t>
            </a:r>
            <a:r>
              <a:rPr sz="2600" b="0" i="0" dirty="0">
                <a:latin typeface="Times New Roman" panose="02020603050405020304" pitchFamily="18" charset="0"/>
                <a:cs typeface="Times New Roman" panose="02020603050405020304" pitchFamily="18" charset="0"/>
                <a:sym typeface="+mn-ea"/>
              </a:rPr>
              <a:t>{</a:t>
            </a:r>
            <a:r>
              <a:rPr sz="2600" b="0" i="0">
                <a:latin typeface="Times New Roman" panose="02020603050405020304" pitchFamily="18" charset="0"/>
                <a:cs typeface="Times New Roman" panose="02020603050405020304" pitchFamily="18" charset="0"/>
              </a:rPr>
              <a:t/>
            </a:r>
            <a:br>
              <a:rPr sz="2600" b="0" i="0">
                <a:latin typeface="Times New Roman" panose="02020603050405020304" pitchFamily="18" charset="0"/>
                <a:cs typeface="Times New Roman" panose="02020603050405020304" pitchFamily="18" charset="0"/>
              </a:rPr>
            </a:br>
            <a:r>
              <a:rPr sz="2600" b="0" i="0" spc="-5" dirty="0">
                <a:latin typeface="Times New Roman" panose="02020603050405020304" pitchFamily="18" charset="0"/>
                <a:cs typeface="Times New Roman" panose="02020603050405020304" pitchFamily="18" charset="0"/>
                <a:sym typeface="+mn-ea"/>
              </a:rPr>
              <a:t>code</a:t>
            </a:r>
            <a:r>
              <a:rPr sz="2600" b="0" i="0" spc="-10" dirty="0">
                <a:latin typeface="Times New Roman" panose="02020603050405020304" pitchFamily="18" charset="0"/>
                <a:cs typeface="Times New Roman" panose="02020603050405020304" pitchFamily="18" charset="0"/>
                <a:sym typeface="+mn-ea"/>
              </a:rPr>
              <a:t> </a:t>
            </a:r>
            <a:r>
              <a:rPr sz="2600" b="0" i="0" dirty="0">
                <a:latin typeface="Times New Roman" panose="02020603050405020304" pitchFamily="18" charset="0"/>
                <a:cs typeface="Times New Roman" panose="02020603050405020304" pitchFamily="18" charset="0"/>
                <a:sym typeface="+mn-ea"/>
              </a:rPr>
              <a:t>to</a:t>
            </a:r>
            <a:r>
              <a:rPr sz="2600" b="0" i="0" spc="-5" dirty="0">
                <a:latin typeface="Times New Roman" panose="02020603050405020304" pitchFamily="18" charset="0"/>
                <a:cs typeface="Times New Roman" panose="02020603050405020304" pitchFamily="18" charset="0"/>
                <a:sym typeface="+mn-ea"/>
              </a:rPr>
              <a:t> be</a:t>
            </a:r>
            <a:r>
              <a:rPr sz="2600" b="0" i="0" spc="-10" dirty="0">
                <a:latin typeface="Times New Roman" panose="02020603050405020304" pitchFamily="18" charset="0"/>
                <a:cs typeface="Times New Roman" panose="02020603050405020304" pitchFamily="18" charset="0"/>
                <a:sym typeface="+mn-ea"/>
              </a:rPr>
              <a:t> </a:t>
            </a:r>
            <a:r>
              <a:rPr sz="2600" b="0" i="0" spc="-5" dirty="0">
                <a:latin typeface="Times New Roman" panose="02020603050405020304" pitchFamily="18" charset="0"/>
                <a:cs typeface="Times New Roman" panose="02020603050405020304" pitchFamily="18" charset="0"/>
                <a:sym typeface="+mn-ea"/>
              </a:rPr>
              <a:t>executed</a:t>
            </a:r>
            <a:r>
              <a:rPr sz="2600" b="0" i="0" spc="5" dirty="0">
                <a:latin typeface="Times New Roman" panose="02020603050405020304" pitchFamily="18" charset="0"/>
                <a:cs typeface="Times New Roman" panose="02020603050405020304" pitchFamily="18" charset="0"/>
                <a:sym typeface="+mn-ea"/>
              </a:rPr>
              <a:t> </a:t>
            </a:r>
            <a:r>
              <a:rPr sz="2600" b="0" i="0" dirty="0">
                <a:latin typeface="Times New Roman" panose="02020603050405020304" pitchFamily="18" charset="0"/>
                <a:cs typeface="Times New Roman" panose="02020603050405020304" pitchFamily="18" charset="0"/>
                <a:sym typeface="+mn-ea"/>
              </a:rPr>
              <a:t>if</a:t>
            </a:r>
            <a:r>
              <a:rPr sz="2600" b="0" i="0" spc="-20" dirty="0">
                <a:latin typeface="Times New Roman" panose="02020603050405020304" pitchFamily="18" charset="0"/>
                <a:cs typeface="Times New Roman" panose="02020603050405020304" pitchFamily="18" charset="0"/>
                <a:sym typeface="+mn-ea"/>
              </a:rPr>
              <a:t> </a:t>
            </a:r>
            <a:r>
              <a:rPr sz="2600" b="0" i="0" spc="-5" dirty="0">
                <a:latin typeface="Times New Roman" panose="02020603050405020304" pitchFamily="18" charset="0"/>
                <a:cs typeface="Times New Roman" panose="02020603050405020304" pitchFamily="18" charset="0"/>
                <a:sym typeface="+mn-ea"/>
              </a:rPr>
              <a:t>condition</a:t>
            </a:r>
            <a:r>
              <a:rPr sz="2600" b="0" i="0" dirty="0">
                <a:latin typeface="Times New Roman" panose="02020603050405020304" pitchFamily="18" charset="0"/>
                <a:cs typeface="Times New Roman" panose="02020603050405020304" pitchFamily="18" charset="0"/>
                <a:sym typeface="+mn-ea"/>
              </a:rPr>
              <a:t> </a:t>
            </a:r>
            <a:r>
              <a:rPr sz="2600" b="0" i="0" spc="-5" dirty="0">
                <a:latin typeface="Times New Roman" panose="02020603050405020304" pitchFamily="18" charset="0"/>
                <a:cs typeface="Times New Roman" panose="02020603050405020304" pitchFamily="18" charset="0"/>
                <a:sym typeface="+mn-ea"/>
              </a:rPr>
              <a:t>is</a:t>
            </a:r>
            <a:r>
              <a:rPr sz="2600" b="0" i="0" spc="5" dirty="0">
                <a:latin typeface="Times New Roman" panose="02020603050405020304" pitchFamily="18" charset="0"/>
                <a:cs typeface="Times New Roman" panose="02020603050405020304" pitchFamily="18" charset="0"/>
                <a:sym typeface="+mn-ea"/>
              </a:rPr>
              <a:t> </a:t>
            </a:r>
            <a:r>
              <a:rPr sz="2600" b="0" i="0" spc="-5" dirty="0">
                <a:latin typeface="Times New Roman" panose="02020603050405020304" pitchFamily="18" charset="0"/>
                <a:cs typeface="Times New Roman" panose="02020603050405020304" pitchFamily="18" charset="0"/>
                <a:sym typeface="+mn-ea"/>
              </a:rPr>
              <a:t>true;</a:t>
            </a:r>
            <a:r>
              <a:rPr sz="2600" b="0" i="0">
                <a:latin typeface="Times New Roman" panose="02020603050405020304" pitchFamily="18" charset="0"/>
                <a:cs typeface="Times New Roman" panose="02020603050405020304" pitchFamily="18" charset="0"/>
              </a:rPr>
              <a:t/>
            </a:r>
            <a:br>
              <a:rPr sz="2600" b="0" i="0">
                <a:latin typeface="Times New Roman" panose="02020603050405020304" pitchFamily="18" charset="0"/>
                <a:cs typeface="Times New Roman" panose="02020603050405020304" pitchFamily="18" charset="0"/>
              </a:rPr>
            </a:br>
            <a:r>
              <a:rPr sz="2600" b="0" i="0" dirty="0">
                <a:latin typeface="Times New Roman" panose="02020603050405020304" pitchFamily="18" charset="0"/>
                <a:cs typeface="Times New Roman" panose="02020603050405020304" pitchFamily="18" charset="0"/>
                <a:sym typeface="+mn-ea"/>
              </a:rPr>
              <a:t>}</a:t>
            </a:r>
            <a:r>
              <a:rPr sz="2600" b="0" i="0" spc="-35" dirty="0">
                <a:latin typeface="Times New Roman" panose="02020603050405020304" pitchFamily="18" charset="0"/>
                <a:cs typeface="Times New Roman" panose="02020603050405020304" pitchFamily="18" charset="0"/>
                <a:sym typeface="+mn-ea"/>
              </a:rPr>
              <a:t> </a:t>
            </a:r>
            <a:r>
              <a:rPr sz="2600" b="0" i="0" dirty="0">
                <a:latin typeface="Times New Roman" panose="02020603050405020304" pitchFamily="18" charset="0"/>
                <a:cs typeface="Times New Roman" panose="02020603050405020304" pitchFamily="18" charset="0"/>
                <a:sym typeface="+mn-ea"/>
              </a:rPr>
              <a:t>else</a:t>
            </a:r>
            <a:r>
              <a:rPr sz="2600" b="0" i="0" spc="-30" dirty="0">
                <a:latin typeface="Times New Roman" panose="02020603050405020304" pitchFamily="18" charset="0"/>
                <a:cs typeface="Times New Roman" panose="02020603050405020304" pitchFamily="18" charset="0"/>
                <a:sym typeface="+mn-ea"/>
              </a:rPr>
              <a:t> </a:t>
            </a:r>
            <a:r>
              <a:rPr sz="2600" b="0" i="0" dirty="0">
                <a:latin typeface="Times New Roman" panose="02020603050405020304" pitchFamily="18" charset="0"/>
                <a:cs typeface="Times New Roman" panose="02020603050405020304" pitchFamily="18" charset="0"/>
                <a:sym typeface="+mn-ea"/>
              </a:rPr>
              <a:t>{</a:t>
            </a:r>
            <a:r>
              <a:rPr sz="2600" b="0" i="0">
                <a:latin typeface="Times New Roman" panose="02020603050405020304" pitchFamily="18" charset="0"/>
                <a:cs typeface="Times New Roman" panose="02020603050405020304" pitchFamily="18" charset="0"/>
              </a:rPr>
              <a:t/>
            </a:r>
            <a:br>
              <a:rPr sz="2600" b="0" i="0">
                <a:latin typeface="Times New Roman" panose="02020603050405020304" pitchFamily="18" charset="0"/>
                <a:cs typeface="Times New Roman" panose="02020603050405020304" pitchFamily="18" charset="0"/>
              </a:rPr>
            </a:br>
            <a:r>
              <a:rPr sz="2600" b="0" i="0" spc="-5" dirty="0">
                <a:latin typeface="Times New Roman" panose="02020603050405020304" pitchFamily="18" charset="0"/>
                <a:cs typeface="Times New Roman" panose="02020603050405020304" pitchFamily="18" charset="0"/>
                <a:sym typeface="+mn-ea"/>
              </a:rPr>
              <a:t>code</a:t>
            </a:r>
            <a:r>
              <a:rPr sz="2600" b="0" i="0" spc="-10" dirty="0">
                <a:latin typeface="Times New Roman" panose="02020603050405020304" pitchFamily="18" charset="0"/>
                <a:cs typeface="Times New Roman" panose="02020603050405020304" pitchFamily="18" charset="0"/>
                <a:sym typeface="+mn-ea"/>
              </a:rPr>
              <a:t> </a:t>
            </a:r>
            <a:r>
              <a:rPr sz="2600" b="0" i="0" dirty="0">
                <a:latin typeface="Times New Roman" panose="02020603050405020304" pitchFamily="18" charset="0"/>
                <a:cs typeface="Times New Roman" panose="02020603050405020304" pitchFamily="18" charset="0"/>
                <a:sym typeface="+mn-ea"/>
              </a:rPr>
              <a:t>to</a:t>
            </a:r>
            <a:r>
              <a:rPr sz="2600" b="0" i="0" spc="-5" dirty="0">
                <a:latin typeface="Times New Roman" panose="02020603050405020304" pitchFamily="18" charset="0"/>
                <a:cs typeface="Times New Roman" panose="02020603050405020304" pitchFamily="18" charset="0"/>
                <a:sym typeface="+mn-ea"/>
              </a:rPr>
              <a:t> be executed</a:t>
            </a:r>
            <a:r>
              <a:rPr sz="2600" b="0" i="0" dirty="0">
                <a:latin typeface="Times New Roman" panose="02020603050405020304" pitchFamily="18" charset="0"/>
                <a:cs typeface="Times New Roman" panose="02020603050405020304" pitchFamily="18" charset="0"/>
                <a:sym typeface="+mn-ea"/>
              </a:rPr>
              <a:t> if</a:t>
            </a:r>
            <a:r>
              <a:rPr sz="2600" b="0" i="0" spc="-15" dirty="0">
                <a:latin typeface="Times New Roman" panose="02020603050405020304" pitchFamily="18" charset="0"/>
                <a:cs typeface="Times New Roman" panose="02020603050405020304" pitchFamily="18" charset="0"/>
                <a:sym typeface="+mn-ea"/>
              </a:rPr>
              <a:t> </a:t>
            </a:r>
            <a:r>
              <a:rPr sz="2600" b="0" i="0" spc="-5" dirty="0">
                <a:latin typeface="Times New Roman" panose="02020603050405020304" pitchFamily="18" charset="0"/>
                <a:cs typeface="Times New Roman" panose="02020603050405020304" pitchFamily="18" charset="0"/>
                <a:sym typeface="+mn-ea"/>
              </a:rPr>
              <a:t>condition</a:t>
            </a:r>
            <a:r>
              <a:rPr sz="2600" b="0" i="0" dirty="0">
                <a:latin typeface="Times New Roman" panose="02020603050405020304" pitchFamily="18" charset="0"/>
                <a:cs typeface="Times New Roman" panose="02020603050405020304" pitchFamily="18" charset="0"/>
                <a:sym typeface="+mn-ea"/>
              </a:rPr>
              <a:t> </a:t>
            </a:r>
            <a:r>
              <a:rPr sz="2600" b="0" i="0" spc="-5" dirty="0">
                <a:latin typeface="Times New Roman" panose="02020603050405020304" pitchFamily="18" charset="0"/>
                <a:cs typeface="Times New Roman" panose="02020603050405020304" pitchFamily="18" charset="0"/>
                <a:sym typeface="+mn-ea"/>
              </a:rPr>
              <a:t>is</a:t>
            </a:r>
            <a:r>
              <a:rPr sz="2600" b="0" i="0" dirty="0">
                <a:latin typeface="Times New Roman" panose="02020603050405020304" pitchFamily="18" charset="0"/>
                <a:cs typeface="Times New Roman" panose="02020603050405020304" pitchFamily="18" charset="0"/>
                <a:sym typeface="+mn-ea"/>
              </a:rPr>
              <a:t> </a:t>
            </a:r>
            <a:r>
              <a:rPr sz="2600" b="0" i="0" spc="-5" dirty="0">
                <a:latin typeface="Times New Roman" panose="02020603050405020304" pitchFamily="18" charset="0"/>
                <a:cs typeface="Times New Roman" panose="02020603050405020304" pitchFamily="18" charset="0"/>
                <a:sym typeface="+mn-ea"/>
              </a:rPr>
              <a:t>false;</a:t>
            </a:r>
            <a:r>
              <a:rPr sz="2600" b="0" i="0">
                <a:latin typeface="Times New Roman" panose="02020603050405020304" pitchFamily="18" charset="0"/>
                <a:cs typeface="Times New Roman" panose="02020603050405020304" pitchFamily="18" charset="0"/>
              </a:rPr>
              <a:t/>
            </a:r>
            <a:br>
              <a:rPr sz="2600" b="0" i="0">
                <a:latin typeface="Times New Roman" panose="02020603050405020304" pitchFamily="18" charset="0"/>
                <a:cs typeface="Times New Roman" panose="02020603050405020304" pitchFamily="18" charset="0"/>
              </a:rPr>
            </a:br>
            <a:r>
              <a:rPr sz="2600" b="0" i="0" dirty="0">
                <a:latin typeface="Times New Roman" panose="02020603050405020304" pitchFamily="18" charset="0"/>
                <a:cs typeface="Times New Roman" panose="02020603050405020304" pitchFamily="18" charset="0"/>
                <a:sym typeface="+mn-ea"/>
              </a:rPr>
              <a:t>}</a:t>
            </a:r>
            <a:r>
              <a:rPr sz="2600" b="0" i="0">
                <a:latin typeface="Times New Roman" panose="02020603050405020304" pitchFamily="18" charset="0"/>
                <a:cs typeface="Times New Roman" panose="02020603050405020304" pitchFamily="18" charset="0"/>
              </a:rPr>
              <a:t/>
            </a:r>
            <a:br>
              <a:rPr sz="2600" b="0" i="0">
                <a:latin typeface="Times New Roman" panose="02020603050405020304" pitchFamily="18" charset="0"/>
                <a:cs typeface="Times New Roman" panose="02020603050405020304" pitchFamily="18" charset="0"/>
              </a:rPr>
            </a:br>
            <a:r>
              <a:rPr sz="2600" b="0" i="0" spc="-5" dirty="0">
                <a:latin typeface="Times New Roman" panose="02020603050405020304" pitchFamily="18" charset="0"/>
                <a:cs typeface="Times New Roman" panose="02020603050405020304" pitchFamily="18" charset="0"/>
                <a:sym typeface="+mn-ea"/>
              </a:rPr>
              <a:t>The</a:t>
            </a:r>
            <a:r>
              <a:rPr sz="2600" b="0" i="0" spc="5" dirty="0">
                <a:latin typeface="Times New Roman" panose="02020603050405020304" pitchFamily="18" charset="0"/>
                <a:cs typeface="Times New Roman" panose="02020603050405020304" pitchFamily="18" charset="0"/>
                <a:sym typeface="+mn-ea"/>
              </a:rPr>
              <a:t> </a:t>
            </a:r>
            <a:r>
              <a:rPr sz="2600" b="0" i="0" spc="-5" dirty="0">
                <a:latin typeface="Times New Roman" panose="02020603050405020304" pitchFamily="18" charset="0"/>
                <a:cs typeface="Times New Roman" panose="02020603050405020304" pitchFamily="18" charset="0"/>
                <a:sym typeface="+mn-ea"/>
              </a:rPr>
              <a:t>example</a:t>
            </a:r>
            <a:r>
              <a:rPr sz="2600" b="0" i="0" spc="5" dirty="0">
                <a:latin typeface="Times New Roman" panose="02020603050405020304" pitchFamily="18" charset="0"/>
                <a:cs typeface="Times New Roman" panose="02020603050405020304" pitchFamily="18" charset="0"/>
                <a:sym typeface="+mn-ea"/>
              </a:rPr>
              <a:t> </a:t>
            </a:r>
            <a:r>
              <a:rPr sz="2600" b="0" i="0" spc="-5" dirty="0">
                <a:latin typeface="Times New Roman" panose="02020603050405020304" pitchFamily="18" charset="0"/>
                <a:cs typeface="Times New Roman" panose="02020603050405020304" pitchFamily="18" charset="0"/>
                <a:sym typeface="+mn-ea"/>
              </a:rPr>
              <a:t>below</a:t>
            </a:r>
            <a:r>
              <a:rPr sz="2600" b="0" i="0" spc="-10" dirty="0">
                <a:latin typeface="Times New Roman" panose="02020603050405020304" pitchFamily="18" charset="0"/>
                <a:cs typeface="Times New Roman" panose="02020603050405020304" pitchFamily="18" charset="0"/>
                <a:sym typeface="+mn-ea"/>
              </a:rPr>
              <a:t> </a:t>
            </a:r>
            <a:r>
              <a:rPr sz="2600" b="0" i="0" spc="-5" dirty="0">
                <a:latin typeface="Times New Roman" panose="02020603050405020304" pitchFamily="18" charset="0"/>
                <a:cs typeface="Times New Roman" panose="02020603050405020304" pitchFamily="18" charset="0"/>
                <a:sym typeface="+mn-ea"/>
              </a:rPr>
              <a:t>will</a:t>
            </a:r>
            <a:r>
              <a:rPr sz="2600" b="0" i="0" spc="5" dirty="0">
                <a:latin typeface="Times New Roman" panose="02020603050405020304" pitchFamily="18" charset="0"/>
                <a:cs typeface="Times New Roman" panose="02020603050405020304" pitchFamily="18" charset="0"/>
                <a:sym typeface="+mn-ea"/>
              </a:rPr>
              <a:t> </a:t>
            </a:r>
            <a:r>
              <a:rPr sz="2600" b="0" i="0" spc="-5" dirty="0">
                <a:latin typeface="Times New Roman" panose="02020603050405020304" pitchFamily="18" charset="0"/>
                <a:cs typeface="Times New Roman" panose="02020603050405020304" pitchFamily="18" charset="0"/>
                <a:sym typeface="+mn-ea"/>
              </a:rPr>
              <a:t>output "Have</a:t>
            </a:r>
            <a:r>
              <a:rPr sz="2600" b="0" i="0" spc="5" dirty="0">
                <a:latin typeface="Times New Roman" panose="02020603050405020304" pitchFamily="18" charset="0"/>
                <a:cs typeface="Times New Roman" panose="02020603050405020304" pitchFamily="18" charset="0"/>
                <a:sym typeface="+mn-ea"/>
              </a:rPr>
              <a:t> </a:t>
            </a:r>
            <a:r>
              <a:rPr sz="2600" b="0" i="0" spc="-5" dirty="0">
                <a:latin typeface="Times New Roman" panose="02020603050405020304" pitchFamily="18" charset="0"/>
                <a:cs typeface="Times New Roman" panose="02020603050405020304" pitchFamily="18" charset="0"/>
                <a:sym typeface="+mn-ea"/>
              </a:rPr>
              <a:t>a</a:t>
            </a:r>
            <a:r>
              <a:rPr sz="2600" b="0" i="0" spc="10" dirty="0">
                <a:latin typeface="Times New Roman" panose="02020603050405020304" pitchFamily="18" charset="0"/>
                <a:cs typeface="Times New Roman" panose="02020603050405020304" pitchFamily="18" charset="0"/>
                <a:sym typeface="+mn-ea"/>
              </a:rPr>
              <a:t> </a:t>
            </a:r>
            <a:r>
              <a:rPr sz="2600" b="0" i="0" spc="-5" dirty="0">
                <a:latin typeface="Times New Roman" panose="02020603050405020304" pitchFamily="18" charset="0"/>
                <a:cs typeface="Times New Roman" panose="02020603050405020304" pitchFamily="18" charset="0"/>
                <a:sym typeface="+mn-ea"/>
              </a:rPr>
              <a:t>good</a:t>
            </a:r>
            <a:r>
              <a:rPr sz="2600" b="0" i="0" dirty="0">
                <a:latin typeface="Times New Roman" panose="02020603050405020304" pitchFamily="18" charset="0"/>
                <a:cs typeface="Times New Roman" panose="02020603050405020304" pitchFamily="18" charset="0"/>
                <a:sym typeface="+mn-ea"/>
              </a:rPr>
              <a:t> </a:t>
            </a:r>
            <a:r>
              <a:rPr sz="2600" b="0" i="0" spc="-5" dirty="0">
                <a:latin typeface="Times New Roman" panose="02020603050405020304" pitchFamily="18" charset="0"/>
                <a:cs typeface="Times New Roman" panose="02020603050405020304" pitchFamily="18" charset="0"/>
                <a:sym typeface="+mn-ea"/>
              </a:rPr>
              <a:t>day!"</a:t>
            </a:r>
            <a:r>
              <a:rPr sz="2600" b="0" i="0" spc="10" dirty="0">
                <a:latin typeface="Times New Roman" panose="02020603050405020304" pitchFamily="18" charset="0"/>
                <a:cs typeface="Times New Roman" panose="02020603050405020304" pitchFamily="18" charset="0"/>
                <a:sym typeface="+mn-ea"/>
              </a:rPr>
              <a:t> </a:t>
            </a:r>
            <a:r>
              <a:rPr sz="2600" b="0" i="0" spc="-10" dirty="0">
                <a:latin typeface="Times New Roman" panose="02020603050405020304" pitchFamily="18" charset="0"/>
                <a:cs typeface="Times New Roman" panose="02020603050405020304" pitchFamily="18" charset="0"/>
                <a:sym typeface="+mn-ea"/>
              </a:rPr>
              <a:t>if</a:t>
            </a:r>
            <a:r>
              <a:rPr sz="2600" b="0" i="0" spc="15" dirty="0">
                <a:latin typeface="Times New Roman" panose="02020603050405020304" pitchFamily="18" charset="0"/>
                <a:cs typeface="Times New Roman" panose="02020603050405020304" pitchFamily="18" charset="0"/>
                <a:sym typeface="+mn-ea"/>
              </a:rPr>
              <a:t> </a:t>
            </a:r>
            <a:r>
              <a:rPr sz="2600" b="0" i="0" spc="-5" dirty="0">
                <a:latin typeface="Times New Roman" panose="02020603050405020304" pitchFamily="18" charset="0"/>
                <a:cs typeface="Times New Roman" panose="02020603050405020304" pitchFamily="18" charset="0"/>
                <a:sym typeface="+mn-ea"/>
              </a:rPr>
              <a:t>the</a:t>
            </a:r>
            <a:r>
              <a:rPr sz="2600" b="0" i="0" spc="5" dirty="0">
                <a:latin typeface="Times New Roman" panose="02020603050405020304" pitchFamily="18" charset="0"/>
                <a:cs typeface="Times New Roman" panose="02020603050405020304" pitchFamily="18" charset="0"/>
                <a:sym typeface="+mn-ea"/>
              </a:rPr>
              <a:t> </a:t>
            </a:r>
            <a:r>
              <a:rPr sz="2600" b="0" i="0" spc="-5" dirty="0">
                <a:latin typeface="Times New Roman" panose="02020603050405020304" pitchFamily="18" charset="0"/>
                <a:cs typeface="Times New Roman" panose="02020603050405020304" pitchFamily="18" charset="0"/>
                <a:sym typeface="+mn-ea"/>
              </a:rPr>
              <a:t>current</a:t>
            </a:r>
            <a:r>
              <a:rPr sz="2600" b="0" i="0" spc="5" dirty="0">
                <a:latin typeface="Times New Roman" panose="02020603050405020304" pitchFamily="18" charset="0"/>
                <a:cs typeface="Times New Roman" panose="02020603050405020304" pitchFamily="18" charset="0"/>
                <a:sym typeface="+mn-ea"/>
              </a:rPr>
              <a:t> </a:t>
            </a:r>
            <a:r>
              <a:rPr sz="2600" b="0" i="0" spc="-5" dirty="0">
                <a:latin typeface="Times New Roman" panose="02020603050405020304" pitchFamily="18" charset="0"/>
                <a:cs typeface="Times New Roman" panose="02020603050405020304" pitchFamily="18" charset="0"/>
                <a:sym typeface="+mn-ea"/>
              </a:rPr>
              <a:t>time</a:t>
            </a:r>
            <a:r>
              <a:rPr sz="2600" b="0" i="0" spc="5" dirty="0">
                <a:latin typeface="Times New Roman" panose="02020603050405020304" pitchFamily="18" charset="0"/>
                <a:cs typeface="Times New Roman" panose="02020603050405020304" pitchFamily="18" charset="0"/>
                <a:sym typeface="+mn-ea"/>
              </a:rPr>
              <a:t> </a:t>
            </a:r>
            <a:r>
              <a:rPr sz="2600" b="0" i="0" spc="-5" dirty="0">
                <a:latin typeface="Times New Roman" panose="02020603050405020304" pitchFamily="18" charset="0"/>
                <a:cs typeface="Times New Roman" panose="02020603050405020304" pitchFamily="18" charset="0"/>
                <a:sym typeface="+mn-ea"/>
              </a:rPr>
              <a:t>is</a:t>
            </a:r>
            <a:r>
              <a:rPr sz="2600" b="0" i="0" spc="5" dirty="0">
                <a:latin typeface="Times New Roman" panose="02020603050405020304" pitchFamily="18" charset="0"/>
                <a:cs typeface="Times New Roman" panose="02020603050405020304" pitchFamily="18" charset="0"/>
                <a:sym typeface="+mn-ea"/>
              </a:rPr>
              <a:t> </a:t>
            </a:r>
            <a:r>
              <a:rPr sz="2600" b="0" i="0" spc="-5" dirty="0">
                <a:latin typeface="Times New Roman" panose="02020603050405020304" pitchFamily="18" charset="0"/>
                <a:cs typeface="Times New Roman" panose="02020603050405020304" pitchFamily="18" charset="0"/>
                <a:sym typeface="+mn-ea"/>
              </a:rPr>
              <a:t>less</a:t>
            </a:r>
            <a:r>
              <a:rPr sz="2600" b="0" i="0" spc="10" dirty="0">
                <a:latin typeface="Times New Roman" panose="02020603050405020304" pitchFamily="18" charset="0"/>
                <a:cs typeface="Times New Roman" panose="02020603050405020304" pitchFamily="18" charset="0"/>
                <a:sym typeface="+mn-ea"/>
              </a:rPr>
              <a:t> </a:t>
            </a:r>
            <a:r>
              <a:rPr sz="2600" b="0" i="0" spc="-5" dirty="0">
                <a:latin typeface="Times New Roman" panose="02020603050405020304" pitchFamily="18" charset="0"/>
                <a:cs typeface="Times New Roman" panose="02020603050405020304" pitchFamily="18" charset="0"/>
                <a:sym typeface="+mn-ea"/>
              </a:rPr>
              <a:t>than 20, </a:t>
            </a:r>
            <a:r>
              <a:rPr sz="2600" b="0" i="0" spc="-320" dirty="0">
                <a:latin typeface="Times New Roman" panose="02020603050405020304" pitchFamily="18" charset="0"/>
                <a:cs typeface="Times New Roman" panose="02020603050405020304" pitchFamily="18" charset="0"/>
                <a:sym typeface="+mn-ea"/>
              </a:rPr>
              <a:t> </a:t>
            </a:r>
            <a:r>
              <a:rPr sz="2600" b="0" i="0" spc="-5" dirty="0">
                <a:latin typeface="Times New Roman" panose="02020603050405020304" pitchFamily="18" charset="0"/>
                <a:cs typeface="Times New Roman" panose="02020603050405020304" pitchFamily="18" charset="0"/>
                <a:sym typeface="+mn-ea"/>
              </a:rPr>
              <a:t>and</a:t>
            </a:r>
            <a:r>
              <a:rPr sz="2600" b="0" i="0" spc="-15" dirty="0">
                <a:latin typeface="Times New Roman" panose="02020603050405020304" pitchFamily="18" charset="0"/>
                <a:cs typeface="Times New Roman" panose="02020603050405020304" pitchFamily="18" charset="0"/>
                <a:sym typeface="+mn-ea"/>
              </a:rPr>
              <a:t> </a:t>
            </a:r>
            <a:r>
              <a:rPr sz="2600" b="0" i="0" spc="-5" dirty="0">
                <a:latin typeface="Times New Roman" panose="02020603050405020304" pitchFamily="18" charset="0"/>
                <a:cs typeface="Times New Roman" panose="02020603050405020304" pitchFamily="18" charset="0"/>
                <a:sym typeface="+mn-ea"/>
              </a:rPr>
              <a:t>"Have</a:t>
            </a:r>
            <a:r>
              <a:rPr sz="2600" b="0" i="0" dirty="0">
                <a:latin typeface="Times New Roman" panose="02020603050405020304" pitchFamily="18" charset="0"/>
                <a:cs typeface="Times New Roman" panose="02020603050405020304" pitchFamily="18" charset="0"/>
                <a:sym typeface="+mn-ea"/>
              </a:rPr>
              <a:t> </a:t>
            </a:r>
            <a:r>
              <a:rPr sz="2600" b="0" i="0" spc="-5" dirty="0">
                <a:latin typeface="Times New Roman" panose="02020603050405020304" pitchFamily="18" charset="0"/>
                <a:cs typeface="Times New Roman" panose="02020603050405020304" pitchFamily="18" charset="0"/>
                <a:sym typeface="+mn-ea"/>
              </a:rPr>
              <a:t>a</a:t>
            </a:r>
            <a:r>
              <a:rPr sz="2600" b="0" i="0" spc="5" dirty="0">
                <a:latin typeface="Times New Roman" panose="02020603050405020304" pitchFamily="18" charset="0"/>
                <a:cs typeface="Times New Roman" panose="02020603050405020304" pitchFamily="18" charset="0"/>
                <a:sym typeface="+mn-ea"/>
              </a:rPr>
              <a:t> </a:t>
            </a:r>
            <a:r>
              <a:rPr sz="2600" b="0" i="0" spc="-5" dirty="0">
                <a:latin typeface="Times New Roman" panose="02020603050405020304" pitchFamily="18" charset="0"/>
                <a:cs typeface="Times New Roman" panose="02020603050405020304" pitchFamily="18" charset="0"/>
                <a:sym typeface="+mn-ea"/>
              </a:rPr>
              <a:t>good</a:t>
            </a:r>
            <a:r>
              <a:rPr sz="2600" b="0" i="0" dirty="0">
                <a:latin typeface="Times New Roman" panose="02020603050405020304" pitchFamily="18" charset="0"/>
                <a:cs typeface="Times New Roman" panose="02020603050405020304" pitchFamily="18" charset="0"/>
                <a:sym typeface="+mn-ea"/>
              </a:rPr>
              <a:t> </a:t>
            </a:r>
            <a:r>
              <a:rPr sz="2600" b="0" i="0" spc="-5" dirty="0">
                <a:latin typeface="Times New Roman" panose="02020603050405020304" pitchFamily="18" charset="0"/>
                <a:cs typeface="Times New Roman" panose="02020603050405020304" pitchFamily="18" charset="0"/>
                <a:sym typeface="+mn-ea"/>
              </a:rPr>
              <a:t>night!" otherwise:</a:t>
            </a:r>
            <a:r>
              <a:rPr sz="2600" b="0" i="0">
                <a:latin typeface="Times New Roman" panose="02020603050405020304" pitchFamily="18" charset="0"/>
                <a:cs typeface="Times New Roman" panose="02020603050405020304" pitchFamily="18" charset="0"/>
              </a:rPr>
              <a:t/>
            </a:r>
            <a:br>
              <a:rPr sz="2600" b="0" i="0">
                <a:latin typeface="Times New Roman" panose="02020603050405020304" pitchFamily="18" charset="0"/>
                <a:cs typeface="Times New Roman" panose="02020603050405020304" pitchFamily="18" charset="0"/>
              </a:rPr>
            </a:br>
            <a:r>
              <a:rPr sz="2600">
                <a:latin typeface="Times New Roman" panose="02020603050405020304" pitchFamily="18" charset="0"/>
                <a:cs typeface="Times New Roman" panose="02020603050405020304" pitchFamily="18" charset="0"/>
              </a:rPr>
              <a:t/>
            </a:r>
            <a:br>
              <a:rPr sz="2600">
                <a:latin typeface="Times New Roman" panose="02020603050405020304" pitchFamily="18" charset="0"/>
                <a:cs typeface="Times New Roman" panose="02020603050405020304" pitchFamily="18" charset="0"/>
              </a:rPr>
            </a:br>
            <a:endParaRPr lang="en-US" sz="260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DFEC699B-8368-EA12-CA7E-D60A3F82EE0F}"/>
              </a:ext>
            </a:extLst>
          </p:cNvPr>
          <p:cNvSpPr>
            <a:spLocks noGrp="1"/>
          </p:cNvSpPr>
          <p:nvPr>
            <p:ph type="sldNum" idx="4"/>
          </p:nvPr>
        </p:nvSpPr>
        <p:spPr/>
        <p:txBody>
          <a:bodyPr/>
          <a:lstStyle/>
          <a:p>
            <a:pPr algn="r">
              <a:buNone/>
            </a:pPr>
            <a:fld id="{9A0DB2DC-4C9A-4742-B13C-FB6460FD3503}" type="slidenum">
              <a:rPr lang="en-GB" altLang="en-US" smtClean="0"/>
              <a:pPr algn="r">
                <a:buNone/>
              </a:pPr>
              <a:t>44</a:t>
            </a:fld>
            <a:endParaRPr lang="en-GB"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500" dirty="0">
                <a:solidFill>
                  <a:srgbClr val="0000CD"/>
                </a:solidFill>
                <a:latin typeface="Times New Roman" panose="02020603050405020304" pitchFamily="18" charset="0"/>
                <a:cs typeface="Times New Roman" panose="02020603050405020304" pitchFamily="18" charset="0"/>
                <a:sym typeface="+mn-ea"/>
              </a:rPr>
              <a:t>&lt;</a:t>
            </a:r>
            <a:r>
              <a:rPr sz="2500" dirty="0">
                <a:solidFill>
                  <a:srgbClr val="A32A2A"/>
                </a:solidFill>
                <a:latin typeface="Times New Roman" panose="02020603050405020304" pitchFamily="18" charset="0"/>
                <a:cs typeface="Times New Roman" panose="02020603050405020304" pitchFamily="18" charset="0"/>
                <a:sym typeface="+mn-ea"/>
              </a:rPr>
              <a:t>html</a:t>
            </a:r>
            <a:r>
              <a:rPr sz="2500" dirty="0">
                <a:solidFill>
                  <a:srgbClr val="0000CD"/>
                </a:solidFill>
                <a:latin typeface="Times New Roman" panose="02020603050405020304" pitchFamily="18" charset="0"/>
                <a:cs typeface="Times New Roman" panose="02020603050405020304" pitchFamily="18" charset="0"/>
                <a:sym typeface="+mn-ea"/>
              </a:rPr>
              <a:t>&gt;</a:t>
            </a:r>
            <a:r>
              <a:rPr sz="2500">
                <a:latin typeface="Times New Roman" panose="02020603050405020304" pitchFamily="18" charset="0"/>
                <a:cs typeface="Times New Roman" panose="02020603050405020304" pitchFamily="18" charset="0"/>
                <a:sym typeface="+mn-ea"/>
              </a:rPr>
              <a:t/>
            </a:r>
            <a:br>
              <a:rPr sz="2500">
                <a:latin typeface="Times New Roman" panose="02020603050405020304" pitchFamily="18" charset="0"/>
                <a:cs typeface="Times New Roman" panose="02020603050405020304" pitchFamily="18" charset="0"/>
                <a:sym typeface="+mn-ea"/>
              </a:rPr>
            </a:br>
            <a:r>
              <a:rPr sz="2500" spc="-5" dirty="0">
                <a:solidFill>
                  <a:srgbClr val="0000CD"/>
                </a:solidFill>
                <a:latin typeface="Times New Roman" panose="02020603050405020304" pitchFamily="18" charset="0"/>
                <a:cs typeface="Times New Roman" panose="02020603050405020304" pitchFamily="18" charset="0"/>
                <a:sym typeface="+mn-ea"/>
              </a:rPr>
              <a:t>&lt;</a:t>
            </a:r>
            <a:r>
              <a:rPr sz="2500" spc="-5" dirty="0">
                <a:solidFill>
                  <a:srgbClr val="A32A2A"/>
                </a:solidFill>
                <a:latin typeface="Times New Roman" panose="02020603050405020304" pitchFamily="18" charset="0"/>
                <a:cs typeface="Times New Roman" panose="02020603050405020304" pitchFamily="18" charset="0"/>
                <a:sym typeface="+mn-ea"/>
              </a:rPr>
              <a:t>body</a:t>
            </a:r>
            <a:r>
              <a:rPr sz="2500" spc="-5" dirty="0">
                <a:solidFill>
                  <a:srgbClr val="0000CD"/>
                </a:solidFill>
                <a:latin typeface="Times New Roman" panose="02020603050405020304" pitchFamily="18" charset="0"/>
                <a:cs typeface="Times New Roman" panose="02020603050405020304" pitchFamily="18" charset="0"/>
                <a:sym typeface="+mn-ea"/>
              </a:rPr>
              <a:t>&gt;</a:t>
            </a:r>
            <a:r>
              <a:rPr sz="2500">
                <a:latin typeface="Times New Roman" panose="02020603050405020304" pitchFamily="18" charset="0"/>
                <a:cs typeface="Times New Roman" panose="02020603050405020304" pitchFamily="18" charset="0"/>
                <a:sym typeface="+mn-ea"/>
              </a:rPr>
              <a:t/>
            </a:r>
            <a:br>
              <a:rPr sz="2500">
                <a:latin typeface="Times New Roman" panose="02020603050405020304" pitchFamily="18" charset="0"/>
                <a:cs typeface="Times New Roman" panose="02020603050405020304" pitchFamily="18" charset="0"/>
                <a:sym typeface="+mn-ea"/>
              </a:rPr>
            </a:br>
            <a:r>
              <a:rPr sz="2500" spc="-5" dirty="0">
                <a:solidFill>
                  <a:srgbClr val="FF0000"/>
                </a:solidFill>
                <a:latin typeface="Times New Roman" panose="02020603050405020304" pitchFamily="18" charset="0"/>
                <a:cs typeface="Times New Roman" panose="02020603050405020304" pitchFamily="18" charset="0"/>
                <a:sym typeface="+mn-ea"/>
              </a:rPr>
              <a:t>&lt;?php</a:t>
            </a:r>
            <a:br>
              <a:rPr sz="2500" spc="-5" dirty="0">
                <a:solidFill>
                  <a:srgbClr val="FF0000"/>
                </a:solidFill>
                <a:latin typeface="Times New Roman" panose="02020603050405020304" pitchFamily="18" charset="0"/>
                <a:cs typeface="Times New Roman" panose="02020603050405020304" pitchFamily="18" charset="0"/>
                <a:sym typeface="+mn-ea"/>
              </a:rPr>
            </a:br>
            <a:r>
              <a:rPr sz="2500" dirty="0">
                <a:latin typeface="Times New Roman" panose="02020603050405020304" pitchFamily="18" charset="0"/>
                <a:cs typeface="Times New Roman" panose="02020603050405020304" pitchFamily="18" charset="0"/>
                <a:sym typeface="+mn-ea"/>
              </a:rPr>
              <a:t>$t</a:t>
            </a:r>
            <a:r>
              <a:rPr sz="2500" spc="-20" dirty="0">
                <a:latin typeface="Times New Roman" panose="02020603050405020304" pitchFamily="18" charset="0"/>
                <a:cs typeface="Times New Roman" panose="02020603050405020304" pitchFamily="18" charset="0"/>
                <a:sym typeface="+mn-ea"/>
              </a:rPr>
              <a:t> </a:t>
            </a:r>
            <a:r>
              <a:rPr sz="2500" dirty="0">
                <a:latin typeface="Times New Roman" panose="02020603050405020304" pitchFamily="18" charset="0"/>
                <a:cs typeface="Times New Roman" panose="02020603050405020304" pitchFamily="18" charset="0"/>
                <a:sym typeface="+mn-ea"/>
              </a:rPr>
              <a:t>=</a:t>
            </a:r>
            <a:r>
              <a:rPr sz="2500" spc="-25"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date(</a:t>
            </a:r>
            <a:r>
              <a:rPr sz="2500" spc="-5" dirty="0">
                <a:solidFill>
                  <a:srgbClr val="A32A2A"/>
                </a:solidFill>
                <a:latin typeface="Times New Roman" panose="02020603050405020304" pitchFamily="18" charset="0"/>
                <a:cs typeface="Times New Roman" panose="02020603050405020304" pitchFamily="18" charset="0"/>
                <a:sym typeface="+mn-ea"/>
              </a:rPr>
              <a:t>"H"</a:t>
            </a:r>
            <a:r>
              <a:rPr sz="2500" spc="-5" dirty="0">
                <a:latin typeface="Times New Roman" panose="02020603050405020304" pitchFamily="18" charset="0"/>
                <a:cs typeface="Times New Roman" panose="02020603050405020304" pitchFamily="18" charset="0"/>
                <a:sym typeface="+mn-ea"/>
              </a:rPr>
              <a:t>);</a:t>
            </a:r>
            <a:r>
              <a:rPr sz="2500">
                <a:latin typeface="Times New Roman" panose="02020603050405020304" pitchFamily="18" charset="0"/>
                <a:cs typeface="Times New Roman" panose="02020603050405020304" pitchFamily="18" charset="0"/>
              </a:rPr>
              <a:t/>
            </a:r>
            <a:br>
              <a:rPr sz="2500">
                <a:latin typeface="Times New Roman" panose="02020603050405020304" pitchFamily="18" charset="0"/>
                <a:cs typeface="Times New Roman" panose="02020603050405020304" pitchFamily="18" charset="0"/>
              </a:rPr>
            </a:br>
            <a:r>
              <a:rPr sz="2500" dirty="0">
                <a:solidFill>
                  <a:srgbClr val="0000CD"/>
                </a:solidFill>
                <a:latin typeface="Times New Roman" panose="02020603050405020304" pitchFamily="18" charset="0"/>
                <a:cs typeface="Times New Roman" panose="02020603050405020304" pitchFamily="18" charset="0"/>
                <a:sym typeface="+mn-ea"/>
              </a:rPr>
              <a:t>if</a:t>
            </a:r>
            <a:r>
              <a:rPr sz="2500" spc="-10" dirty="0">
                <a:solidFill>
                  <a:srgbClr val="0000CD"/>
                </a:solidFill>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($t</a:t>
            </a:r>
            <a:r>
              <a:rPr sz="2500" spc="-15" dirty="0">
                <a:latin typeface="Times New Roman" panose="02020603050405020304" pitchFamily="18" charset="0"/>
                <a:cs typeface="Times New Roman" panose="02020603050405020304" pitchFamily="18" charset="0"/>
                <a:sym typeface="+mn-ea"/>
              </a:rPr>
              <a:t> </a:t>
            </a:r>
            <a:r>
              <a:rPr sz="2500" dirty="0">
                <a:latin typeface="Times New Roman" panose="02020603050405020304" pitchFamily="18" charset="0"/>
                <a:cs typeface="Times New Roman" panose="02020603050405020304" pitchFamily="18" charset="0"/>
                <a:sym typeface="+mn-ea"/>
              </a:rPr>
              <a:t>&lt;</a:t>
            </a:r>
            <a:r>
              <a:rPr sz="2500" spc="-20" dirty="0">
                <a:latin typeface="Times New Roman" panose="02020603050405020304" pitchFamily="18" charset="0"/>
                <a:cs typeface="Times New Roman" panose="02020603050405020304" pitchFamily="18" charset="0"/>
                <a:sym typeface="+mn-ea"/>
              </a:rPr>
              <a:t> </a:t>
            </a:r>
            <a:r>
              <a:rPr sz="2500" spc="-5" dirty="0">
                <a:solidFill>
                  <a:srgbClr val="A32A2A"/>
                </a:solidFill>
                <a:latin typeface="Times New Roman" panose="02020603050405020304" pitchFamily="18" charset="0"/>
                <a:cs typeface="Times New Roman" panose="02020603050405020304" pitchFamily="18" charset="0"/>
                <a:sym typeface="+mn-ea"/>
              </a:rPr>
              <a:t>"20"</a:t>
            </a:r>
            <a:r>
              <a:rPr sz="2500" spc="-5" dirty="0">
                <a:latin typeface="Times New Roman" panose="02020603050405020304" pitchFamily="18" charset="0"/>
                <a:cs typeface="Times New Roman" panose="02020603050405020304" pitchFamily="18" charset="0"/>
                <a:sym typeface="+mn-ea"/>
              </a:rPr>
              <a:t>)</a:t>
            </a:r>
            <a:r>
              <a:rPr sz="2500" spc="-15" dirty="0">
                <a:latin typeface="Times New Roman" panose="02020603050405020304" pitchFamily="18" charset="0"/>
                <a:cs typeface="Times New Roman" panose="02020603050405020304" pitchFamily="18" charset="0"/>
                <a:sym typeface="+mn-ea"/>
              </a:rPr>
              <a:t> </a:t>
            </a:r>
            <a:r>
              <a:rPr sz="2500" dirty="0">
                <a:latin typeface="Times New Roman" panose="02020603050405020304" pitchFamily="18" charset="0"/>
                <a:cs typeface="Times New Roman" panose="02020603050405020304" pitchFamily="18" charset="0"/>
                <a:sym typeface="+mn-ea"/>
              </a:rPr>
              <a:t>{</a:t>
            </a:r>
            <a:r>
              <a:rPr sz="2500">
                <a:latin typeface="Times New Roman" panose="02020603050405020304" pitchFamily="18" charset="0"/>
                <a:cs typeface="Times New Roman" panose="02020603050405020304" pitchFamily="18" charset="0"/>
              </a:rPr>
              <a:t/>
            </a:r>
            <a:br>
              <a:rPr sz="2500">
                <a:latin typeface="Times New Roman" panose="02020603050405020304" pitchFamily="18" charset="0"/>
                <a:cs typeface="Times New Roman" panose="02020603050405020304" pitchFamily="18" charset="0"/>
              </a:rPr>
            </a:br>
            <a:r>
              <a:rPr sz="2500" spc="-5" dirty="0">
                <a:solidFill>
                  <a:srgbClr val="0000CD"/>
                </a:solidFill>
                <a:latin typeface="Times New Roman" panose="02020603050405020304" pitchFamily="18" charset="0"/>
                <a:cs typeface="Times New Roman" panose="02020603050405020304" pitchFamily="18" charset="0"/>
                <a:sym typeface="+mn-ea"/>
              </a:rPr>
              <a:t>echo</a:t>
            </a:r>
            <a:r>
              <a:rPr sz="2500" spc="-15" dirty="0">
                <a:solidFill>
                  <a:srgbClr val="0000CD"/>
                </a:solidFill>
                <a:latin typeface="Times New Roman" panose="02020603050405020304" pitchFamily="18" charset="0"/>
                <a:cs typeface="Times New Roman" panose="02020603050405020304" pitchFamily="18" charset="0"/>
                <a:sym typeface="+mn-ea"/>
              </a:rPr>
              <a:t> </a:t>
            </a:r>
            <a:r>
              <a:rPr sz="2500" spc="-5" dirty="0">
                <a:solidFill>
                  <a:srgbClr val="A32A2A"/>
                </a:solidFill>
                <a:latin typeface="Times New Roman" panose="02020603050405020304" pitchFamily="18" charset="0"/>
                <a:cs typeface="Times New Roman" panose="02020603050405020304" pitchFamily="18" charset="0"/>
                <a:sym typeface="+mn-ea"/>
              </a:rPr>
              <a:t>"Have</a:t>
            </a:r>
            <a:r>
              <a:rPr sz="2500" spc="-10" dirty="0">
                <a:solidFill>
                  <a:srgbClr val="A32A2A"/>
                </a:solidFill>
                <a:latin typeface="Times New Roman" panose="02020603050405020304" pitchFamily="18" charset="0"/>
                <a:cs typeface="Times New Roman" panose="02020603050405020304" pitchFamily="18" charset="0"/>
                <a:sym typeface="+mn-ea"/>
              </a:rPr>
              <a:t> </a:t>
            </a:r>
            <a:r>
              <a:rPr sz="2500" spc="-5" dirty="0">
                <a:solidFill>
                  <a:srgbClr val="A32A2A"/>
                </a:solidFill>
                <a:latin typeface="Times New Roman" panose="02020603050405020304" pitchFamily="18" charset="0"/>
                <a:cs typeface="Times New Roman" panose="02020603050405020304" pitchFamily="18" charset="0"/>
                <a:sym typeface="+mn-ea"/>
              </a:rPr>
              <a:t>a</a:t>
            </a:r>
            <a:r>
              <a:rPr sz="2500" dirty="0">
                <a:solidFill>
                  <a:srgbClr val="A32A2A"/>
                </a:solidFill>
                <a:latin typeface="Times New Roman" panose="02020603050405020304" pitchFamily="18" charset="0"/>
                <a:cs typeface="Times New Roman" panose="02020603050405020304" pitchFamily="18" charset="0"/>
                <a:sym typeface="+mn-ea"/>
              </a:rPr>
              <a:t> </a:t>
            </a:r>
            <a:r>
              <a:rPr sz="2500" spc="-5" dirty="0">
                <a:solidFill>
                  <a:srgbClr val="A32A2A"/>
                </a:solidFill>
                <a:latin typeface="Times New Roman" panose="02020603050405020304" pitchFamily="18" charset="0"/>
                <a:cs typeface="Times New Roman" panose="02020603050405020304" pitchFamily="18" charset="0"/>
                <a:sym typeface="+mn-ea"/>
              </a:rPr>
              <a:t>good</a:t>
            </a:r>
            <a:r>
              <a:rPr sz="2500" spc="-10" dirty="0">
                <a:solidFill>
                  <a:srgbClr val="A32A2A"/>
                </a:solidFill>
                <a:latin typeface="Times New Roman" panose="02020603050405020304" pitchFamily="18" charset="0"/>
                <a:cs typeface="Times New Roman" panose="02020603050405020304" pitchFamily="18" charset="0"/>
                <a:sym typeface="+mn-ea"/>
              </a:rPr>
              <a:t> </a:t>
            </a:r>
            <a:r>
              <a:rPr sz="2500" spc="-5" dirty="0">
                <a:solidFill>
                  <a:srgbClr val="A32A2A"/>
                </a:solidFill>
                <a:latin typeface="Times New Roman" panose="02020603050405020304" pitchFamily="18" charset="0"/>
                <a:cs typeface="Times New Roman" panose="02020603050405020304" pitchFamily="18" charset="0"/>
                <a:sym typeface="+mn-ea"/>
              </a:rPr>
              <a:t>day!"</a:t>
            </a:r>
            <a:r>
              <a:rPr sz="2500" spc="-5" dirty="0">
                <a:latin typeface="Times New Roman" panose="02020603050405020304" pitchFamily="18" charset="0"/>
                <a:cs typeface="Times New Roman" panose="02020603050405020304" pitchFamily="18" charset="0"/>
                <a:sym typeface="+mn-ea"/>
              </a:rPr>
              <a:t>;</a:t>
            </a:r>
            <a:r>
              <a:rPr sz="2500">
                <a:latin typeface="Times New Roman" panose="02020603050405020304" pitchFamily="18" charset="0"/>
                <a:cs typeface="Times New Roman" panose="02020603050405020304" pitchFamily="18" charset="0"/>
              </a:rPr>
              <a:t/>
            </a:r>
            <a:br>
              <a:rPr sz="2500">
                <a:latin typeface="Times New Roman" panose="02020603050405020304" pitchFamily="18" charset="0"/>
                <a:cs typeface="Times New Roman" panose="02020603050405020304" pitchFamily="18" charset="0"/>
              </a:rPr>
            </a:br>
            <a:r>
              <a:rPr sz="2500" dirty="0">
                <a:latin typeface="Times New Roman" panose="02020603050405020304" pitchFamily="18" charset="0"/>
                <a:cs typeface="Times New Roman" panose="02020603050405020304" pitchFamily="18" charset="0"/>
                <a:sym typeface="+mn-ea"/>
              </a:rPr>
              <a:t>}</a:t>
            </a:r>
            <a:r>
              <a:rPr sz="2500" spc="-30" dirty="0">
                <a:latin typeface="Times New Roman" panose="02020603050405020304" pitchFamily="18" charset="0"/>
                <a:cs typeface="Times New Roman" panose="02020603050405020304" pitchFamily="18" charset="0"/>
                <a:sym typeface="+mn-ea"/>
              </a:rPr>
              <a:t> </a:t>
            </a:r>
            <a:r>
              <a:rPr sz="2500" spc="-5" dirty="0">
                <a:solidFill>
                  <a:srgbClr val="0000CD"/>
                </a:solidFill>
                <a:latin typeface="Times New Roman" panose="02020603050405020304" pitchFamily="18" charset="0"/>
                <a:cs typeface="Times New Roman" panose="02020603050405020304" pitchFamily="18" charset="0"/>
                <a:sym typeface="+mn-ea"/>
              </a:rPr>
              <a:t>else</a:t>
            </a:r>
            <a:r>
              <a:rPr sz="2500" spc="-25" dirty="0">
                <a:solidFill>
                  <a:srgbClr val="0000CD"/>
                </a:solidFill>
                <a:latin typeface="Times New Roman" panose="02020603050405020304" pitchFamily="18" charset="0"/>
                <a:cs typeface="Times New Roman" panose="02020603050405020304" pitchFamily="18" charset="0"/>
                <a:sym typeface="+mn-ea"/>
              </a:rPr>
              <a:t> </a:t>
            </a:r>
            <a:r>
              <a:rPr sz="2500" dirty="0">
                <a:latin typeface="Times New Roman" panose="02020603050405020304" pitchFamily="18" charset="0"/>
                <a:cs typeface="Times New Roman" panose="02020603050405020304" pitchFamily="18" charset="0"/>
                <a:sym typeface="+mn-ea"/>
              </a:rPr>
              <a:t>{</a:t>
            </a:r>
            <a:r>
              <a:rPr sz="2500">
                <a:latin typeface="Times New Roman" panose="02020603050405020304" pitchFamily="18" charset="0"/>
                <a:cs typeface="Times New Roman" panose="02020603050405020304" pitchFamily="18" charset="0"/>
              </a:rPr>
              <a:t/>
            </a:r>
            <a:br>
              <a:rPr sz="2500">
                <a:latin typeface="Times New Roman" panose="02020603050405020304" pitchFamily="18" charset="0"/>
                <a:cs typeface="Times New Roman" panose="02020603050405020304" pitchFamily="18" charset="0"/>
              </a:rPr>
            </a:br>
            <a:r>
              <a:rPr sz="2500" spc="-5" dirty="0">
                <a:solidFill>
                  <a:srgbClr val="0000CD"/>
                </a:solidFill>
                <a:latin typeface="Times New Roman" panose="02020603050405020304" pitchFamily="18" charset="0"/>
                <a:cs typeface="Times New Roman" panose="02020603050405020304" pitchFamily="18" charset="0"/>
                <a:sym typeface="+mn-ea"/>
              </a:rPr>
              <a:t>echo</a:t>
            </a:r>
            <a:r>
              <a:rPr sz="2500" spc="-20" dirty="0">
                <a:solidFill>
                  <a:srgbClr val="0000CD"/>
                </a:solidFill>
                <a:latin typeface="Times New Roman" panose="02020603050405020304" pitchFamily="18" charset="0"/>
                <a:cs typeface="Times New Roman" panose="02020603050405020304" pitchFamily="18" charset="0"/>
                <a:sym typeface="+mn-ea"/>
              </a:rPr>
              <a:t> </a:t>
            </a:r>
            <a:r>
              <a:rPr sz="2500" spc="-5" dirty="0">
                <a:solidFill>
                  <a:srgbClr val="A32A2A"/>
                </a:solidFill>
                <a:latin typeface="Times New Roman" panose="02020603050405020304" pitchFamily="18" charset="0"/>
                <a:cs typeface="Times New Roman" panose="02020603050405020304" pitchFamily="18" charset="0"/>
                <a:sym typeface="+mn-ea"/>
              </a:rPr>
              <a:t>"Have</a:t>
            </a:r>
            <a:r>
              <a:rPr sz="2500" spc="-15" dirty="0">
                <a:solidFill>
                  <a:srgbClr val="A32A2A"/>
                </a:solidFill>
                <a:latin typeface="Times New Roman" panose="02020603050405020304" pitchFamily="18" charset="0"/>
                <a:cs typeface="Times New Roman" panose="02020603050405020304" pitchFamily="18" charset="0"/>
                <a:sym typeface="+mn-ea"/>
              </a:rPr>
              <a:t> </a:t>
            </a:r>
            <a:r>
              <a:rPr sz="2500" spc="-5" dirty="0">
                <a:solidFill>
                  <a:srgbClr val="A32A2A"/>
                </a:solidFill>
                <a:latin typeface="Times New Roman" panose="02020603050405020304" pitchFamily="18" charset="0"/>
                <a:cs typeface="Times New Roman" panose="02020603050405020304" pitchFamily="18" charset="0"/>
                <a:sym typeface="+mn-ea"/>
              </a:rPr>
              <a:t>a good</a:t>
            </a:r>
            <a:r>
              <a:rPr sz="2500" spc="-15" dirty="0">
                <a:solidFill>
                  <a:srgbClr val="A32A2A"/>
                </a:solidFill>
                <a:latin typeface="Times New Roman" panose="02020603050405020304" pitchFamily="18" charset="0"/>
                <a:cs typeface="Times New Roman" panose="02020603050405020304" pitchFamily="18" charset="0"/>
                <a:sym typeface="+mn-ea"/>
              </a:rPr>
              <a:t> </a:t>
            </a:r>
            <a:r>
              <a:rPr sz="2500" dirty="0">
                <a:solidFill>
                  <a:srgbClr val="A32A2A"/>
                </a:solidFill>
                <a:latin typeface="Times New Roman" panose="02020603050405020304" pitchFamily="18" charset="0"/>
                <a:cs typeface="Times New Roman" panose="02020603050405020304" pitchFamily="18" charset="0"/>
                <a:sym typeface="+mn-ea"/>
              </a:rPr>
              <a:t>night!"</a:t>
            </a:r>
            <a:r>
              <a:rPr sz="2500" dirty="0">
                <a:latin typeface="Times New Roman" panose="02020603050405020304" pitchFamily="18" charset="0"/>
                <a:cs typeface="Times New Roman" panose="02020603050405020304" pitchFamily="18" charset="0"/>
                <a:sym typeface="+mn-ea"/>
              </a:rPr>
              <a:t>;</a:t>
            </a:r>
            <a:r>
              <a:rPr sz="2500">
                <a:latin typeface="Times New Roman" panose="02020603050405020304" pitchFamily="18" charset="0"/>
                <a:cs typeface="Times New Roman" panose="02020603050405020304" pitchFamily="18" charset="0"/>
              </a:rPr>
              <a:t/>
            </a:r>
            <a:br>
              <a:rPr sz="2500">
                <a:latin typeface="Times New Roman" panose="02020603050405020304" pitchFamily="18" charset="0"/>
                <a:cs typeface="Times New Roman" panose="02020603050405020304" pitchFamily="18" charset="0"/>
              </a:rPr>
            </a:br>
            <a:r>
              <a:rPr sz="2500" dirty="0">
                <a:latin typeface="Times New Roman" panose="02020603050405020304" pitchFamily="18" charset="0"/>
                <a:cs typeface="Times New Roman" panose="02020603050405020304" pitchFamily="18" charset="0"/>
                <a:sym typeface="+mn-ea"/>
              </a:rPr>
              <a:t>}</a:t>
            </a:r>
            <a:r>
              <a:rPr sz="2500">
                <a:latin typeface="Times New Roman" panose="02020603050405020304" pitchFamily="18" charset="0"/>
                <a:cs typeface="Times New Roman" panose="02020603050405020304" pitchFamily="18" charset="0"/>
              </a:rPr>
              <a:t/>
            </a:r>
            <a:br>
              <a:rPr sz="2500">
                <a:latin typeface="Times New Roman" panose="02020603050405020304" pitchFamily="18" charset="0"/>
                <a:cs typeface="Times New Roman" panose="02020603050405020304" pitchFamily="18" charset="0"/>
              </a:rPr>
            </a:br>
            <a:r>
              <a:rPr sz="2500" spc="-5" dirty="0">
                <a:solidFill>
                  <a:srgbClr val="FF0000"/>
                </a:solidFill>
                <a:latin typeface="Times New Roman" panose="02020603050405020304" pitchFamily="18" charset="0"/>
                <a:cs typeface="Times New Roman" panose="02020603050405020304" pitchFamily="18" charset="0"/>
                <a:sym typeface="+mn-ea"/>
              </a:rPr>
              <a:t>?&gt;</a:t>
            </a:r>
            <a:r>
              <a:rPr sz="2500">
                <a:latin typeface="Times New Roman" panose="02020603050405020304" pitchFamily="18" charset="0"/>
                <a:cs typeface="Times New Roman" panose="02020603050405020304" pitchFamily="18" charset="0"/>
              </a:rPr>
              <a:t/>
            </a:r>
            <a:br>
              <a:rPr sz="2500">
                <a:latin typeface="Times New Roman" panose="02020603050405020304" pitchFamily="18" charset="0"/>
                <a:cs typeface="Times New Roman" panose="02020603050405020304" pitchFamily="18" charset="0"/>
              </a:rPr>
            </a:br>
            <a:r>
              <a:rPr sz="2500" spc="-5" dirty="0">
                <a:solidFill>
                  <a:srgbClr val="0000CD"/>
                </a:solidFill>
                <a:latin typeface="Times New Roman" panose="02020603050405020304" pitchFamily="18" charset="0"/>
                <a:cs typeface="Times New Roman" panose="02020603050405020304" pitchFamily="18" charset="0"/>
                <a:sym typeface="+mn-ea"/>
              </a:rPr>
              <a:t>&lt;</a:t>
            </a:r>
            <a:r>
              <a:rPr sz="2500" spc="-5" dirty="0">
                <a:solidFill>
                  <a:srgbClr val="A32A2A"/>
                </a:solidFill>
                <a:latin typeface="Times New Roman" panose="02020603050405020304" pitchFamily="18" charset="0"/>
                <a:cs typeface="Times New Roman" panose="02020603050405020304" pitchFamily="18" charset="0"/>
                <a:sym typeface="+mn-ea"/>
              </a:rPr>
              <a:t>/body</a:t>
            </a:r>
            <a:r>
              <a:rPr sz="2500" spc="-5" dirty="0">
                <a:solidFill>
                  <a:srgbClr val="0000CD"/>
                </a:solidFill>
                <a:latin typeface="Times New Roman" panose="02020603050405020304" pitchFamily="18" charset="0"/>
                <a:cs typeface="Times New Roman" panose="02020603050405020304" pitchFamily="18" charset="0"/>
                <a:sym typeface="+mn-ea"/>
              </a:rPr>
              <a:t>&gt;</a:t>
            </a:r>
            <a:r>
              <a:rPr sz="2500">
                <a:latin typeface="Times New Roman" panose="02020603050405020304" pitchFamily="18" charset="0"/>
                <a:cs typeface="Times New Roman" panose="02020603050405020304" pitchFamily="18" charset="0"/>
              </a:rPr>
              <a:t/>
            </a:r>
            <a:br>
              <a:rPr sz="2500">
                <a:latin typeface="Times New Roman" panose="02020603050405020304" pitchFamily="18" charset="0"/>
                <a:cs typeface="Times New Roman" panose="02020603050405020304" pitchFamily="18" charset="0"/>
              </a:rPr>
            </a:br>
            <a:r>
              <a:rPr sz="2500" dirty="0">
                <a:solidFill>
                  <a:srgbClr val="0000CD"/>
                </a:solidFill>
                <a:latin typeface="Times New Roman" panose="02020603050405020304" pitchFamily="18" charset="0"/>
                <a:cs typeface="Times New Roman" panose="02020603050405020304" pitchFamily="18" charset="0"/>
                <a:sym typeface="+mn-ea"/>
              </a:rPr>
              <a:t>&lt;</a:t>
            </a:r>
            <a:r>
              <a:rPr sz="2500" dirty="0">
                <a:solidFill>
                  <a:srgbClr val="A32A2A"/>
                </a:solidFill>
                <a:latin typeface="Times New Roman" panose="02020603050405020304" pitchFamily="18" charset="0"/>
                <a:cs typeface="Times New Roman" panose="02020603050405020304" pitchFamily="18" charset="0"/>
                <a:sym typeface="+mn-ea"/>
              </a:rPr>
              <a:t>/html</a:t>
            </a:r>
            <a:r>
              <a:rPr sz="2500" dirty="0">
                <a:solidFill>
                  <a:srgbClr val="0000CD"/>
                </a:solidFill>
                <a:latin typeface="Times New Roman" panose="02020603050405020304" pitchFamily="18" charset="0"/>
                <a:cs typeface="Times New Roman" panose="02020603050405020304" pitchFamily="18" charset="0"/>
                <a:sym typeface="+mn-ea"/>
              </a:rPr>
              <a:t>&gt;</a:t>
            </a:r>
            <a:r>
              <a:rPr sz="2500">
                <a:latin typeface="Times New Roman" panose="02020603050405020304" pitchFamily="18" charset="0"/>
                <a:cs typeface="Times New Roman" panose="02020603050405020304" pitchFamily="18" charset="0"/>
              </a:rPr>
              <a:t/>
            </a:r>
            <a:br>
              <a:rPr sz="2500">
                <a:latin typeface="Times New Roman" panose="02020603050405020304" pitchFamily="18" charset="0"/>
                <a:cs typeface="Times New Roman" panose="02020603050405020304" pitchFamily="18" charset="0"/>
              </a:rPr>
            </a:br>
            <a:r>
              <a:rPr sz="2500" dirty="0">
                <a:latin typeface="Times New Roman" panose="02020603050405020304" pitchFamily="18" charset="0"/>
                <a:cs typeface="Times New Roman" panose="02020603050405020304" pitchFamily="18" charset="0"/>
                <a:sym typeface="+mn-ea"/>
              </a:rPr>
              <a:t>OUTPUT:</a:t>
            </a:r>
            <a:r>
              <a:rPr sz="2500">
                <a:latin typeface="Times New Roman" panose="02020603050405020304" pitchFamily="18" charset="0"/>
                <a:cs typeface="Times New Roman" panose="02020603050405020304" pitchFamily="18" charset="0"/>
              </a:rPr>
              <a:t/>
            </a:r>
            <a:br>
              <a:rPr sz="2500">
                <a:latin typeface="Times New Roman" panose="02020603050405020304" pitchFamily="18" charset="0"/>
                <a:cs typeface="Times New Roman" panose="02020603050405020304" pitchFamily="18" charset="0"/>
              </a:rPr>
            </a:br>
            <a:r>
              <a:rPr sz="2500">
                <a:latin typeface="Times New Roman" panose="02020603050405020304" pitchFamily="18" charset="0"/>
                <a:cs typeface="Times New Roman" panose="02020603050405020304" pitchFamily="18" charset="0"/>
              </a:rPr>
              <a:t/>
            </a:r>
            <a:br>
              <a:rPr sz="2500">
                <a:latin typeface="Times New Roman" panose="02020603050405020304" pitchFamily="18" charset="0"/>
                <a:cs typeface="Times New Roman" panose="02020603050405020304" pitchFamily="18" charset="0"/>
              </a:rPr>
            </a:br>
            <a:r>
              <a:rPr sz="2500" spc="-5" dirty="0">
                <a:latin typeface="Times New Roman" panose="02020603050405020304" pitchFamily="18" charset="0"/>
                <a:cs typeface="Times New Roman" panose="02020603050405020304" pitchFamily="18" charset="0"/>
                <a:sym typeface="+mn-ea"/>
              </a:rPr>
              <a:t>Have</a:t>
            </a:r>
            <a:r>
              <a:rPr sz="2500" spc="-20"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a</a:t>
            </a:r>
            <a:r>
              <a:rPr sz="2500" spc="-10"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good</a:t>
            </a:r>
            <a:r>
              <a:rPr sz="2500" spc="-20"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day!</a:t>
            </a:r>
            <a:endParaRPr lang="en-US" sz="250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69E39E36-24B1-307B-A3B6-AE5655EB433F}"/>
              </a:ext>
            </a:extLst>
          </p:cNvPr>
          <p:cNvSpPr>
            <a:spLocks noGrp="1"/>
          </p:cNvSpPr>
          <p:nvPr>
            <p:ph type="sldNum" idx="4"/>
          </p:nvPr>
        </p:nvSpPr>
        <p:spPr/>
        <p:txBody>
          <a:bodyPr/>
          <a:lstStyle/>
          <a:p>
            <a:pPr algn="r">
              <a:buNone/>
            </a:pPr>
            <a:fld id="{9A0DB2DC-4C9A-4742-B13C-FB6460FD3503}" type="slidenum">
              <a:rPr lang="en-GB" altLang="en-US" smtClean="0"/>
              <a:pPr algn="r">
                <a:buNone/>
              </a:pPr>
              <a:t>45</a:t>
            </a:fld>
            <a:endParaRPr lang="en-GB"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nvGraphicFramePr>
        <p:xfrm>
          <a:off x="787704" y="3512651"/>
          <a:ext cx="5984239" cy="368807"/>
        </p:xfrm>
        <a:graphic>
          <a:graphicData uri="http://schemas.openxmlformats.org/drawingml/2006/table">
            <a:tbl>
              <a:tblPr firstRow="1" bandRow="1">
                <a:tableStyleId>{2D5ABB26-0587-4C30-8999-92F81FD0307C}</a:tableStyleId>
              </a:tblPr>
              <a:tblGrid>
                <a:gridCol w="671195">
                  <a:extLst>
                    <a:ext uri="{9D8B030D-6E8A-4147-A177-3AD203B41FA5}">
                      <a16:colId xmlns:a16="http://schemas.microsoft.com/office/drawing/2014/main" xmlns="" val="20000"/>
                    </a:ext>
                  </a:extLst>
                </a:gridCol>
                <a:gridCol w="514349">
                  <a:extLst>
                    <a:ext uri="{9D8B030D-6E8A-4147-A177-3AD203B41FA5}">
                      <a16:colId xmlns:a16="http://schemas.microsoft.com/office/drawing/2014/main" xmlns="" val="20001"/>
                    </a:ext>
                  </a:extLst>
                </a:gridCol>
                <a:gridCol w="4798695">
                  <a:extLst>
                    <a:ext uri="{9D8B030D-6E8A-4147-A177-3AD203B41FA5}">
                      <a16:colId xmlns:a16="http://schemas.microsoft.com/office/drawing/2014/main" xmlns="" val="20002"/>
                    </a:ext>
                  </a:extLst>
                </a:gridCol>
              </a:tblGrid>
              <a:tr h="368807">
                <a:tc>
                  <a:txBody>
                    <a:bodyPr/>
                    <a:lstStyle/>
                    <a:p>
                      <a:pPr marL="127000" marR="3175">
                        <a:lnSpc>
                          <a:spcPts val="1325"/>
                        </a:lnSpc>
                      </a:pPr>
                      <a:endParaRPr sz="1200">
                        <a:latin typeface="Arial" panose="020B0604020202020204"/>
                        <a:cs typeface="Arial" panose="020B0604020202020204"/>
                      </a:endParaRPr>
                    </a:p>
                  </a:txBody>
                  <a:tcPr marL="0" marR="0" marT="0" marB="0"/>
                </a:tc>
                <a:tc>
                  <a:txBody>
                    <a:bodyPr/>
                    <a:lstStyle/>
                    <a:p>
                      <a:pPr>
                        <a:lnSpc>
                          <a:spcPts val="1325"/>
                        </a:lnSpc>
                      </a:pPr>
                      <a:endParaRPr sz="1200">
                        <a:latin typeface="Arial" panose="020B0604020202020204"/>
                        <a:cs typeface="Arial" panose="020B0604020202020204"/>
                      </a:endParaRPr>
                    </a:p>
                  </a:txBody>
                  <a:tcPr marL="0" marR="0" marT="0" marB="0"/>
                </a:tc>
                <a:tc>
                  <a:txBody>
                    <a:bodyPr/>
                    <a:lstStyle/>
                    <a:p>
                      <a:pPr marL="19050">
                        <a:lnSpc>
                          <a:spcPts val="1325"/>
                        </a:lnSpc>
                      </a:pPr>
                      <a:endParaRPr sz="1200">
                        <a:latin typeface="Arial" panose="020B0604020202020204"/>
                        <a:cs typeface="Arial" panose="020B0604020202020204"/>
                      </a:endParaRPr>
                    </a:p>
                  </a:txBody>
                  <a:tcPr marL="0" marR="0" marT="0" marB="0"/>
                </a:tc>
                <a:extLst>
                  <a:ext uri="{0D108BD9-81ED-4DB2-BD59-A6C34878D82A}">
                    <a16:rowId xmlns:a16="http://schemas.microsoft.com/office/drawing/2014/main" xmlns="" val="10000"/>
                  </a:ext>
                </a:extLst>
              </a:tr>
            </a:tbl>
          </a:graphicData>
        </a:graphic>
      </p:graphicFrame>
      <p:sp>
        <p:nvSpPr>
          <p:cNvPr id="6" name="Text Box 5"/>
          <p:cNvSpPr txBox="1"/>
          <p:nvPr/>
        </p:nvSpPr>
        <p:spPr>
          <a:xfrm>
            <a:off x="662305" y="1717675"/>
            <a:ext cx="6767195" cy="4166870"/>
          </a:xfrm>
          <a:prstGeom prst="rect">
            <a:avLst/>
          </a:prstGeom>
          <a:noFill/>
        </p:spPr>
        <p:txBody>
          <a:bodyPr wrap="square" rtlCol="0" anchor="t">
            <a:noAutofit/>
          </a:bodyPr>
          <a:lstStyle/>
          <a:p>
            <a:pPr marL="12700">
              <a:lnSpc>
                <a:spcPct val="100000"/>
              </a:lnSpc>
              <a:spcBef>
                <a:spcPts val="720"/>
              </a:spcBef>
            </a:pPr>
            <a:r>
              <a:rPr sz="2600" dirty="0">
                <a:latin typeface="Arial MT"/>
                <a:cs typeface="Arial MT"/>
                <a:sym typeface="+mn-ea"/>
              </a:rPr>
              <a:t>if</a:t>
            </a:r>
            <a:r>
              <a:rPr sz="2600" spc="-10" dirty="0">
                <a:latin typeface="Arial MT"/>
                <a:cs typeface="Arial MT"/>
                <a:sym typeface="+mn-ea"/>
              </a:rPr>
              <a:t> </a:t>
            </a:r>
            <a:r>
              <a:rPr sz="2600" spc="-5" dirty="0">
                <a:latin typeface="Arial MT"/>
                <a:cs typeface="Arial MT"/>
                <a:sym typeface="+mn-ea"/>
              </a:rPr>
              <a:t>(</a:t>
            </a:r>
            <a:r>
              <a:rPr sz="2600" i="1" spc="-5" dirty="0">
                <a:latin typeface="Arial" panose="020B0604020202020204"/>
                <a:cs typeface="Arial" panose="020B0604020202020204"/>
                <a:sym typeface="+mn-ea"/>
              </a:rPr>
              <a:t>condition</a:t>
            </a:r>
            <a:r>
              <a:rPr sz="2600" spc="-5" dirty="0">
                <a:latin typeface="Arial MT"/>
                <a:cs typeface="Arial MT"/>
                <a:sym typeface="+mn-ea"/>
              </a:rPr>
              <a:t>)</a:t>
            </a:r>
            <a:r>
              <a:rPr sz="2600" spc="-20" dirty="0">
                <a:latin typeface="Arial MT"/>
                <a:cs typeface="Arial MT"/>
                <a:sym typeface="+mn-ea"/>
              </a:rPr>
              <a:t> </a:t>
            </a:r>
            <a:r>
              <a:rPr sz="2600" dirty="0">
                <a:latin typeface="Arial MT"/>
                <a:cs typeface="Arial MT"/>
                <a:sym typeface="+mn-ea"/>
              </a:rPr>
              <a:t>{</a:t>
            </a:r>
            <a:endParaRPr sz="2600">
              <a:latin typeface="Arial MT"/>
              <a:cs typeface="Arial MT"/>
            </a:endParaRPr>
          </a:p>
          <a:p>
            <a:pPr marL="177165">
              <a:lnSpc>
                <a:spcPct val="100000"/>
              </a:lnSpc>
              <a:spcBef>
                <a:spcPts val="120"/>
              </a:spcBef>
            </a:pPr>
            <a:r>
              <a:rPr sz="2600" i="1" spc="-5" dirty="0">
                <a:latin typeface="Arial" panose="020B0604020202020204"/>
                <a:cs typeface="Arial" panose="020B0604020202020204"/>
                <a:sym typeface="+mn-ea"/>
              </a:rPr>
              <a:t>code</a:t>
            </a:r>
            <a:r>
              <a:rPr sz="2600" i="1" spc="-10" dirty="0">
                <a:latin typeface="Arial" panose="020B0604020202020204"/>
                <a:cs typeface="Arial" panose="020B0604020202020204"/>
                <a:sym typeface="+mn-ea"/>
              </a:rPr>
              <a:t> </a:t>
            </a:r>
            <a:r>
              <a:rPr sz="2600" i="1" dirty="0">
                <a:latin typeface="Arial" panose="020B0604020202020204"/>
                <a:cs typeface="Arial" panose="020B0604020202020204"/>
                <a:sym typeface="+mn-ea"/>
              </a:rPr>
              <a:t>to</a:t>
            </a:r>
            <a:r>
              <a:rPr sz="2600" i="1" spc="-5" dirty="0">
                <a:latin typeface="Arial" panose="020B0604020202020204"/>
                <a:cs typeface="Arial" panose="020B0604020202020204"/>
                <a:sym typeface="+mn-ea"/>
              </a:rPr>
              <a:t> be</a:t>
            </a:r>
            <a:r>
              <a:rPr sz="2600" i="1" spc="-10" dirty="0">
                <a:latin typeface="Arial" panose="020B0604020202020204"/>
                <a:cs typeface="Arial" panose="020B0604020202020204"/>
                <a:sym typeface="+mn-ea"/>
              </a:rPr>
              <a:t> </a:t>
            </a:r>
            <a:r>
              <a:rPr sz="2600" i="1" spc="-5" dirty="0">
                <a:latin typeface="Arial" panose="020B0604020202020204"/>
                <a:cs typeface="Arial" panose="020B0604020202020204"/>
                <a:sym typeface="+mn-ea"/>
              </a:rPr>
              <a:t>executed</a:t>
            </a:r>
            <a:r>
              <a:rPr sz="2600" i="1" dirty="0">
                <a:latin typeface="Arial" panose="020B0604020202020204"/>
                <a:cs typeface="Arial" panose="020B0604020202020204"/>
                <a:sym typeface="+mn-ea"/>
              </a:rPr>
              <a:t> if</a:t>
            </a:r>
            <a:r>
              <a:rPr sz="2600" i="1" spc="-20" dirty="0">
                <a:latin typeface="Arial" panose="020B0604020202020204"/>
                <a:cs typeface="Arial" panose="020B0604020202020204"/>
                <a:sym typeface="+mn-ea"/>
              </a:rPr>
              <a:t> </a:t>
            </a:r>
            <a:r>
              <a:rPr sz="2600" i="1" dirty="0">
                <a:latin typeface="Arial" panose="020B0604020202020204"/>
                <a:cs typeface="Arial" panose="020B0604020202020204"/>
                <a:sym typeface="+mn-ea"/>
              </a:rPr>
              <a:t>this </a:t>
            </a:r>
            <a:r>
              <a:rPr sz="2600" i="1" spc="-5" dirty="0">
                <a:latin typeface="Arial" panose="020B0604020202020204"/>
                <a:cs typeface="Arial" panose="020B0604020202020204"/>
                <a:sym typeface="+mn-ea"/>
              </a:rPr>
              <a:t>condition</a:t>
            </a:r>
            <a:r>
              <a:rPr sz="2600" i="1" spc="10" dirty="0">
                <a:latin typeface="Arial" panose="020B0604020202020204"/>
                <a:cs typeface="Arial" panose="020B0604020202020204"/>
                <a:sym typeface="+mn-ea"/>
              </a:rPr>
              <a:t> </a:t>
            </a:r>
            <a:r>
              <a:rPr sz="2600" i="1" spc="-5" dirty="0">
                <a:latin typeface="Arial" panose="020B0604020202020204"/>
                <a:cs typeface="Arial" panose="020B0604020202020204"/>
                <a:sym typeface="+mn-ea"/>
              </a:rPr>
              <a:t>is</a:t>
            </a:r>
            <a:r>
              <a:rPr sz="2600" i="1" spc="-10" dirty="0">
                <a:latin typeface="Arial" panose="020B0604020202020204"/>
                <a:cs typeface="Arial" panose="020B0604020202020204"/>
                <a:sym typeface="+mn-ea"/>
              </a:rPr>
              <a:t> </a:t>
            </a:r>
            <a:r>
              <a:rPr sz="2600" i="1" dirty="0">
                <a:latin typeface="Arial" panose="020B0604020202020204"/>
                <a:cs typeface="Arial" panose="020B0604020202020204"/>
                <a:sym typeface="+mn-ea"/>
              </a:rPr>
              <a:t>true;</a:t>
            </a:r>
            <a:endParaRPr sz="2600">
              <a:latin typeface="Arial" panose="020B0604020202020204"/>
              <a:cs typeface="Arial" panose="020B0604020202020204"/>
            </a:endParaRPr>
          </a:p>
          <a:p>
            <a:pPr marL="12700">
              <a:lnSpc>
                <a:spcPct val="100000"/>
              </a:lnSpc>
              <a:spcBef>
                <a:spcPts val="165"/>
              </a:spcBef>
            </a:pPr>
            <a:r>
              <a:rPr sz="2600" dirty="0">
                <a:latin typeface="Arial MT"/>
                <a:cs typeface="Arial MT"/>
                <a:sym typeface="+mn-ea"/>
              </a:rPr>
              <a:t>}</a:t>
            </a:r>
            <a:r>
              <a:rPr sz="2600" spc="-20" dirty="0">
                <a:latin typeface="Arial MT"/>
                <a:cs typeface="Arial MT"/>
                <a:sym typeface="+mn-ea"/>
              </a:rPr>
              <a:t> </a:t>
            </a:r>
            <a:r>
              <a:rPr sz="2600" dirty="0">
                <a:latin typeface="Arial MT"/>
                <a:cs typeface="Arial MT"/>
                <a:sym typeface="+mn-ea"/>
              </a:rPr>
              <a:t>elseif</a:t>
            </a:r>
            <a:r>
              <a:rPr sz="2600" spc="-15" dirty="0">
                <a:latin typeface="Arial MT"/>
                <a:cs typeface="Arial MT"/>
                <a:sym typeface="+mn-ea"/>
              </a:rPr>
              <a:t> </a:t>
            </a:r>
            <a:r>
              <a:rPr sz="2600" spc="-5" dirty="0">
                <a:latin typeface="Arial MT"/>
                <a:cs typeface="Arial MT"/>
                <a:sym typeface="+mn-ea"/>
              </a:rPr>
              <a:t>(</a:t>
            </a:r>
            <a:r>
              <a:rPr sz="2600" i="1" spc="-5" dirty="0">
                <a:latin typeface="Arial" panose="020B0604020202020204"/>
                <a:cs typeface="Arial" panose="020B0604020202020204"/>
                <a:sym typeface="+mn-ea"/>
              </a:rPr>
              <a:t>condition</a:t>
            </a:r>
            <a:r>
              <a:rPr sz="2600" spc="-5" dirty="0">
                <a:latin typeface="Arial MT"/>
                <a:cs typeface="Arial MT"/>
                <a:sym typeface="+mn-ea"/>
              </a:rPr>
              <a:t>)</a:t>
            </a:r>
            <a:r>
              <a:rPr sz="2600" spc="-15" dirty="0">
                <a:latin typeface="Arial MT"/>
                <a:cs typeface="Arial MT"/>
                <a:sym typeface="+mn-ea"/>
              </a:rPr>
              <a:t> </a:t>
            </a:r>
            <a:r>
              <a:rPr sz="2600" dirty="0">
                <a:latin typeface="Arial MT"/>
                <a:cs typeface="Arial MT"/>
                <a:sym typeface="+mn-ea"/>
              </a:rPr>
              <a:t>{</a:t>
            </a:r>
            <a:endParaRPr sz="2600">
              <a:latin typeface="Arial MT"/>
              <a:cs typeface="Arial MT"/>
            </a:endParaRPr>
          </a:p>
          <a:p>
            <a:pPr marL="177165">
              <a:lnSpc>
                <a:spcPct val="100000"/>
              </a:lnSpc>
              <a:spcBef>
                <a:spcPts val="125"/>
              </a:spcBef>
            </a:pPr>
            <a:r>
              <a:rPr sz="2600" i="1" spc="-5" dirty="0">
                <a:latin typeface="Arial" panose="020B0604020202020204"/>
                <a:cs typeface="Arial" panose="020B0604020202020204"/>
                <a:sym typeface="+mn-ea"/>
              </a:rPr>
              <a:t>code</a:t>
            </a:r>
            <a:r>
              <a:rPr sz="2600" i="1" spc="-10" dirty="0">
                <a:latin typeface="Arial" panose="020B0604020202020204"/>
                <a:cs typeface="Arial" panose="020B0604020202020204"/>
                <a:sym typeface="+mn-ea"/>
              </a:rPr>
              <a:t> </a:t>
            </a:r>
            <a:r>
              <a:rPr sz="2600" i="1" dirty="0">
                <a:latin typeface="Arial" panose="020B0604020202020204"/>
                <a:cs typeface="Arial" panose="020B0604020202020204"/>
                <a:sym typeface="+mn-ea"/>
              </a:rPr>
              <a:t>to</a:t>
            </a:r>
            <a:r>
              <a:rPr sz="2600" i="1" spc="-5" dirty="0">
                <a:latin typeface="Arial" panose="020B0604020202020204"/>
                <a:cs typeface="Arial" panose="020B0604020202020204"/>
                <a:sym typeface="+mn-ea"/>
              </a:rPr>
              <a:t> be</a:t>
            </a:r>
            <a:r>
              <a:rPr sz="2600" i="1" spc="-10" dirty="0">
                <a:latin typeface="Arial" panose="020B0604020202020204"/>
                <a:cs typeface="Arial" panose="020B0604020202020204"/>
                <a:sym typeface="+mn-ea"/>
              </a:rPr>
              <a:t> </a:t>
            </a:r>
            <a:r>
              <a:rPr sz="2600" i="1" spc="-5" dirty="0">
                <a:latin typeface="Arial" panose="020B0604020202020204"/>
                <a:cs typeface="Arial" panose="020B0604020202020204"/>
                <a:sym typeface="+mn-ea"/>
              </a:rPr>
              <a:t>executed</a:t>
            </a:r>
            <a:r>
              <a:rPr sz="2600" i="1" dirty="0">
                <a:latin typeface="Arial" panose="020B0604020202020204"/>
                <a:cs typeface="Arial" panose="020B0604020202020204"/>
                <a:sym typeface="+mn-ea"/>
              </a:rPr>
              <a:t> if</a:t>
            </a:r>
            <a:r>
              <a:rPr sz="2600" i="1" spc="-20" dirty="0">
                <a:latin typeface="Arial" panose="020B0604020202020204"/>
                <a:cs typeface="Arial" panose="020B0604020202020204"/>
                <a:sym typeface="+mn-ea"/>
              </a:rPr>
              <a:t> </a:t>
            </a:r>
            <a:r>
              <a:rPr sz="2600" i="1" dirty="0">
                <a:latin typeface="Arial" panose="020B0604020202020204"/>
                <a:cs typeface="Arial" panose="020B0604020202020204"/>
                <a:sym typeface="+mn-ea"/>
              </a:rPr>
              <a:t>this </a:t>
            </a:r>
            <a:r>
              <a:rPr sz="2600" i="1" spc="-5" dirty="0">
                <a:latin typeface="Arial" panose="020B0604020202020204"/>
                <a:cs typeface="Arial" panose="020B0604020202020204"/>
                <a:sym typeface="+mn-ea"/>
              </a:rPr>
              <a:t>condition</a:t>
            </a:r>
            <a:r>
              <a:rPr sz="2600" i="1" spc="10" dirty="0">
                <a:latin typeface="Arial" panose="020B0604020202020204"/>
                <a:cs typeface="Arial" panose="020B0604020202020204"/>
                <a:sym typeface="+mn-ea"/>
              </a:rPr>
              <a:t> </a:t>
            </a:r>
            <a:r>
              <a:rPr sz="2600" i="1" spc="-5" dirty="0">
                <a:latin typeface="Arial" panose="020B0604020202020204"/>
                <a:cs typeface="Arial" panose="020B0604020202020204"/>
                <a:sym typeface="+mn-ea"/>
              </a:rPr>
              <a:t>is</a:t>
            </a:r>
            <a:r>
              <a:rPr sz="2600" i="1" spc="-10" dirty="0">
                <a:latin typeface="Arial" panose="020B0604020202020204"/>
                <a:cs typeface="Arial" panose="020B0604020202020204"/>
                <a:sym typeface="+mn-ea"/>
              </a:rPr>
              <a:t> </a:t>
            </a:r>
            <a:r>
              <a:rPr sz="2600" i="1" dirty="0">
                <a:latin typeface="Arial" panose="020B0604020202020204"/>
                <a:cs typeface="Arial" panose="020B0604020202020204"/>
                <a:sym typeface="+mn-ea"/>
              </a:rPr>
              <a:t>true;</a:t>
            </a:r>
            <a:endParaRPr sz="2600">
              <a:latin typeface="Arial" panose="020B0604020202020204"/>
              <a:cs typeface="Arial" panose="020B0604020202020204"/>
            </a:endParaRPr>
          </a:p>
          <a:p>
            <a:pPr marL="12700">
              <a:lnSpc>
                <a:spcPct val="100000"/>
              </a:lnSpc>
              <a:spcBef>
                <a:spcPts val="165"/>
              </a:spcBef>
            </a:pPr>
            <a:r>
              <a:rPr sz="2600" dirty="0">
                <a:latin typeface="Arial MT"/>
                <a:cs typeface="Arial MT"/>
                <a:sym typeface="+mn-ea"/>
              </a:rPr>
              <a:t>}</a:t>
            </a:r>
            <a:r>
              <a:rPr sz="2600" spc="-35" dirty="0">
                <a:latin typeface="Arial MT"/>
                <a:cs typeface="Arial MT"/>
                <a:sym typeface="+mn-ea"/>
              </a:rPr>
              <a:t> </a:t>
            </a:r>
            <a:r>
              <a:rPr sz="2600" dirty="0">
                <a:latin typeface="Arial MT"/>
                <a:cs typeface="Arial MT"/>
                <a:sym typeface="+mn-ea"/>
              </a:rPr>
              <a:t>else</a:t>
            </a:r>
            <a:r>
              <a:rPr sz="2600" spc="-30" dirty="0">
                <a:latin typeface="Arial MT"/>
                <a:cs typeface="Arial MT"/>
                <a:sym typeface="+mn-ea"/>
              </a:rPr>
              <a:t> </a:t>
            </a:r>
            <a:r>
              <a:rPr sz="2600" dirty="0">
                <a:latin typeface="Arial MT"/>
                <a:cs typeface="Arial MT"/>
                <a:sym typeface="+mn-ea"/>
              </a:rPr>
              <a:t>{</a:t>
            </a:r>
            <a:endParaRPr sz="2600">
              <a:latin typeface="Arial MT"/>
              <a:cs typeface="Arial MT"/>
            </a:endParaRPr>
          </a:p>
          <a:p>
            <a:pPr marL="177165">
              <a:lnSpc>
                <a:spcPct val="100000"/>
              </a:lnSpc>
              <a:spcBef>
                <a:spcPts val="145"/>
              </a:spcBef>
            </a:pPr>
            <a:r>
              <a:rPr sz="2600" i="1" spc="-5" dirty="0">
                <a:latin typeface="Arial" panose="020B0604020202020204"/>
                <a:cs typeface="Arial" panose="020B0604020202020204"/>
                <a:sym typeface="+mn-ea"/>
              </a:rPr>
              <a:t>code </a:t>
            </a:r>
            <a:r>
              <a:rPr sz="2600" i="1" dirty="0">
                <a:latin typeface="Arial" panose="020B0604020202020204"/>
                <a:cs typeface="Arial" panose="020B0604020202020204"/>
                <a:sym typeface="+mn-ea"/>
              </a:rPr>
              <a:t>to </a:t>
            </a:r>
            <a:r>
              <a:rPr sz="2600" i="1" spc="-5" dirty="0">
                <a:latin typeface="Arial" panose="020B0604020202020204"/>
                <a:cs typeface="Arial" panose="020B0604020202020204"/>
                <a:sym typeface="+mn-ea"/>
              </a:rPr>
              <a:t>be executed</a:t>
            </a:r>
            <a:r>
              <a:rPr sz="2600" i="1" spc="5" dirty="0">
                <a:latin typeface="Arial" panose="020B0604020202020204"/>
                <a:cs typeface="Arial" panose="020B0604020202020204"/>
                <a:sym typeface="+mn-ea"/>
              </a:rPr>
              <a:t> </a:t>
            </a:r>
            <a:r>
              <a:rPr sz="2600" i="1" dirty="0">
                <a:latin typeface="Arial" panose="020B0604020202020204"/>
                <a:cs typeface="Arial" panose="020B0604020202020204"/>
                <a:sym typeface="+mn-ea"/>
              </a:rPr>
              <a:t>if</a:t>
            </a:r>
            <a:r>
              <a:rPr sz="2600" i="1" spc="-15" dirty="0">
                <a:latin typeface="Arial" panose="020B0604020202020204"/>
                <a:cs typeface="Arial" panose="020B0604020202020204"/>
                <a:sym typeface="+mn-ea"/>
              </a:rPr>
              <a:t> </a:t>
            </a:r>
            <a:r>
              <a:rPr sz="2600" i="1" spc="-5" dirty="0">
                <a:latin typeface="Arial" panose="020B0604020202020204"/>
                <a:cs typeface="Arial" panose="020B0604020202020204"/>
                <a:sym typeface="+mn-ea"/>
              </a:rPr>
              <a:t>all</a:t>
            </a:r>
            <a:r>
              <a:rPr sz="2600" i="1" dirty="0">
                <a:latin typeface="Arial" panose="020B0604020202020204"/>
                <a:cs typeface="Arial" panose="020B0604020202020204"/>
                <a:sym typeface="+mn-ea"/>
              </a:rPr>
              <a:t> </a:t>
            </a:r>
            <a:r>
              <a:rPr sz="2600" i="1" spc="-5" dirty="0">
                <a:latin typeface="Arial" panose="020B0604020202020204"/>
                <a:cs typeface="Arial" panose="020B0604020202020204"/>
                <a:sym typeface="+mn-ea"/>
              </a:rPr>
              <a:t>conditions</a:t>
            </a:r>
            <a:r>
              <a:rPr sz="2600" i="1" spc="5" dirty="0">
                <a:latin typeface="Arial" panose="020B0604020202020204"/>
                <a:cs typeface="Arial" panose="020B0604020202020204"/>
                <a:sym typeface="+mn-ea"/>
              </a:rPr>
              <a:t> </a:t>
            </a:r>
            <a:r>
              <a:rPr sz="2600" i="1" spc="-10" dirty="0">
                <a:latin typeface="Arial" panose="020B0604020202020204"/>
                <a:cs typeface="Arial" panose="020B0604020202020204"/>
                <a:sym typeface="+mn-ea"/>
              </a:rPr>
              <a:t>are</a:t>
            </a:r>
            <a:r>
              <a:rPr sz="2600" i="1" spc="5" dirty="0">
                <a:latin typeface="Arial" panose="020B0604020202020204"/>
                <a:cs typeface="Arial" panose="020B0604020202020204"/>
                <a:sym typeface="+mn-ea"/>
              </a:rPr>
              <a:t> </a:t>
            </a:r>
            <a:r>
              <a:rPr sz="2600" i="1" spc="-5" dirty="0">
                <a:latin typeface="Arial" panose="020B0604020202020204"/>
                <a:cs typeface="Arial" panose="020B0604020202020204"/>
                <a:sym typeface="+mn-ea"/>
              </a:rPr>
              <a:t>false;</a:t>
            </a:r>
            <a:endParaRPr sz="2600">
              <a:latin typeface="Arial" panose="020B0604020202020204"/>
              <a:cs typeface="Arial" panose="020B0604020202020204"/>
            </a:endParaRPr>
          </a:p>
          <a:p>
            <a:pPr marL="12700">
              <a:lnSpc>
                <a:spcPct val="100000"/>
              </a:lnSpc>
              <a:spcBef>
                <a:spcPts val="145"/>
              </a:spcBef>
            </a:pPr>
            <a:r>
              <a:rPr sz="2600" dirty="0">
                <a:latin typeface="Arial MT"/>
                <a:cs typeface="Arial MT"/>
                <a:sym typeface="+mn-ea"/>
              </a:rPr>
              <a:t>}</a:t>
            </a:r>
            <a:endParaRPr lang="en-US" sz="2600" dirty="0">
              <a:latin typeface="Arial" panose="020B0604020202020204"/>
              <a:cs typeface="Arial" panose="020B0604020202020204"/>
              <a:sym typeface="+mn-ea"/>
            </a:endParaRPr>
          </a:p>
        </p:txBody>
      </p:sp>
      <p:sp>
        <p:nvSpPr>
          <p:cNvPr id="7" name="Text Box 6"/>
          <p:cNvSpPr txBox="1"/>
          <p:nvPr/>
        </p:nvSpPr>
        <p:spPr>
          <a:xfrm>
            <a:off x="992505" y="404495"/>
            <a:ext cx="4953000" cy="1660525"/>
          </a:xfrm>
          <a:prstGeom prst="rect">
            <a:avLst/>
          </a:prstGeom>
          <a:noFill/>
        </p:spPr>
        <p:txBody>
          <a:bodyPr wrap="square" rtlCol="0" anchor="t">
            <a:spAutoFit/>
          </a:bodyPr>
          <a:lstStyle/>
          <a:p>
            <a:r>
              <a:rPr sz="3800" dirty="0">
                <a:highlight>
                  <a:srgbClr val="00FF00"/>
                </a:highlight>
                <a:latin typeface="Times New Roman" panose="02020603050405020304" pitchFamily="18" charset="0"/>
                <a:cs typeface="Times New Roman" panose="02020603050405020304" pitchFamily="18" charset="0"/>
                <a:sym typeface="+mn-ea"/>
              </a:rPr>
              <a:t>The if...</a:t>
            </a:r>
            <a:r>
              <a:rPr sz="3800" b="1" spc="-5" dirty="0">
                <a:highlight>
                  <a:srgbClr val="00FF00"/>
                </a:highlight>
                <a:latin typeface="Times New Roman" panose="02020603050405020304" pitchFamily="18" charset="0"/>
                <a:cs typeface="Times New Roman" panose="02020603050405020304" pitchFamily="18" charset="0"/>
                <a:sym typeface="+mn-ea"/>
              </a:rPr>
              <a:t>elseif</a:t>
            </a:r>
            <a:r>
              <a:rPr lang="en-US" sz="3800" b="1" spc="-5" dirty="0">
                <a:highlight>
                  <a:srgbClr val="00FF00"/>
                </a:highlight>
                <a:latin typeface="Times New Roman" panose="02020603050405020304" pitchFamily="18" charset="0"/>
                <a:cs typeface="Times New Roman" panose="02020603050405020304" pitchFamily="18" charset="0"/>
                <a:sym typeface="+mn-ea"/>
              </a:rPr>
              <a:t>...</a:t>
            </a:r>
            <a:r>
              <a:rPr sz="3800" spc="-15" dirty="0">
                <a:highlight>
                  <a:srgbClr val="00FF00"/>
                </a:highlight>
                <a:latin typeface="Times New Roman" panose="02020603050405020304" pitchFamily="18" charset="0"/>
                <a:cs typeface="Times New Roman" panose="02020603050405020304" pitchFamily="18" charset="0"/>
                <a:sym typeface="+mn-ea"/>
              </a:rPr>
              <a:t>e</a:t>
            </a:r>
            <a:r>
              <a:rPr sz="3800" dirty="0">
                <a:highlight>
                  <a:srgbClr val="00FF00"/>
                </a:highlight>
                <a:latin typeface="Times New Roman" panose="02020603050405020304" pitchFamily="18" charset="0"/>
                <a:cs typeface="Times New Roman" panose="02020603050405020304" pitchFamily="18" charset="0"/>
                <a:sym typeface="+mn-ea"/>
              </a:rPr>
              <a:t>l</a:t>
            </a:r>
            <a:r>
              <a:rPr sz="3800" spc="5" dirty="0">
                <a:highlight>
                  <a:srgbClr val="00FF00"/>
                </a:highlight>
                <a:latin typeface="Times New Roman" panose="02020603050405020304" pitchFamily="18" charset="0"/>
                <a:cs typeface="Times New Roman" panose="02020603050405020304" pitchFamily="18" charset="0"/>
                <a:sym typeface="+mn-ea"/>
              </a:rPr>
              <a:t>s</a:t>
            </a:r>
            <a:r>
              <a:rPr sz="3800" spc="-5" dirty="0">
                <a:highlight>
                  <a:srgbClr val="00FF00"/>
                </a:highlight>
                <a:latin typeface="Times New Roman" panose="02020603050405020304" pitchFamily="18" charset="0"/>
                <a:cs typeface="Times New Roman" panose="02020603050405020304" pitchFamily="18" charset="0"/>
                <a:sym typeface="+mn-ea"/>
              </a:rPr>
              <a:t>e</a:t>
            </a:r>
            <a:r>
              <a:rPr sz="3800" spc="-75" dirty="0">
                <a:highlight>
                  <a:srgbClr val="00FF00"/>
                </a:highlight>
                <a:latin typeface="Times New Roman" panose="02020603050405020304" pitchFamily="18" charset="0"/>
                <a:cs typeface="Times New Roman" panose="02020603050405020304" pitchFamily="18" charset="0"/>
                <a:sym typeface="+mn-ea"/>
              </a:rPr>
              <a:t> </a:t>
            </a:r>
            <a:r>
              <a:rPr sz="3800" dirty="0">
                <a:highlight>
                  <a:srgbClr val="00FF00"/>
                </a:highlight>
                <a:latin typeface="Times New Roman" panose="02020603050405020304" pitchFamily="18" charset="0"/>
                <a:cs typeface="Times New Roman" panose="02020603050405020304" pitchFamily="18" charset="0"/>
                <a:sym typeface="+mn-ea"/>
              </a:rPr>
              <a:t>S</a:t>
            </a:r>
            <a:r>
              <a:rPr sz="3800" spc="-5" dirty="0">
                <a:highlight>
                  <a:srgbClr val="00FF00"/>
                </a:highlight>
                <a:latin typeface="Times New Roman" panose="02020603050405020304" pitchFamily="18" charset="0"/>
                <a:cs typeface="Times New Roman" panose="02020603050405020304" pitchFamily="18" charset="0"/>
                <a:sym typeface="+mn-ea"/>
              </a:rPr>
              <a:t>tatem</a:t>
            </a:r>
            <a:r>
              <a:rPr sz="3800" dirty="0">
                <a:highlight>
                  <a:srgbClr val="00FF00"/>
                </a:highlight>
                <a:latin typeface="Times New Roman" panose="02020603050405020304" pitchFamily="18" charset="0"/>
                <a:cs typeface="Times New Roman" panose="02020603050405020304" pitchFamily="18" charset="0"/>
                <a:sym typeface="+mn-ea"/>
              </a:rPr>
              <a:t>e</a:t>
            </a:r>
            <a:r>
              <a:rPr sz="3800" spc="-15" dirty="0">
                <a:highlight>
                  <a:srgbClr val="00FF00"/>
                </a:highlight>
                <a:latin typeface="Times New Roman" panose="02020603050405020304" pitchFamily="18" charset="0"/>
                <a:cs typeface="Times New Roman" panose="02020603050405020304" pitchFamily="18" charset="0"/>
                <a:sym typeface="+mn-ea"/>
              </a:rPr>
              <a:t>n</a:t>
            </a:r>
            <a:r>
              <a:rPr sz="3800" dirty="0">
                <a:highlight>
                  <a:srgbClr val="00FF00"/>
                </a:highlight>
                <a:latin typeface="Times New Roman" panose="02020603050405020304" pitchFamily="18" charset="0"/>
                <a:cs typeface="Times New Roman" panose="02020603050405020304" pitchFamily="18" charset="0"/>
                <a:sym typeface="+mn-ea"/>
              </a:rPr>
              <a:t>t</a:t>
            </a:r>
            <a:r>
              <a:rPr sz="2600" dirty="0">
                <a:latin typeface="Times New Roman" panose="02020603050405020304" pitchFamily="18" charset="0"/>
                <a:cs typeface="Times New Roman" panose="02020603050405020304" pitchFamily="18" charset="0"/>
                <a:sym typeface="+mn-ea"/>
              </a:rPr>
              <a:t/>
            </a:r>
            <a:br>
              <a:rPr sz="2600" dirty="0">
                <a:latin typeface="Times New Roman" panose="02020603050405020304" pitchFamily="18" charset="0"/>
                <a:cs typeface="Times New Roman" panose="02020603050405020304" pitchFamily="18" charset="0"/>
                <a:sym typeface="+mn-ea"/>
              </a:rPr>
            </a:br>
            <a:endParaRPr lang="en-US" sz="2600" dirty="0">
              <a:latin typeface="Times New Roman" panose="02020603050405020304" pitchFamily="18" charset="0"/>
              <a:cs typeface="Times New Roman" panose="02020603050405020304" pitchFamily="18" charset="0"/>
              <a:sym typeface="+mn-ea"/>
            </a:endParaRPr>
          </a:p>
        </p:txBody>
      </p:sp>
      <p:sp>
        <p:nvSpPr>
          <p:cNvPr id="4" name="Slide Number Placeholder 3">
            <a:extLst>
              <a:ext uri="{FF2B5EF4-FFF2-40B4-BE49-F238E27FC236}">
                <a16:creationId xmlns:a16="http://schemas.microsoft.com/office/drawing/2014/main" xmlns="" id="{3A17C883-B867-33D5-8262-DC1DD2176C11}"/>
              </a:ext>
            </a:extLst>
          </p:cNvPr>
          <p:cNvSpPr>
            <a:spLocks noGrp="1"/>
          </p:cNvSpPr>
          <p:nvPr>
            <p:ph type="sldNum" idx="4"/>
          </p:nvPr>
        </p:nvSpPr>
        <p:spPr/>
        <p:txBody>
          <a:bodyPr/>
          <a:lstStyle/>
          <a:p>
            <a:pPr algn="r">
              <a:buNone/>
            </a:pPr>
            <a:fld id="{9A0DB2DC-4C9A-4742-B13C-FB6460FD3503}" type="slidenum">
              <a:rPr lang="en-GB" altLang="en-US" smtClean="0"/>
              <a:pPr algn="r">
                <a:buNone/>
              </a:pPr>
              <a:t>46</a:t>
            </a:fld>
            <a:endParaRPr lang="en-GB"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433705" y="235585"/>
            <a:ext cx="6995795" cy="4318635"/>
          </a:xfrm>
          <a:prstGeom prst="rect">
            <a:avLst/>
          </a:prstGeom>
          <a:noFill/>
        </p:spPr>
        <p:txBody>
          <a:bodyPr wrap="square" rtlCol="0" anchor="t">
            <a:noAutofit/>
          </a:bodyPr>
          <a:lstStyle/>
          <a:p>
            <a:pPr marL="12700">
              <a:lnSpc>
                <a:spcPct val="100000"/>
              </a:lnSpc>
              <a:spcBef>
                <a:spcPts val="985"/>
              </a:spcBef>
            </a:pPr>
            <a:r>
              <a:rPr sz="1800" dirty="0">
                <a:solidFill>
                  <a:srgbClr val="0000CD"/>
                </a:solidFill>
                <a:latin typeface="Times New Roman" panose="02020603050405020304" pitchFamily="18" charset="0"/>
                <a:cs typeface="Times New Roman" panose="02020603050405020304" pitchFamily="18" charset="0"/>
                <a:sym typeface="+mn-ea"/>
              </a:rPr>
              <a:t>&lt;</a:t>
            </a:r>
            <a:r>
              <a:rPr sz="1800" dirty="0">
                <a:solidFill>
                  <a:srgbClr val="A32A2A"/>
                </a:solidFill>
                <a:latin typeface="Times New Roman" panose="02020603050405020304" pitchFamily="18" charset="0"/>
                <a:cs typeface="Times New Roman" panose="02020603050405020304" pitchFamily="18" charset="0"/>
                <a:sym typeface="+mn-ea"/>
              </a:rPr>
              <a:t>html</a:t>
            </a:r>
            <a:r>
              <a:rPr sz="1800" dirty="0">
                <a:solidFill>
                  <a:srgbClr val="0000CD"/>
                </a:solidFill>
                <a:latin typeface="Times New Roman" panose="02020603050405020304" pitchFamily="18" charset="0"/>
                <a:cs typeface="Times New Roman" panose="02020603050405020304" pitchFamily="18" charset="0"/>
                <a:sym typeface="+mn-ea"/>
              </a:rPr>
              <a:t>&gt;</a:t>
            </a:r>
            <a:endParaRPr sz="1800">
              <a:latin typeface="Times New Roman" panose="02020603050405020304" pitchFamily="18" charset="0"/>
              <a:cs typeface="Times New Roman" panose="02020603050405020304" pitchFamily="18" charset="0"/>
            </a:endParaRPr>
          </a:p>
          <a:p>
            <a:pPr marL="12700">
              <a:lnSpc>
                <a:spcPct val="100000"/>
              </a:lnSpc>
              <a:spcBef>
                <a:spcPts val="125"/>
              </a:spcBef>
            </a:pPr>
            <a:r>
              <a:rPr sz="1800" spc="-5" dirty="0">
                <a:solidFill>
                  <a:srgbClr val="0000CD"/>
                </a:solidFill>
                <a:latin typeface="Times New Roman" panose="02020603050405020304" pitchFamily="18" charset="0"/>
                <a:cs typeface="Times New Roman" panose="02020603050405020304" pitchFamily="18" charset="0"/>
                <a:sym typeface="+mn-ea"/>
              </a:rPr>
              <a:t>&lt;</a:t>
            </a:r>
            <a:r>
              <a:rPr sz="1800" spc="-5" dirty="0">
                <a:solidFill>
                  <a:srgbClr val="A32A2A"/>
                </a:solidFill>
                <a:latin typeface="Times New Roman" panose="02020603050405020304" pitchFamily="18" charset="0"/>
                <a:cs typeface="Times New Roman" panose="02020603050405020304" pitchFamily="18" charset="0"/>
                <a:sym typeface="+mn-ea"/>
              </a:rPr>
              <a:t>body</a:t>
            </a:r>
            <a:r>
              <a:rPr sz="1800" spc="-5" dirty="0">
                <a:solidFill>
                  <a:srgbClr val="0000CD"/>
                </a:solidFill>
                <a:latin typeface="Times New Roman" panose="02020603050405020304" pitchFamily="18" charset="0"/>
                <a:cs typeface="Times New Roman" panose="02020603050405020304" pitchFamily="18" charset="0"/>
                <a:sym typeface="+mn-ea"/>
              </a:rPr>
              <a:t>&gt;</a:t>
            </a:r>
            <a:endParaRPr sz="1800">
              <a:latin typeface="Times New Roman" panose="02020603050405020304" pitchFamily="18" charset="0"/>
              <a:cs typeface="Times New Roman" panose="02020603050405020304" pitchFamily="18" charset="0"/>
            </a:endParaRPr>
          </a:p>
          <a:p>
            <a:pPr marL="12700">
              <a:lnSpc>
                <a:spcPct val="100000"/>
              </a:lnSpc>
              <a:spcBef>
                <a:spcPts val="105"/>
              </a:spcBef>
            </a:pPr>
            <a:r>
              <a:rPr sz="1800" spc="-5" dirty="0">
                <a:solidFill>
                  <a:srgbClr val="FF0000"/>
                </a:solidFill>
                <a:latin typeface="Times New Roman" panose="02020603050405020304" pitchFamily="18" charset="0"/>
                <a:cs typeface="Times New Roman" panose="02020603050405020304" pitchFamily="18" charset="0"/>
                <a:sym typeface="+mn-ea"/>
              </a:rPr>
              <a:t>&lt;?php</a:t>
            </a:r>
            <a:endParaRPr sz="1800">
              <a:latin typeface="Times New Roman" panose="02020603050405020304" pitchFamily="18" charset="0"/>
              <a:cs typeface="Times New Roman" panose="02020603050405020304" pitchFamily="18" charset="0"/>
            </a:endParaRPr>
          </a:p>
          <a:p>
            <a:pPr marL="12700">
              <a:lnSpc>
                <a:spcPct val="100000"/>
              </a:lnSpc>
              <a:spcBef>
                <a:spcPts val="120"/>
              </a:spcBef>
            </a:pPr>
            <a:r>
              <a:rPr sz="1800" dirty="0">
                <a:latin typeface="Times New Roman" panose="02020603050405020304" pitchFamily="18" charset="0"/>
                <a:cs typeface="Times New Roman" panose="02020603050405020304" pitchFamily="18" charset="0"/>
                <a:sym typeface="+mn-ea"/>
              </a:rPr>
              <a:t>$t</a:t>
            </a:r>
            <a:r>
              <a:rPr sz="1800" spc="-20" dirty="0">
                <a:latin typeface="Times New Roman" panose="02020603050405020304" pitchFamily="18" charset="0"/>
                <a:cs typeface="Times New Roman" panose="02020603050405020304" pitchFamily="18" charset="0"/>
                <a:sym typeface="+mn-ea"/>
              </a:rPr>
              <a:t> </a:t>
            </a:r>
            <a:r>
              <a:rPr sz="1800" dirty="0">
                <a:latin typeface="Times New Roman" panose="02020603050405020304" pitchFamily="18" charset="0"/>
                <a:cs typeface="Times New Roman" panose="02020603050405020304" pitchFamily="18" charset="0"/>
                <a:sym typeface="+mn-ea"/>
              </a:rPr>
              <a:t>=</a:t>
            </a:r>
            <a:r>
              <a:rPr sz="1800" spc="-25" dirty="0">
                <a:latin typeface="Times New Roman" panose="02020603050405020304" pitchFamily="18" charset="0"/>
                <a:cs typeface="Times New Roman" panose="02020603050405020304" pitchFamily="18" charset="0"/>
                <a:sym typeface="+mn-ea"/>
              </a:rPr>
              <a:t> </a:t>
            </a:r>
            <a:r>
              <a:rPr sz="1800" spc="-5" dirty="0">
                <a:latin typeface="Times New Roman" panose="02020603050405020304" pitchFamily="18" charset="0"/>
                <a:cs typeface="Times New Roman" panose="02020603050405020304" pitchFamily="18" charset="0"/>
                <a:sym typeface="+mn-ea"/>
              </a:rPr>
              <a:t>date(</a:t>
            </a:r>
            <a:r>
              <a:rPr sz="1800" spc="-5" dirty="0">
                <a:solidFill>
                  <a:srgbClr val="A32A2A"/>
                </a:solidFill>
                <a:latin typeface="Times New Roman" panose="02020603050405020304" pitchFamily="18" charset="0"/>
                <a:cs typeface="Times New Roman" panose="02020603050405020304" pitchFamily="18" charset="0"/>
                <a:sym typeface="+mn-ea"/>
              </a:rPr>
              <a:t>"H"</a:t>
            </a:r>
            <a:r>
              <a:rPr sz="1800" spc="-5" dirty="0">
                <a:latin typeface="Times New Roman" panose="02020603050405020304" pitchFamily="18" charset="0"/>
                <a:cs typeface="Times New Roman" panose="02020603050405020304" pitchFamily="18" charset="0"/>
                <a:sym typeface="+mn-ea"/>
              </a:rPr>
              <a:t>);</a:t>
            </a:r>
            <a:endParaRPr sz="1800">
              <a:latin typeface="Times New Roman" panose="02020603050405020304" pitchFamily="18" charset="0"/>
              <a:cs typeface="Times New Roman" panose="02020603050405020304" pitchFamily="18" charset="0"/>
            </a:endParaRPr>
          </a:p>
          <a:p>
            <a:pPr marL="12700">
              <a:lnSpc>
                <a:spcPct val="100000"/>
              </a:lnSpc>
              <a:spcBef>
                <a:spcPts val="145"/>
              </a:spcBef>
            </a:pPr>
            <a:r>
              <a:rPr sz="1800" spc="-5" dirty="0">
                <a:solidFill>
                  <a:srgbClr val="0000CD"/>
                </a:solidFill>
                <a:latin typeface="Times New Roman" panose="02020603050405020304" pitchFamily="18" charset="0"/>
                <a:cs typeface="Times New Roman" panose="02020603050405020304" pitchFamily="18" charset="0"/>
                <a:sym typeface="+mn-ea"/>
              </a:rPr>
              <a:t>echo</a:t>
            </a:r>
            <a:r>
              <a:rPr sz="1800" spc="-10" dirty="0">
                <a:solidFill>
                  <a:srgbClr val="0000CD"/>
                </a:solidFill>
                <a:latin typeface="Times New Roman" panose="02020603050405020304" pitchFamily="18" charset="0"/>
                <a:cs typeface="Times New Roman" panose="02020603050405020304" pitchFamily="18" charset="0"/>
                <a:sym typeface="+mn-ea"/>
              </a:rPr>
              <a:t> </a:t>
            </a:r>
            <a:r>
              <a:rPr sz="1800" spc="-5" dirty="0">
                <a:solidFill>
                  <a:srgbClr val="A32A2A"/>
                </a:solidFill>
                <a:latin typeface="Times New Roman" panose="02020603050405020304" pitchFamily="18" charset="0"/>
                <a:cs typeface="Times New Roman" panose="02020603050405020304" pitchFamily="18" charset="0"/>
                <a:sym typeface="+mn-ea"/>
              </a:rPr>
              <a:t>"&lt;p&gt;The</a:t>
            </a:r>
            <a:r>
              <a:rPr sz="1800" spc="-10" dirty="0">
                <a:solidFill>
                  <a:srgbClr val="A32A2A"/>
                </a:solidFill>
                <a:latin typeface="Times New Roman" panose="02020603050405020304" pitchFamily="18" charset="0"/>
                <a:cs typeface="Times New Roman" panose="02020603050405020304" pitchFamily="18" charset="0"/>
                <a:sym typeface="+mn-ea"/>
              </a:rPr>
              <a:t> </a:t>
            </a:r>
            <a:r>
              <a:rPr sz="1800" spc="-5" dirty="0">
                <a:solidFill>
                  <a:srgbClr val="A32A2A"/>
                </a:solidFill>
                <a:latin typeface="Times New Roman" panose="02020603050405020304" pitchFamily="18" charset="0"/>
                <a:cs typeface="Times New Roman" panose="02020603050405020304" pitchFamily="18" charset="0"/>
                <a:sym typeface="+mn-ea"/>
              </a:rPr>
              <a:t>hour</a:t>
            </a:r>
            <a:r>
              <a:rPr sz="1800" dirty="0">
                <a:solidFill>
                  <a:srgbClr val="A32A2A"/>
                </a:solidFill>
                <a:latin typeface="Times New Roman" panose="02020603050405020304" pitchFamily="18" charset="0"/>
                <a:cs typeface="Times New Roman" panose="02020603050405020304" pitchFamily="18" charset="0"/>
                <a:sym typeface="+mn-ea"/>
              </a:rPr>
              <a:t> </a:t>
            </a:r>
            <a:r>
              <a:rPr sz="1800" spc="-5" dirty="0">
                <a:solidFill>
                  <a:srgbClr val="A32A2A"/>
                </a:solidFill>
                <a:latin typeface="Times New Roman" panose="02020603050405020304" pitchFamily="18" charset="0"/>
                <a:cs typeface="Times New Roman" panose="02020603050405020304" pitchFamily="18" charset="0"/>
                <a:sym typeface="+mn-ea"/>
              </a:rPr>
              <a:t>(of</a:t>
            </a:r>
            <a:r>
              <a:rPr sz="1800" spc="-10" dirty="0">
                <a:solidFill>
                  <a:srgbClr val="A32A2A"/>
                </a:solidFill>
                <a:latin typeface="Times New Roman" panose="02020603050405020304" pitchFamily="18" charset="0"/>
                <a:cs typeface="Times New Roman" panose="02020603050405020304" pitchFamily="18" charset="0"/>
                <a:sym typeface="+mn-ea"/>
              </a:rPr>
              <a:t> </a:t>
            </a:r>
            <a:r>
              <a:rPr sz="1800" spc="-5" dirty="0">
                <a:solidFill>
                  <a:srgbClr val="A32A2A"/>
                </a:solidFill>
                <a:latin typeface="Times New Roman" panose="02020603050405020304" pitchFamily="18" charset="0"/>
                <a:cs typeface="Times New Roman" panose="02020603050405020304" pitchFamily="18" charset="0"/>
                <a:sym typeface="+mn-ea"/>
              </a:rPr>
              <a:t>the</a:t>
            </a:r>
            <a:r>
              <a:rPr sz="1800" dirty="0">
                <a:solidFill>
                  <a:srgbClr val="A32A2A"/>
                </a:solidFill>
                <a:latin typeface="Times New Roman" panose="02020603050405020304" pitchFamily="18" charset="0"/>
                <a:cs typeface="Times New Roman" panose="02020603050405020304" pitchFamily="18" charset="0"/>
                <a:sym typeface="+mn-ea"/>
              </a:rPr>
              <a:t> </a:t>
            </a:r>
            <a:r>
              <a:rPr sz="1800" spc="-5" dirty="0">
                <a:solidFill>
                  <a:srgbClr val="A32A2A"/>
                </a:solidFill>
                <a:latin typeface="Times New Roman" panose="02020603050405020304" pitchFamily="18" charset="0"/>
                <a:cs typeface="Times New Roman" panose="02020603050405020304" pitchFamily="18" charset="0"/>
                <a:sym typeface="+mn-ea"/>
              </a:rPr>
              <a:t>server)</a:t>
            </a:r>
            <a:r>
              <a:rPr sz="1800" spc="-10" dirty="0">
                <a:solidFill>
                  <a:srgbClr val="A32A2A"/>
                </a:solidFill>
                <a:latin typeface="Times New Roman" panose="02020603050405020304" pitchFamily="18" charset="0"/>
                <a:cs typeface="Times New Roman" panose="02020603050405020304" pitchFamily="18" charset="0"/>
                <a:sym typeface="+mn-ea"/>
              </a:rPr>
              <a:t> </a:t>
            </a:r>
            <a:r>
              <a:rPr sz="1800" spc="-5" dirty="0">
                <a:solidFill>
                  <a:srgbClr val="A32A2A"/>
                </a:solidFill>
                <a:latin typeface="Times New Roman" panose="02020603050405020304" pitchFamily="18" charset="0"/>
                <a:cs typeface="Times New Roman" panose="02020603050405020304" pitchFamily="18" charset="0"/>
                <a:sym typeface="+mn-ea"/>
              </a:rPr>
              <a:t>is</a:t>
            </a:r>
            <a:r>
              <a:rPr sz="1800" dirty="0">
                <a:solidFill>
                  <a:srgbClr val="A32A2A"/>
                </a:solidFill>
                <a:latin typeface="Times New Roman" panose="02020603050405020304" pitchFamily="18" charset="0"/>
                <a:cs typeface="Times New Roman" panose="02020603050405020304" pitchFamily="18" charset="0"/>
                <a:sym typeface="+mn-ea"/>
              </a:rPr>
              <a:t> "</a:t>
            </a:r>
            <a:r>
              <a:rPr sz="1800" spc="20" dirty="0">
                <a:solidFill>
                  <a:srgbClr val="A32A2A"/>
                </a:solidFill>
                <a:latin typeface="Times New Roman" panose="02020603050405020304" pitchFamily="18" charset="0"/>
                <a:cs typeface="Times New Roman" panose="02020603050405020304" pitchFamily="18" charset="0"/>
                <a:sym typeface="+mn-ea"/>
              </a:rPr>
              <a:t> </a:t>
            </a:r>
            <a:r>
              <a:rPr sz="1800" dirty="0">
                <a:latin typeface="Times New Roman" panose="02020603050405020304" pitchFamily="18" charset="0"/>
                <a:cs typeface="Times New Roman" panose="02020603050405020304" pitchFamily="18" charset="0"/>
                <a:sym typeface="+mn-ea"/>
              </a:rPr>
              <a:t>. $t;</a:t>
            </a:r>
          </a:p>
          <a:p>
            <a:pPr marL="12700">
              <a:lnSpc>
                <a:spcPct val="100000"/>
              </a:lnSpc>
              <a:spcBef>
                <a:spcPts val="145"/>
              </a:spcBef>
            </a:pPr>
            <a:endParaRPr sz="1800">
              <a:latin typeface="Times New Roman" panose="02020603050405020304" pitchFamily="18" charset="0"/>
              <a:cs typeface="Times New Roman" panose="02020603050405020304" pitchFamily="18" charset="0"/>
            </a:endParaRPr>
          </a:p>
          <a:p>
            <a:pPr marL="12700" marR="2613660">
              <a:lnSpc>
                <a:spcPts val="1370"/>
              </a:lnSpc>
              <a:spcBef>
                <a:spcPts val="485"/>
              </a:spcBef>
            </a:pPr>
            <a:r>
              <a:rPr sz="1800" spc="-5" dirty="0">
                <a:solidFill>
                  <a:srgbClr val="0000CD"/>
                </a:solidFill>
                <a:latin typeface="Times New Roman" panose="02020603050405020304" pitchFamily="18" charset="0"/>
                <a:cs typeface="Times New Roman" panose="02020603050405020304" pitchFamily="18" charset="0"/>
                <a:sym typeface="+mn-ea"/>
              </a:rPr>
              <a:t>echo </a:t>
            </a:r>
            <a:r>
              <a:rPr sz="1800" dirty="0">
                <a:solidFill>
                  <a:srgbClr val="A32A2A"/>
                </a:solidFill>
                <a:latin typeface="Times New Roman" panose="02020603050405020304" pitchFamily="18" charset="0"/>
                <a:cs typeface="Times New Roman" panose="02020603050405020304" pitchFamily="18" charset="0"/>
                <a:sym typeface="+mn-ea"/>
              </a:rPr>
              <a:t>",</a:t>
            </a:r>
            <a:r>
              <a:rPr sz="1800" spc="-5" dirty="0">
                <a:solidFill>
                  <a:srgbClr val="A32A2A"/>
                </a:solidFill>
                <a:latin typeface="Times New Roman" panose="02020603050405020304" pitchFamily="18" charset="0"/>
                <a:cs typeface="Times New Roman" panose="02020603050405020304" pitchFamily="18" charset="0"/>
                <a:sym typeface="+mn-ea"/>
              </a:rPr>
              <a:t> and </a:t>
            </a:r>
            <a:r>
              <a:rPr sz="1800" spc="-10" dirty="0">
                <a:solidFill>
                  <a:srgbClr val="A32A2A"/>
                </a:solidFill>
                <a:latin typeface="Times New Roman" panose="02020603050405020304" pitchFamily="18" charset="0"/>
                <a:cs typeface="Times New Roman" panose="02020603050405020304" pitchFamily="18" charset="0"/>
                <a:sym typeface="+mn-ea"/>
              </a:rPr>
              <a:t>will</a:t>
            </a:r>
            <a:r>
              <a:rPr sz="1800" spc="10" dirty="0">
                <a:solidFill>
                  <a:srgbClr val="A32A2A"/>
                </a:solidFill>
                <a:latin typeface="Times New Roman" panose="02020603050405020304" pitchFamily="18" charset="0"/>
                <a:cs typeface="Times New Roman" panose="02020603050405020304" pitchFamily="18" charset="0"/>
                <a:sym typeface="+mn-ea"/>
              </a:rPr>
              <a:t> </a:t>
            </a:r>
            <a:r>
              <a:rPr sz="1800" spc="-10" dirty="0">
                <a:solidFill>
                  <a:srgbClr val="A32A2A"/>
                </a:solidFill>
                <a:latin typeface="Times New Roman" panose="02020603050405020304" pitchFamily="18" charset="0"/>
                <a:cs typeface="Times New Roman" panose="02020603050405020304" pitchFamily="18" charset="0"/>
                <a:sym typeface="+mn-ea"/>
              </a:rPr>
              <a:t>give</a:t>
            </a:r>
            <a:r>
              <a:rPr sz="1800" spc="5" dirty="0">
                <a:solidFill>
                  <a:srgbClr val="A32A2A"/>
                </a:solidFill>
                <a:latin typeface="Times New Roman" panose="02020603050405020304" pitchFamily="18" charset="0"/>
                <a:cs typeface="Times New Roman" panose="02020603050405020304" pitchFamily="18" charset="0"/>
                <a:sym typeface="+mn-ea"/>
              </a:rPr>
              <a:t> </a:t>
            </a:r>
            <a:r>
              <a:rPr sz="1800" spc="-5" dirty="0">
                <a:solidFill>
                  <a:srgbClr val="A32A2A"/>
                </a:solidFill>
                <a:latin typeface="Times New Roman" panose="02020603050405020304" pitchFamily="18" charset="0"/>
                <a:cs typeface="Times New Roman" panose="02020603050405020304" pitchFamily="18" charset="0"/>
                <a:sym typeface="+mn-ea"/>
              </a:rPr>
              <a:t>the </a:t>
            </a:r>
          </a:p>
          <a:p>
            <a:pPr marL="12700" marR="2613660">
              <a:lnSpc>
                <a:spcPts val="1370"/>
              </a:lnSpc>
              <a:spcBef>
                <a:spcPts val="485"/>
              </a:spcBef>
            </a:pPr>
            <a:endParaRPr sz="1800" spc="-5" dirty="0">
              <a:solidFill>
                <a:srgbClr val="A32A2A"/>
              </a:solidFill>
              <a:latin typeface="Times New Roman" panose="02020603050405020304" pitchFamily="18" charset="0"/>
              <a:cs typeface="Times New Roman" panose="02020603050405020304" pitchFamily="18" charset="0"/>
              <a:sym typeface="+mn-ea"/>
            </a:endParaRPr>
          </a:p>
          <a:p>
            <a:pPr marL="12700" marR="2613660">
              <a:lnSpc>
                <a:spcPts val="1370"/>
              </a:lnSpc>
              <a:spcBef>
                <a:spcPts val="485"/>
              </a:spcBef>
            </a:pPr>
            <a:r>
              <a:rPr sz="1800" spc="-5" dirty="0">
                <a:solidFill>
                  <a:srgbClr val="A32A2A"/>
                </a:solidFill>
                <a:latin typeface="Times New Roman" panose="02020603050405020304" pitchFamily="18" charset="0"/>
                <a:cs typeface="Times New Roman" panose="02020603050405020304" pitchFamily="18" charset="0"/>
                <a:sym typeface="+mn-ea"/>
              </a:rPr>
              <a:t>following</a:t>
            </a:r>
            <a:r>
              <a:rPr sz="1800" dirty="0">
                <a:solidFill>
                  <a:srgbClr val="A32A2A"/>
                </a:solidFill>
                <a:latin typeface="Times New Roman" panose="02020603050405020304" pitchFamily="18" charset="0"/>
                <a:cs typeface="Times New Roman" panose="02020603050405020304" pitchFamily="18" charset="0"/>
                <a:sym typeface="+mn-ea"/>
              </a:rPr>
              <a:t> message:&lt;/p&gt;"</a:t>
            </a:r>
            <a:r>
              <a:rPr sz="1800" dirty="0">
                <a:latin typeface="Times New Roman" panose="02020603050405020304" pitchFamily="18" charset="0"/>
                <a:cs typeface="Times New Roman" panose="02020603050405020304" pitchFamily="18" charset="0"/>
                <a:sym typeface="+mn-ea"/>
              </a:rPr>
              <a:t>; </a:t>
            </a:r>
          </a:p>
          <a:p>
            <a:pPr marL="12700" marR="2613660">
              <a:lnSpc>
                <a:spcPts val="1370"/>
              </a:lnSpc>
              <a:spcBef>
                <a:spcPts val="485"/>
              </a:spcBef>
            </a:pPr>
            <a:endParaRPr sz="1800" spc="-320" dirty="0">
              <a:latin typeface="Times New Roman" panose="02020603050405020304" pitchFamily="18" charset="0"/>
              <a:cs typeface="Times New Roman" panose="02020603050405020304" pitchFamily="18" charset="0"/>
              <a:sym typeface="+mn-ea"/>
            </a:endParaRPr>
          </a:p>
          <a:p>
            <a:pPr marL="12700" marR="2613660">
              <a:lnSpc>
                <a:spcPts val="1370"/>
              </a:lnSpc>
              <a:spcBef>
                <a:spcPts val="485"/>
              </a:spcBef>
            </a:pPr>
            <a:r>
              <a:rPr sz="1800" spc="-320" dirty="0">
                <a:latin typeface="Times New Roman" panose="02020603050405020304" pitchFamily="18" charset="0"/>
                <a:cs typeface="Times New Roman" panose="02020603050405020304" pitchFamily="18" charset="0"/>
                <a:sym typeface="+mn-ea"/>
              </a:rPr>
              <a:t> </a:t>
            </a:r>
            <a:r>
              <a:rPr sz="1800" dirty="0">
                <a:solidFill>
                  <a:srgbClr val="0000CD"/>
                </a:solidFill>
                <a:latin typeface="Times New Roman" panose="02020603050405020304" pitchFamily="18" charset="0"/>
                <a:cs typeface="Times New Roman" panose="02020603050405020304" pitchFamily="18" charset="0"/>
                <a:sym typeface="+mn-ea"/>
              </a:rPr>
              <a:t>if</a:t>
            </a:r>
            <a:r>
              <a:rPr sz="1800" spc="5" dirty="0">
                <a:solidFill>
                  <a:srgbClr val="0000CD"/>
                </a:solidFill>
                <a:latin typeface="Times New Roman" panose="02020603050405020304" pitchFamily="18" charset="0"/>
                <a:cs typeface="Times New Roman" panose="02020603050405020304" pitchFamily="18" charset="0"/>
                <a:sym typeface="+mn-ea"/>
              </a:rPr>
              <a:t> </a:t>
            </a:r>
            <a:r>
              <a:rPr sz="1800" spc="-5" dirty="0">
                <a:latin typeface="Times New Roman" panose="02020603050405020304" pitchFamily="18" charset="0"/>
                <a:cs typeface="Times New Roman" panose="02020603050405020304" pitchFamily="18" charset="0"/>
                <a:sym typeface="+mn-ea"/>
              </a:rPr>
              <a:t>($t</a:t>
            </a:r>
            <a:r>
              <a:rPr sz="1800" dirty="0">
                <a:latin typeface="Times New Roman" panose="02020603050405020304" pitchFamily="18" charset="0"/>
                <a:cs typeface="Times New Roman" panose="02020603050405020304" pitchFamily="18" charset="0"/>
                <a:sym typeface="+mn-ea"/>
              </a:rPr>
              <a:t> &lt;</a:t>
            </a:r>
            <a:r>
              <a:rPr sz="1800" spc="-5" dirty="0">
                <a:latin typeface="Times New Roman" panose="02020603050405020304" pitchFamily="18" charset="0"/>
                <a:cs typeface="Times New Roman" panose="02020603050405020304" pitchFamily="18" charset="0"/>
                <a:sym typeface="+mn-ea"/>
              </a:rPr>
              <a:t> </a:t>
            </a:r>
            <a:r>
              <a:rPr sz="1800" spc="-5" dirty="0">
                <a:solidFill>
                  <a:srgbClr val="A32A2A"/>
                </a:solidFill>
                <a:latin typeface="Times New Roman" panose="02020603050405020304" pitchFamily="18" charset="0"/>
                <a:cs typeface="Times New Roman" panose="02020603050405020304" pitchFamily="18" charset="0"/>
                <a:sym typeface="+mn-ea"/>
              </a:rPr>
              <a:t>"10"</a:t>
            </a:r>
            <a:r>
              <a:rPr sz="1800" spc="-5" dirty="0">
                <a:latin typeface="Times New Roman" panose="02020603050405020304" pitchFamily="18" charset="0"/>
                <a:cs typeface="Times New Roman" panose="02020603050405020304" pitchFamily="18" charset="0"/>
                <a:sym typeface="+mn-ea"/>
              </a:rPr>
              <a:t>) </a:t>
            </a:r>
            <a:r>
              <a:rPr sz="1800" dirty="0">
                <a:latin typeface="Times New Roman" panose="02020603050405020304" pitchFamily="18" charset="0"/>
                <a:cs typeface="Times New Roman" panose="02020603050405020304" pitchFamily="18" charset="0"/>
                <a:sym typeface="+mn-ea"/>
              </a:rPr>
              <a:t>{</a:t>
            </a:r>
          </a:p>
          <a:p>
            <a:pPr marL="12700" marR="2613660">
              <a:lnSpc>
                <a:spcPts val="1370"/>
              </a:lnSpc>
              <a:spcBef>
                <a:spcPts val="485"/>
              </a:spcBef>
            </a:pPr>
            <a:endParaRPr sz="1800">
              <a:latin typeface="Times New Roman" panose="02020603050405020304" pitchFamily="18" charset="0"/>
              <a:cs typeface="Times New Roman" panose="02020603050405020304" pitchFamily="18" charset="0"/>
            </a:endParaRPr>
          </a:p>
          <a:p>
            <a:pPr marL="182880">
              <a:lnSpc>
                <a:spcPts val="1410"/>
              </a:lnSpc>
              <a:spcBef>
                <a:spcPts val="300"/>
              </a:spcBef>
            </a:pPr>
            <a:r>
              <a:rPr sz="1800" spc="-5" dirty="0">
                <a:solidFill>
                  <a:srgbClr val="0000CD"/>
                </a:solidFill>
                <a:latin typeface="Times New Roman" panose="02020603050405020304" pitchFamily="18" charset="0"/>
                <a:cs typeface="Times New Roman" panose="02020603050405020304" pitchFamily="18" charset="0"/>
                <a:sym typeface="+mn-ea"/>
              </a:rPr>
              <a:t>echo</a:t>
            </a:r>
            <a:r>
              <a:rPr sz="1800" spc="-20" dirty="0">
                <a:solidFill>
                  <a:srgbClr val="0000CD"/>
                </a:solidFill>
                <a:latin typeface="Times New Roman" panose="02020603050405020304" pitchFamily="18" charset="0"/>
                <a:cs typeface="Times New Roman" panose="02020603050405020304" pitchFamily="18" charset="0"/>
                <a:sym typeface="+mn-ea"/>
              </a:rPr>
              <a:t> </a:t>
            </a:r>
            <a:r>
              <a:rPr sz="1800" spc="-5" dirty="0">
                <a:solidFill>
                  <a:srgbClr val="A32A2A"/>
                </a:solidFill>
                <a:latin typeface="Times New Roman" panose="02020603050405020304" pitchFamily="18" charset="0"/>
                <a:cs typeface="Times New Roman" panose="02020603050405020304" pitchFamily="18" charset="0"/>
                <a:sym typeface="+mn-ea"/>
              </a:rPr>
              <a:t>"Have</a:t>
            </a:r>
            <a:r>
              <a:rPr sz="1800" spc="-10" dirty="0">
                <a:solidFill>
                  <a:srgbClr val="A32A2A"/>
                </a:solidFill>
                <a:latin typeface="Times New Roman" panose="02020603050405020304" pitchFamily="18" charset="0"/>
                <a:cs typeface="Times New Roman" panose="02020603050405020304" pitchFamily="18" charset="0"/>
                <a:sym typeface="+mn-ea"/>
              </a:rPr>
              <a:t> </a:t>
            </a:r>
            <a:r>
              <a:rPr sz="1800" spc="-5" dirty="0">
                <a:solidFill>
                  <a:srgbClr val="A32A2A"/>
                </a:solidFill>
                <a:latin typeface="Times New Roman" panose="02020603050405020304" pitchFamily="18" charset="0"/>
                <a:cs typeface="Times New Roman" panose="02020603050405020304" pitchFamily="18" charset="0"/>
                <a:sym typeface="+mn-ea"/>
              </a:rPr>
              <a:t>a good</a:t>
            </a:r>
            <a:r>
              <a:rPr sz="1800" spc="-20" dirty="0">
                <a:solidFill>
                  <a:srgbClr val="A32A2A"/>
                </a:solidFill>
                <a:latin typeface="Times New Roman" panose="02020603050405020304" pitchFamily="18" charset="0"/>
                <a:cs typeface="Times New Roman" panose="02020603050405020304" pitchFamily="18" charset="0"/>
                <a:sym typeface="+mn-ea"/>
              </a:rPr>
              <a:t> </a:t>
            </a:r>
            <a:r>
              <a:rPr sz="1800" dirty="0">
                <a:solidFill>
                  <a:srgbClr val="A32A2A"/>
                </a:solidFill>
                <a:latin typeface="Times New Roman" panose="02020603050405020304" pitchFamily="18" charset="0"/>
                <a:cs typeface="Times New Roman" panose="02020603050405020304" pitchFamily="18" charset="0"/>
                <a:sym typeface="+mn-ea"/>
              </a:rPr>
              <a:t>morning!"</a:t>
            </a:r>
            <a:r>
              <a:rPr sz="1800" dirty="0">
                <a:latin typeface="Times New Roman" panose="02020603050405020304" pitchFamily="18" charset="0"/>
                <a:cs typeface="Times New Roman" panose="02020603050405020304" pitchFamily="18" charset="0"/>
                <a:sym typeface="+mn-ea"/>
              </a:rPr>
              <a:t>;</a:t>
            </a:r>
          </a:p>
          <a:p>
            <a:pPr marL="182880">
              <a:lnSpc>
                <a:spcPts val="1410"/>
              </a:lnSpc>
              <a:spcBef>
                <a:spcPts val="300"/>
              </a:spcBef>
            </a:pPr>
            <a:endParaRPr sz="1800">
              <a:latin typeface="Times New Roman" panose="02020603050405020304" pitchFamily="18" charset="0"/>
              <a:cs typeface="Times New Roman" panose="02020603050405020304" pitchFamily="18" charset="0"/>
            </a:endParaRPr>
          </a:p>
          <a:p>
            <a:pPr marL="12700">
              <a:lnSpc>
                <a:spcPts val="1410"/>
              </a:lnSpc>
            </a:pPr>
            <a:r>
              <a:rPr sz="1800" dirty="0">
                <a:latin typeface="Times New Roman" panose="02020603050405020304" pitchFamily="18" charset="0"/>
                <a:cs typeface="Times New Roman" panose="02020603050405020304" pitchFamily="18" charset="0"/>
                <a:sym typeface="+mn-ea"/>
              </a:rPr>
              <a:t>}</a:t>
            </a:r>
            <a:r>
              <a:rPr sz="1800" spc="-15" dirty="0">
                <a:latin typeface="Times New Roman" panose="02020603050405020304" pitchFamily="18" charset="0"/>
                <a:cs typeface="Times New Roman" panose="02020603050405020304" pitchFamily="18" charset="0"/>
                <a:sym typeface="+mn-ea"/>
              </a:rPr>
              <a:t> </a:t>
            </a:r>
            <a:r>
              <a:rPr sz="1800" spc="-5" dirty="0">
                <a:solidFill>
                  <a:srgbClr val="0000CD"/>
                </a:solidFill>
                <a:latin typeface="Times New Roman" panose="02020603050405020304" pitchFamily="18" charset="0"/>
                <a:cs typeface="Times New Roman" panose="02020603050405020304" pitchFamily="18" charset="0"/>
                <a:sym typeface="+mn-ea"/>
              </a:rPr>
              <a:t>elseif </a:t>
            </a:r>
            <a:r>
              <a:rPr sz="1800" dirty="0">
                <a:latin typeface="Times New Roman" panose="02020603050405020304" pitchFamily="18" charset="0"/>
                <a:cs typeface="Times New Roman" panose="02020603050405020304" pitchFamily="18" charset="0"/>
                <a:sym typeface="+mn-ea"/>
              </a:rPr>
              <a:t>($t</a:t>
            </a:r>
            <a:r>
              <a:rPr sz="1800" spc="-5" dirty="0">
                <a:latin typeface="Times New Roman" panose="02020603050405020304" pitchFamily="18" charset="0"/>
                <a:cs typeface="Times New Roman" panose="02020603050405020304" pitchFamily="18" charset="0"/>
                <a:sym typeface="+mn-ea"/>
              </a:rPr>
              <a:t> </a:t>
            </a:r>
            <a:r>
              <a:rPr sz="1800" dirty="0">
                <a:latin typeface="Times New Roman" panose="02020603050405020304" pitchFamily="18" charset="0"/>
                <a:cs typeface="Times New Roman" panose="02020603050405020304" pitchFamily="18" charset="0"/>
                <a:sym typeface="+mn-ea"/>
              </a:rPr>
              <a:t>&lt;</a:t>
            </a:r>
            <a:r>
              <a:rPr sz="1800" spc="-15" dirty="0">
                <a:latin typeface="Times New Roman" panose="02020603050405020304" pitchFamily="18" charset="0"/>
                <a:cs typeface="Times New Roman" panose="02020603050405020304" pitchFamily="18" charset="0"/>
                <a:sym typeface="+mn-ea"/>
              </a:rPr>
              <a:t> </a:t>
            </a:r>
            <a:r>
              <a:rPr sz="1800" spc="-5" dirty="0">
                <a:solidFill>
                  <a:srgbClr val="A32A2A"/>
                </a:solidFill>
                <a:latin typeface="Times New Roman" panose="02020603050405020304" pitchFamily="18" charset="0"/>
                <a:cs typeface="Times New Roman" panose="02020603050405020304" pitchFamily="18" charset="0"/>
                <a:sym typeface="+mn-ea"/>
              </a:rPr>
              <a:t>"20"</a:t>
            </a:r>
            <a:r>
              <a:rPr sz="1800" spc="-5" dirty="0">
                <a:latin typeface="Times New Roman" panose="02020603050405020304" pitchFamily="18" charset="0"/>
                <a:cs typeface="Times New Roman" panose="02020603050405020304" pitchFamily="18" charset="0"/>
                <a:sym typeface="+mn-ea"/>
              </a:rPr>
              <a:t>)</a:t>
            </a:r>
            <a:r>
              <a:rPr sz="1800" spc="-10" dirty="0">
                <a:latin typeface="Times New Roman" panose="02020603050405020304" pitchFamily="18" charset="0"/>
                <a:cs typeface="Times New Roman" panose="02020603050405020304" pitchFamily="18" charset="0"/>
                <a:sym typeface="+mn-ea"/>
              </a:rPr>
              <a:t> </a:t>
            </a:r>
            <a:r>
              <a:rPr sz="1800" dirty="0">
                <a:latin typeface="Times New Roman" panose="02020603050405020304" pitchFamily="18" charset="0"/>
                <a:cs typeface="Times New Roman" panose="02020603050405020304" pitchFamily="18" charset="0"/>
                <a:sym typeface="+mn-ea"/>
              </a:rPr>
              <a:t>{</a:t>
            </a:r>
            <a:endParaRPr sz="1800">
              <a:latin typeface="Times New Roman" panose="02020603050405020304" pitchFamily="18" charset="0"/>
              <a:cs typeface="Times New Roman" panose="02020603050405020304" pitchFamily="18" charset="0"/>
            </a:endParaRPr>
          </a:p>
          <a:p>
            <a:pPr marL="177165">
              <a:lnSpc>
                <a:spcPct val="100000"/>
              </a:lnSpc>
              <a:spcBef>
                <a:spcPts val="170"/>
              </a:spcBef>
            </a:pPr>
            <a:r>
              <a:rPr sz="1800" spc="-5" dirty="0">
                <a:solidFill>
                  <a:srgbClr val="0000CD"/>
                </a:solidFill>
                <a:latin typeface="Times New Roman" panose="02020603050405020304" pitchFamily="18" charset="0"/>
                <a:cs typeface="Times New Roman" panose="02020603050405020304" pitchFamily="18" charset="0"/>
                <a:sym typeface="+mn-ea"/>
              </a:rPr>
              <a:t>echo</a:t>
            </a:r>
            <a:r>
              <a:rPr sz="1800" spc="-15" dirty="0">
                <a:solidFill>
                  <a:srgbClr val="0000CD"/>
                </a:solidFill>
                <a:latin typeface="Times New Roman" panose="02020603050405020304" pitchFamily="18" charset="0"/>
                <a:cs typeface="Times New Roman" panose="02020603050405020304" pitchFamily="18" charset="0"/>
                <a:sym typeface="+mn-ea"/>
              </a:rPr>
              <a:t> </a:t>
            </a:r>
            <a:r>
              <a:rPr sz="1800" spc="-5" dirty="0">
                <a:solidFill>
                  <a:srgbClr val="A32A2A"/>
                </a:solidFill>
                <a:latin typeface="Times New Roman" panose="02020603050405020304" pitchFamily="18" charset="0"/>
                <a:cs typeface="Times New Roman" panose="02020603050405020304" pitchFamily="18" charset="0"/>
                <a:sym typeface="+mn-ea"/>
              </a:rPr>
              <a:t>"Have</a:t>
            </a:r>
            <a:r>
              <a:rPr sz="1800" spc="-10" dirty="0">
                <a:solidFill>
                  <a:srgbClr val="A32A2A"/>
                </a:solidFill>
                <a:latin typeface="Times New Roman" panose="02020603050405020304" pitchFamily="18" charset="0"/>
                <a:cs typeface="Times New Roman" panose="02020603050405020304" pitchFamily="18" charset="0"/>
                <a:sym typeface="+mn-ea"/>
              </a:rPr>
              <a:t> </a:t>
            </a:r>
            <a:r>
              <a:rPr sz="1800" spc="-5" dirty="0">
                <a:solidFill>
                  <a:srgbClr val="A32A2A"/>
                </a:solidFill>
                <a:latin typeface="Times New Roman" panose="02020603050405020304" pitchFamily="18" charset="0"/>
                <a:cs typeface="Times New Roman" panose="02020603050405020304" pitchFamily="18" charset="0"/>
                <a:sym typeface="+mn-ea"/>
              </a:rPr>
              <a:t>a</a:t>
            </a:r>
            <a:r>
              <a:rPr sz="1800" dirty="0">
                <a:solidFill>
                  <a:srgbClr val="A32A2A"/>
                </a:solidFill>
                <a:latin typeface="Times New Roman" panose="02020603050405020304" pitchFamily="18" charset="0"/>
                <a:cs typeface="Times New Roman" panose="02020603050405020304" pitchFamily="18" charset="0"/>
                <a:sym typeface="+mn-ea"/>
              </a:rPr>
              <a:t> </a:t>
            </a:r>
            <a:r>
              <a:rPr sz="1800" spc="-5" dirty="0">
                <a:solidFill>
                  <a:srgbClr val="A32A2A"/>
                </a:solidFill>
                <a:latin typeface="Times New Roman" panose="02020603050405020304" pitchFamily="18" charset="0"/>
                <a:cs typeface="Times New Roman" panose="02020603050405020304" pitchFamily="18" charset="0"/>
                <a:sym typeface="+mn-ea"/>
              </a:rPr>
              <a:t>good</a:t>
            </a:r>
            <a:r>
              <a:rPr sz="1800" spc="-10" dirty="0">
                <a:solidFill>
                  <a:srgbClr val="A32A2A"/>
                </a:solidFill>
                <a:latin typeface="Times New Roman" panose="02020603050405020304" pitchFamily="18" charset="0"/>
                <a:cs typeface="Times New Roman" panose="02020603050405020304" pitchFamily="18" charset="0"/>
                <a:sym typeface="+mn-ea"/>
              </a:rPr>
              <a:t> </a:t>
            </a:r>
            <a:r>
              <a:rPr sz="1800" spc="-5" dirty="0">
                <a:solidFill>
                  <a:srgbClr val="A32A2A"/>
                </a:solidFill>
                <a:latin typeface="Times New Roman" panose="02020603050405020304" pitchFamily="18" charset="0"/>
                <a:cs typeface="Times New Roman" panose="02020603050405020304" pitchFamily="18" charset="0"/>
                <a:sym typeface="+mn-ea"/>
              </a:rPr>
              <a:t>day!"</a:t>
            </a:r>
            <a:r>
              <a:rPr sz="1800" spc="-5" dirty="0">
                <a:latin typeface="Times New Roman" panose="02020603050405020304" pitchFamily="18" charset="0"/>
                <a:cs typeface="Times New Roman" panose="02020603050405020304" pitchFamily="18" charset="0"/>
                <a:sym typeface="+mn-ea"/>
              </a:rPr>
              <a:t>;</a:t>
            </a:r>
          </a:p>
          <a:p>
            <a:pPr marL="12700">
              <a:lnSpc>
                <a:spcPct val="100000"/>
              </a:lnSpc>
              <a:spcBef>
                <a:spcPts val="245"/>
              </a:spcBef>
            </a:pPr>
            <a:r>
              <a:rPr sz="1800" dirty="0">
                <a:latin typeface="Arial MT"/>
                <a:cs typeface="Arial MT"/>
                <a:sym typeface="+mn-ea"/>
              </a:rPr>
              <a:t>}</a:t>
            </a:r>
            <a:r>
              <a:rPr sz="1800" spc="-30" dirty="0">
                <a:latin typeface="Arial MT"/>
                <a:cs typeface="Arial MT"/>
                <a:sym typeface="+mn-ea"/>
              </a:rPr>
              <a:t> </a:t>
            </a:r>
            <a:r>
              <a:rPr sz="1800" spc="-5" dirty="0">
                <a:solidFill>
                  <a:srgbClr val="0000CD"/>
                </a:solidFill>
                <a:latin typeface="Arial MT"/>
                <a:cs typeface="Arial MT"/>
                <a:sym typeface="+mn-ea"/>
              </a:rPr>
              <a:t>else</a:t>
            </a:r>
            <a:r>
              <a:rPr sz="1800" spc="-25" dirty="0">
                <a:solidFill>
                  <a:srgbClr val="0000CD"/>
                </a:solidFill>
                <a:latin typeface="Arial MT"/>
                <a:cs typeface="Arial MT"/>
                <a:sym typeface="+mn-ea"/>
              </a:rPr>
              <a:t> </a:t>
            </a:r>
            <a:r>
              <a:rPr sz="1800" dirty="0">
                <a:latin typeface="Arial MT"/>
                <a:cs typeface="Arial MT"/>
                <a:sym typeface="+mn-ea"/>
              </a:rPr>
              <a:t>{</a:t>
            </a:r>
            <a:endParaRPr sz="1800">
              <a:latin typeface="Arial MT"/>
              <a:cs typeface="Arial MT"/>
            </a:endParaRPr>
          </a:p>
          <a:p>
            <a:pPr marL="177165">
              <a:lnSpc>
                <a:spcPct val="100000"/>
              </a:lnSpc>
              <a:spcBef>
                <a:spcPts val="140"/>
              </a:spcBef>
            </a:pPr>
            <a:r>
              <a:rPr sz="1800" spc="-5" dirty="0">
                <a:solidFill>
                  <a:srgbClr val="0000CD"/>
                </a:solidFill>
                <a:latin typeface="Arial MT"/>
                <a:cs typeface="Arial MT"/>
                <a:sym typeface="+mn-ea"/>
              </a:rPr>
              <a:t>echo</a:t>
            </a:r>
            <a:r>
              <a:rPr sz="1800" spc="-20" dirty="0">
                <a:solidFill>
                  <a:srgbClr val="0000CD"/>
                </a:solidFill>
                <a:latin typeface="Arial MT"/>
                <a:cs typeface="Arial MT"/>
                <a:sym typeface="+mn-ea"/>
              </a:rPr>
              <a:t> </a:t>
            </a:r>
            <a:r>
              <a:rPr sz="1800" spc="-5" dirty="0">
                <a:solidFill>
                  <a:srgbClr val="A32A2A"/>
                </a:solidFill>
                <a:latin typeface="Arial MT"/>
                <a:cs typeface="Arial MT"/>
                <a:sym typeface="+mn-ea"/>
              </a:rPr>
              <a:t>"Have</a:t>
            </a:r>
            <a:r>
              <a:rPr sz="1800" spc="-10" dirty="0">
                <a:solidFill>
                  <a:srgbClr val="A32A2A"/>
                </a:solidFill>
                <a:latin typeface="Arial MT"/>
                <a:cs typeface="Arial MT"/>
                <a:sym typeface="+mn-ea"/>
              </a:rPr>
              <a:t> </a:t>
            </a:r>
            <a:r>
              <a:rPr sz="1800" spc="-5" dirty="0">
                <a:solidFill>
                  <a:srgbClr val="A32A2A"/>
                </a:solidFill>
                <a:latin typeface="Arial MT"/>
                <a:cs typeface="Arial MT"/>
                <a:sym typeface="+mn-ea"/>
              </a:rPr>
              <a:t>a good</a:t>
            </a:r>
            <a:r>
              <a:rPr sz="1800" spc="-10" dirty="0">
                <a:solidFill>
                  <a:srgbClr val="A32A2A"/>
                </a:solidFill>
                <a:latin typeface="Arial MT"/>
                <a:cs typeface="Arial MT"/>
                <a:sym typeface="+mn-ea"/>
              </a:rPr>
              <a:t> </a:t>
            </a:r>
            <a:r>
              <a:rPr sz="1800" dirty="0">
                <a:solidFill>
                  <a:srgbClr val="A32A2A"/>
                </a:solidFill>
                <a:latin typeface="Arial MT"/>
                <a:cs typeface="Arial MT"/>
                <a:sym typeface="+mn-ea"/>
              </a:rPr>
              <a:t>night!"</a:t>
            </a:r>
            <a:r>
              <a:rPr sz="1800" dirty="0">
                <a:latin typeface="Arial MT"/>
                <a:cs typeface="Arial MT"/>
                <a:sym typeface="+mn-ea"/>
              </a:rPr>
              <a:t>;</a:t>
            </a:r>
            <a:endParaRPr sz="1800">
              <a:latin typeface="Arial MT"/>
              <a:cs typeface="Arial MT"/>
            </a:endParaRPr>
          </a:p>
          <a:p>
            <a:pPr marL="12700">
              <a:lnSpc>
                <a:spcPct val="100000"/>
              </a:lnSpc>
              <a:spcBef>
                <a:spcPts val="145"/>
              </a:spcBef>
            </a:pPr>
            <a:r>
              <a:rPr sz="1800" dirty="0">
                <a:latin typeface="Arial MT"/>
                <a:cs typeface="Arial MT"/>
                <a:sym typeface="+mn-ea"/>
              </a:rPr>
              <a:t>}</a:t>
            </a:r>
            <a:endParaRPr sz="1800">
              <a:latin typeface="Arial MT"/>
              <a:cs typeface="Arial MT"/>
            </a:endParaRPr>
          </a:p>
          <a:p>
            <a:pPr marL="12700">
              <a:lnSpc>
                <a:spcPct val="100000"/>
              </a:lnSpc>
              <a:spcBef>
                <a:spcPts val="435"/>
              </a:spcBef>
            </a:pPr>
            <a:r>
              <a:rPr sz="1800" spc="-5" dirty="0">
                <a:solidFill>
                  <a:srgbClr val="FF0000"/>
                </a:solidFill>
                <a:latin typeface="Arial MT"/>
                <a:cs typeface="Arial MT"/>
                <a:sym typeface="+mn-ea"/>
              </a:rPr>
              <a:t>?&gt;</a:t>
            </a:r>
            <a:endParaRPr sz="1800">
              <a:latin typeface="Arial MT"/>
              <a:cs typeface="Arial MT"/>
            </a:endParaRPr>
          </a:p>
          <a:p>
            <a:pPr marL="12700">
              <a:lnSpc>
                <a:spcPct val="100000"/>
              </a:lnSpc>
              <a:spcBef>
                <a:spcPts val="20"/>
              </a:spcBef>
            </a:pPr>
            <a:r>
              <a:rPr sz="1800" spc="-5" dirty="0">
                <a:solidFill>
                  <a:srgbClr val="0000CD"/>
                </a:solidFill>
                <a:latin typeface="Arial MT"/>
                <a:cs typeface="Arial MT"/>
                <a:sym typeface="+mn-ea"/>
              </a:rPr>
              <a:t>&lt;</a:t>
            </a:r>
            <a:r>
              <a:rPr sz="1800" spc="-5" dirty="0">
                <a:solidFill>
                  <a:srgbClr val="A32A2A"/>
                </a:solidFill>
                <a:latin typeface="Arial MT"/>
                <a:cs typeface="Arial MT"/>
                <a:sym typeface="+mn-ea"/>
              </a:rPr>
              <a:t>/body</a:t>
            </a:r>
            <a:r>
              <a:rPr sz="1800" spc="-5" dirty="0">
                <a:solidFill>
                  <a:srgbClr val="0000CD"/>
                </a:solidFill>
                <a:latin typeface="Arial MT"/>
                <a:cs typeface="Arial MT"/>
                <a:sym typeface="+mn-ea"/>
              </a:rPr>
              <a:t>&gt;</a:t>
            </a:r>
            <a:endParaRPr sz="1800">
              <a:latin typeface="Arial MT"/>
              <a:cs typeface="Arial MT"/>
            </a:endParaRPr>
          </a:p>
          <a:p>
            <a:pPr marL="12700">
              <a:lnSpc>
                <a:spcPct val="100000"/>
              </a:lnSpc>
            </a:pPr>
            <a:r>
              <a:rPr sz="1800" dirty="0">
                <a:solidFill>
                  <a:srgbClr val="0000CD"/>
                </a:solidFill>
                <a:latin typeface="Arial MT"/>
                <a:cs typeface="Arial MT"/>
                <a:sym typeface="+mn-ea"/>
              </a:rPr>
              <a:t>&lt;</a:t>
            </a:r>
            <a:r>
              <a:rPr sz="1800" dirty="0">
                <a:solidFill>
                  <a:srgbClr val="A32A2A"/>
                </a:solidFill>
                <a:latin typeface="Arial MT"/>
                <a:cs typeface="Arial MT"/>
                <a:sym typeface="+mn-ea"/>
              </a:rPr>
              <a:t>/html</a:t>
            </a:r>
            <a:r>
              <a:rPr sz="1800" dirty="0">
                <a:solidFill>
                  <a:srgbClr val="0000CD"/>
                </a:solidFill>
                <a:latin typeface="Arial MT"/>
                <a:cs typeface="Arial MT"/>
                <a:sym typeface="+mn-ea"/>
              </a:rPr>
              <a:t>&gt;</a:t>
            </a:r>
            <a:endParaRPr sz="1800">
              <a:latin typeface="Arial MT"/>
              <a:cs typeface="Arial MT"/>
            </a:endParaRPr>
          </a:p>
          <a:p>
            <a:pPr marL="12700">
              <a:lnSpc>
                <a:spcPct val="100000"/>
              </a:lnSpc>
              <a:spcBef>
                <a:spcPts val="1140"/>
              </a:spcBef>
            </a:pPr>
            <a:r>
              <a:rPr sz="1800" b="1" dirty="0">
                <a:latin typeface="Arial" panose="020B0604020202020204"/>
                <a:cs typeface="Arial" panose="020B0604020202020204"/>
                <a:sym typeface="+mn-ea"/>
              </a:rPr>
              <a:t>OUTPUT:</a:t>
            </a:r>
            <a:endParaRPr sz="1800">
              <a:latin typeface="Arial" panose="020B0604020202020204"/>
              <a:cs typeface="Arial" panose="020B0604020202020204"/>
            </a:endParaRPr>
          </a:p>
          <a:p>
            <a:pPr marL="12700" marR="478790">
              <a:lnSpc>
                <a:spcPct val="194000"/>
              </a:lnSpc>
              <a:spcBef>
                <a:spcPts val="205"/>
              </a:spcBef>
            </a:pPr>
            <a:r>
              <a:rPr sz="1000" spc="-5" dirty="0">
                <a:latin typeface="Times New Roman" panose="02020603050405020304" pitchFamily="18" charset="0"/>
                <a:cs typeface="Times New Roman" panose="02020603050405020304" pitchFamily="18" charset="0"/>
                <a:sym typeface="+mn-ea"/>
              </a:rPr>
              <a:t> </a:t>
            </a:r>
            <a:r>
              <a:rPr sz="1000" spc="-320" dirty="0">
                <a:latin typeface="Times New Roman" panose="02020603050405020304" pitchFamily="18" charset="0"/>
                <a:cs typeface="Times New Roman" panose="02020603050405020304" pitchFamily="18" charset="0"/>
                <a:sym typeface="+mn-ea"/>
              </a:rPr>
              <a:t> </a:t>
            </a:r>
            <a:r>
              <a:rPr sz="1000" spc="-5" dirty="0">
                <a:latin typeface="Times New Roman" panose="02020603050405020304" pitchFamily="18" charset="0"/>
                <a:cs typeface="Times New Roman" panose="02020603050405020304" pitchFamily="18" charset="0"/>
                <a:sym typeface="+mn-ea"/>
              </a:rPr>
              <a:t>Have a</a:t>
            </a:r>
            <a:r>
              <a:rPr sz="1000" spc="5" dirty="0">
                <a:latin typeface="Times New Roman" panose="02020603050405020304" pitchFamily="18" charset="0"/>
                <a:cs typeface="Times New Roman" panose="02020603050405020304" pitchFamily="18" charset="0"/>
                <a:sym typeface="+mn-ea"/>
              </a:rPr>
              <a:t> </a:t>
            </a:r>
            <a:r>
              <a:rPr sz="1000" spc="-5" dirty="0">
                <a:latin typeface="Times New Roman" panose="02020603050405020304" pitchFamily="18" charset="0"/>
                <a:cs typeface="Times New Roman" panose="02020603050405020304" pitchFamily="18" charset="0"/>
                <a:sym typeface="+mn-ea"/>
              </a:rPr>
              <a:t>good</a:t>
            </a:r>
            <a:r>
              <a:rPr sz="1000" spc="-10" dirty="0">
                <a:latin typeface="Times New Roman" panose="02020603050405020304" pitchFamily="18" charset="0"/>
                <a:cs typeface="Times New Roman" panose="02020603050405020304" pitchFamily="18" charset="0"/>
                <a:sym typeface="+mn-ea"/>
              </a:rPr>
              <a:t> </a:t>
            </a:r>
            <a:r>
              <a:rPr sz="1000" spc="-5" dirty="0">
                <a:latin typeface="Times New Roman" panose="02020603050405020304" pitchFamily="18" charset="0"/>
                <a:cs typeface="Times New Roman" panose="02020603050405020304" pitchFamily="18" charset="0"/>
                <a:sym typeface="+mn-ea"/>
              </a:rPr>
              <a:t>morning!</a:t>
            </a:r>
            <a:endParaRPr sz="1000">
              <a:latin typeface="Times New Roman" panose="02020603050405020304" pitchFamily="18" charset="0"/>
              <a:cs typeface="Times New Roman" panose="02020603050405020304" pitchFamily="18" charset="0"/>
            </a:endParaRPr>
          </a:p>
          <a:p>
            <a:pPr marL="177165">
              <a:lnSpc>
                <a:spcPct val="100000"/>
              </a:lnSpc>
              <a:spcBef>
                <a:spcPts val="170"/>
              </a:spcBef>
            </a:pPr>
            <a:endParaRPr lang="en-US" sz="1000" spc="-5" dirty="0">
              <a:latin typeface="Times New Roman" panose="02020603050405020304" pitchFamily="18" charset="0"/>
              <a:cs typeface="Times New Roman" panose="02020603050405020304" pitchFamily="18" charset="0"/>
              <a:sym typeface="+mn-ea"/>
            </a:endParaRPr>
          </a:p>
        </p:txBody>
      </p:sp>
      <p:sp>
        <p:nvSpPr>
          <p:cNvPr id="4" name="Slide Number Placeholder 3">
            <a:extLst>
              <a:ext uri="{FF2B5EF4-FFF2-40B4-BE49-F238E27FC236}">
                <a16:creationId xmlns:a16="http://schemas.microsoft.com/office/drawing/2014/main" xmlns="" id="{41591C47-305F-6790-CDD1-3544A2838729}"/>
              </a:ext>
            </a:extLst>
          </p:cNvPr>
          <p:cNvSpPr>
            <a:spLocks noGrp="1"/>
          </p:cNvSpPr>
          <p:nvPr>
            <p:ph type="sldNum" idx="4"/>
          </p:nvPr>
        </p:nvSpPr>
        <p:spPr/>
        <p:txBody>
          <a:bodyPr/>
          <a:lstStyle/>
          <a:p>
            <a:pPr algn="r">
              <a:buNone/>
            </a:pPr>
            <a:fld id="{9A0DB2DC-4C9A-4742-B13C-FB6460FD3503}" type="slidenum">
              <a:rPr lang="en-GB" altLang="en-US" smtClean="0"/>
              <a:pPr algn="r">
                <a:buNone/>
              </a:pPr>
              <a:t>47</a:t>
            </a:fld>
            <a:endParaRPr lang="en-GB"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0" i="0" dirty="0">
                <a:solidFill>
                  <a:schemeClr val="tx1"/>
                </a:solidFill>
                <a:highlight>
                  <a:srgbClr val="00FF00"/>
                </a:highlight>
                <a:latin typeface="Times New Roman" panose="02020603050405020304" pitchFamily="18" charset="0"/>
                <a:cs typeface="Times New Roman" panose="02020603050405020304" pitchFamily="18" charset="0"/>
                <a:sym typeface="+mn-ea"/>
              </a:rPr>
              <a:t>The</a:t>
            </a:r>
            <a:r>
              <a:rPr b="0" i="0" spc="-25" dirty="0">
                <a:solidFill>
                  <a:schemeClr val="tx1"/>
                </a:solidFill>
                <a:highlight>
                  <a:srgbClr val="00FF00"/>
                </a:highlight>
                <a:latin typeface="Times New Roman" panose="02020603050405020304" pitchFamily="18" charset="0"/>
                <a:cs typeface="Times New Roman" panose="02020603050405020304" pitchFamily="18" charset="0"/>
                <a:sym typeface="+mn-ea"/>
              </a:rPr>
              <a:t> </a:t>
            </a:r>
            <a:r>
              <a:rPr b="0" i="0" dirty="0">
                <a:solidFill>
                  <a:schemeClr val="tx1"/>
                </a:solidFill>
                <a:highlight>
                  <a:srgbClr val="00FF00"/>
                </a:highlight>
                <a:latin typeface="Times New Roman" panose="02020603050405020304" pitchFamily="18" charset="0"/>
                <a:cs typeface="Times New Roman" panose="02020603050405020304" pitchFamily="18" charset="0"/>
                <a:sym typeface="+mn-ea"/>
              </a:rPr>
              <a:t>switch</a:t>
            </a:r>
            <a:r>
              <a:rPr b="0" i="0" spc="-35" dirty="0">
                <a:solidFill>
                  <a:schemeClr val="tx1"/>
                </a:solidFill>
                <a:highlight>
                  <a:srgbClr val="00FF00"/>
                </a:highlight>
                <a:latin typeface="Times New Roman" panose="02020603050405020304" pitchFamily="18" charset="0"/>
                <a:cs typeface="Times New Roman" panose="02020603050405020304" pitchFamily="18" charset="0"/>
                <a:sym typeface="+mn-ea"/>
              </a:rPr>
              <a:t> </a:t>
            </a:r>
            <a:r>
              <a:rPr b="0" i="0" spc="-5" dirty="0">
                <a:solidFill>
                  <a:schemeClr val="tx1"/>
                </a:solidFill>
                <a:highlight>
                  <a:srgbClr val="00FF00"/>
                </a:highlight>
                <a:latin typeface="Times New Roman" panose="02020603050405020304" pitchFamily="18" charset="0"/>
                <a:cs typeface="Times New Roman" panose="02020603050405020304" pitchFamily="18" charset="0"/>
                <a:sym typeface="+mn-ea"/>
              </a:rPr>
              <a:t>Statement</a:t>
            </a:r>
            <a:r>
              <a:rPr sz="1800" b="0" i="0">
                <a:solidFill>
                  <a:schemeClr val="tx1"/>
                </a:solidFill>
                <a:latin typeface="Times New Roman" panose="02020603050405020304" pitchFamily="18" charset="0"/>
                <a:cs typeface="Times New Roman" panose="02020603050405020304" pitchFamily="18" charset="0"/>
              </a:rPr>
              <a:t/>
            </a:r>
            <a:br>
              <a:rPr sz="1800" b="0" i="0">
                <a:solidFill>
                  <a:schemeClr val="tx1"/>
                </a:solidFill>
                <a:latin typeface="Times New Roman" panose="02020603050405020304" pitchFamily="18" charset="0"/>
                <a:cs typeface="Times New Roman" panose="02020603050405020304" pitchFamily="18" charset="0"/>
              </a:rPr>
            </a:br>
            <a:r>
              <a:rPr sz="1800" b="0" i="0">
                <a:solidFill>
                  <a:schemeClr val="tx1"/>
                </a:solidFill>
                <a:latin typeface="Times New Roman" panose="02020603050405020304" pitchFamily="18" charset="0"/>
                <a:cs typeface="Times New Roman" panose="02020603050405020304" pitchFamily="18" charset="0"/>
              </a:rPr>
              <a:t/>
            </a:r>
            <a:br>
              <a:rPr sz="1800" b="0" i="0">
                <a:solidFill>
                  <a:schemeClr val="tx1"/>
                </a:solidFill>
                <a:latin typeface="Times New Roman" panose="02020603050405020304" pitchFamily="18" charset="0"/>
                <a:cs typeface="Times New Roman" panose="02020603050405020304" pitchFamily="18" charset="0"/>
              </a:rPr>
            </a:br>
            <a:r>
              <a:rPr sz="1800" b="0" i="0" spc="-5" dirty="0">
                <a:solidFill>
                  <a:schemeClr val="tx1"/>
                </a:solidFill>
                <a:latin typeface="Times New Roman" panose="02020603050405020304" pitchFamily="18" charset="0"/>
                <a:cs typeface="Times New Roman" panose="02020603050405020304" pitchFamily="18" charset="0"/>
                <a:sym typeface="+mn-ea"/>
              </a:rPr>
              <a:t>The</a:t>
            </a:r>
            <a:r>
              <a:rPr sz="1800" b="0" i="0" spc="5" dirty="0">
                <a:solidFill>
                  <a:schemeClr val="tx1"/>
                </a:solidFill>
                <a:latin typeface="Times New Roman" panose="02020603050405020304" pitchFamily="18" charset="0"/>
                <a:cs typeface="Times New Roman" panose="02020603050405020304" pitchFamily="18" charset="0"/>
                <a:sym typeface="+mn-ea"/>
              </a:rPr>
              <a:t> </a:t>
            </a:r>
            <a:r>
              <a:rPr sz="1800" b="0" i="0" spc="-5" dirty="0">
                <a:solidFill>
                  <a:schemeClr val="tx1"/>
                </a:solidFill>
                <a:latin typeface="Times New Roman" panose="02020603050405020304" pitchFamily="18" charset="0"/>
                <a:cs typeface="Times New Roman" panose="02020603050405020304" pitchFamily="18" charset="0"/>
                <a:sym typeface="+mn-ea"/>
              </a:rPr>
              <a:t>switch</a:t>
            </a:r>
            <a:r>
              <a:rPr sz="1800" b="0" i="0" spc="10" dirty="0">
                <a:solidFill>
                  <a:schemeClr val="tx1"/>
                </a:solidFill>
                <a:latin typeface="Times New Roman" panose="02020603050405020304" pitchFamily="18" charset="0"/>
                <a:cs typeface="Times New Roman" panose="02020603050405020304" pitchFamily="18" charset="0"/>
                <a:sym typeface="+mn-ea"/>
              </a:rPr>
              <a:t> </a:t>
            </a:r>
            <a:r>
              <a:rPr sz="1800" b="0" i="0" spc="-5" dirty="0">
                <a:solidFill>
                  <a:schemeClr val="tx1"/>
                </a:solidFill>
                <a:latin typeface="Times New Roman" panose="02020603050405020304" pitchFamily="18" charset="0"/>
                <a:cs typeface="Times New Roman" panose="02020603050405020304" pitchFamily="18" charset="0"/>
                <a:sym typeface="+mn-ea"/>
              </a:rPr>
              <a:t>statement</a:t>
            </a:r>
            <a:r>
              <a:rPr sz="1800" b="0" i="0" spc="5" dirty="0">
                <a:solidFill>
                  <a:schemeClr val="tx1"/>
                </a:solidFill>
                <a:latin typeface="Times New Roman" panose="02020603050405020304" pitchFamily="18" charset="0"/>
                <a:cs typeface="Times New Roman" panose="02020603050405020304" pitchFamily="18" charset="0"/>
                <a:sym typeface="+mn-ea"/>
              </a:rPr>
              <a:t> </a:t>
            </a:r>
            <a:r>
              <a:rPr sz="1800" b="0" i="0" spc="-10" dirty="0">
                <a:solidFill>
                  <a:schemeClr val="tx1"/>
                </a:solidFill>
                <a:latin typeface="Times New Roman" panose="02020603050405020304" pitchFamily="18" charset="0"/>
                <a:cs typeface="Times New Roman" panose="02020603050405020304" pitchFamily="18" charset="0"/>
                <a:sym typeface="+mn-ea"/>
              </a:rPr>
              <a:t>is</a:t>
            </a:r>
            <a:r>
              <a:rPr sz="1800" b="0" i="0" spc="5" dirty="0">
                <a:solidFill>
                  <a:schemeClr val="tx1"/>
                </a:solidFill>
                <a:latin typeface="Times New Roman" panose="02020603050405020304" pitchFamily="18" charset="0"/>
                <a:cs typeface="Times New Roman" panose="02020603050405020304" pitchFamily="18" charset="0"/>
                <a:sym typeface="+mn-ea"/>
              </a:rPr>
              <a:t> </a:t>
            </a:r>
            <a:r>
              <a:rPr sz="1800" b="0" i="0" dirty="0">
                <a:solidFill>
                  <a:schemeClr val="tx1"/>
                </a:solidFill>
                <a:latin typeface="Times New Roman" panose="02020603050405020304" pitchFamily="18" charset="0"/>
                <a:cs typeface="Times New Roman" panose="02020603050405020304" pitchFamily="18" charset="0"/>
                <a:sym typeface="+mn-ea"/>
              </a:rPr>
              <a:t>used</a:t>
            </a:r>
            <a:r>
              <a:rPr sz="1800" b="0" i="0" spc="-10" dirty="0">
                <a:solidFill>
                  <a:schemeClr val="tx1"/>
                </a:solidFill>
                <a:latin typeface="Times New Roman" panose="02020603050405020304" pitchFamily="18" charset="0"/>
                <a:cs typeface="Times New Roman" panose="02020603050405020304" pitchFamily="18" charset="0"/>
                <a:sym typeface="+mn-ea"/>
              </a:rPr>
              <a:t> </a:t>
            </a:r>
            <a:r>
              <a:rPr sz="1800" b="0" i="0" dirty="0">
                <a:solidFill>
                  <a:schemeClr val="tx1"/>
                </a:solidFill>
                <a:latin typeface="Times New Roman" panose="02020603050405020304" pitchFamily="18" charset="0"/>
                <a:cs typeface="Times New Roman" panose="02020603050405020304" pitchFamily="18" charset="0"/>
                <a:sym typeface="+mn-ea"/>
              </a:rPr>
              <a:t>to</a:t>
            </a:r>
            <a:r>
              <a:rPr sz="1800" b="0" i="0" spc="-5" dirty="0">
                <a:solidFill>
                  <a:schemeClr val="tx1"/>
                </a:solidFill>
                <a:latin typeface="Times New Roman" panose="02020603050405020304" pitchFamily="18" charset="0"/>
                <a:cs typeface="Times New Roman" panose="02020603050405020304" pitchFamily="18" charset="0"/>
                <a:sym typeface="+mn-ea"/>
              </a:rPr>
              <a:t> perform</a:t>
            </a:r>
            <a:r>
              <a:rPr sz="1800" b="0" i="0" spc="10" dirty="0">
                <a:solidFill>
                  <a:schemeClr val="tx1"/>
                </a:solidFill>
                <a:latin typeface="Times New Roman" panose="02020603050405020304" pitchFamily="18" charset="0"/>
                <a:cs typeface="Times New Roman" panose="02020603050405020304" pitchFamily="18" charset="0"/>
                <a:sym typeface="+mn-ea"/>
              </a:rPr>
              <a:t> </a:t>
            </a:r>
            <a:r>
              <a:rPr sz="1800" b="0" i="0" spc="-5" dirty="0">
                <a:solidFill>
                  <a:schemeClr val="tx1"/>
                </a:solidFill>
                <a:latin typeface="Times New Roman" panose="02020603050405020304" pitchFamily="18" charset="0"/>
                <a:cs typeface="Times New Roman" panose="02020603050405020304" pitchFamily="18" charset="0"/>
                <a:sym typeface="+mn-ea"/>
              </a:rPr>
              <a:t>different</a:t>
            </a:r>
            <a:r>
              <a:rPr sz="1800" b="0" i="0" spc="5" dirty="0">
                <a:solidFill>
                  <a:schemeClr val="tx1"/>
                </a:solidFill>
                <a:latin typeface="Times New Roman" panose="02020603050405020304" pitchFamily="18" charset="0"/>
                <a:cs typeface="Times New Roman" panose="02020603050405020304" pitchFamily="18" charset="0"/>
                <a:sym typeface="+mn-ea"/>
              </a:rPr>
              <a:t> </a:t>
            </a:r>
            <a:r>
              <a:rPr sz="1800" b="0" i="0" spc="-5" dirty="0">
                <a:solidFill>
                  <a:schemeClr val="tx1"/>
                </a:solidFill>
                <a:latin typeface="Times New Roman" panose="02020603050405020304" pitchFamily="18" charset="0"/>
                <a:cs typeface="Times New Roman" panose="02020603050405020304" pitchFamily="18" charset="0"/>
                <a:sym typeface="+mn-ea"/>
              </a:rPr>
              <a:t>actions based</a:t>
            </a:r>
            <a:r>
              <a:rPr sz="1800" b="0" i="0" dirty="0">
                <a:solidFill>
                  <a:schemeClr val="tx1"/>
                </a:solidFill>
                <a:latin typeface="Times New Roman" panose="02020603050405020304" pitchFamily="18" charset="0"/>
                <a:cs typeface="Times New Roman" panose="02020603050405020304" pitchFamily="18" charset="0"/>
                <a:sym typeface="+mn-ea"/>
              </a:rPr>
              <a:t> </a:t>
            </a:r>
            <a:r>
              <a:rPr sz="1800" b="0" i="0" spc="-5" dirty="0">
                <a:solidFill>
                  <a:schemeClr val="tx1"/>
                </a:solidFill>
                <a:latin typeface="Times New Roman" panose="02020603050405020304" pitchFamily="18" charset="0"/>
                <a:cs typeface="Times New Roman" panose="02020603050405020304" pitchFamily="18" charset="0"/>
                <a:sym typeface="+mn-ea"/>
              </a:rPr>
              <a:t>on </a:t>
            </a:r>
            <a:r>
              <a:rPr sz="1800" b="0" i="0" spc="-315" dirty="0">
                <a:solidFill>
                  <a:schemeClr val="tx1"/>
                </a:solidFill>
                <a:latin typeface="Times New Roman" panose="02020603050405020304" pitchFamily="18" charset="0"/>
                <a:cs typeface="Times New Roman" panose="02020603050405020304" pitchFamily="18" charset="0"/>
                <a:sym typeface="+mn-ea"/>
              </a:rPr>
              <a:t> </a:t>
            </a:r>
            <a:r>
              <a:rPr sz="1800" b="0" i="0" spc="-5" dirty="0">
                <a:solidFill>
                  <a:schemeClr val="tx1"/>
                </a:solidFill>
                <a:latin typeface="Times New Roman" panose="02020603050405020304" pitchFamily="18" charset="0"/>
                <a:cs typeface="Times New Roman" panose="02020603050405020304" pitchFamily="18" charset="0"/>
                <a:sym typeface="+mn-ea"/>
              </a:rPr>
              <a:t>different</a:t>
            </a:r>
            <a:r>
              <a:rPr sz="1800" b="0" i="0" dirty="0">
                <a:solidFill>
                  <a:schemeClr val="tx1"/>
                </a:solidFill>
                <a:latin typeface="Times New Roman" panose="02020603050405020304" pitchFamily="18" charset="0"/>
                <a:cs typeface="Times New Roman" panose="02020603050405020304" pitchFamily="18" charset="0"/>
                <a:sym typeface="+mn-ea"/>
              </a:rPr>
              <a:t> </a:t>
            </a:r>
            <a:r>
              <a:rPr sz="1800" b="0" i="0" spc="-5" dirty="0">
                <a:solidFill>
                  <a:schemeClr val="tx1"/>
                </a:solidFill>
                <a:latin typeface="Times New Roman" panose="02020603050405020304" pitchFamily="18" charset="0"/>
                <a:cs typeface="Times New Roman" panose="02020603050405020304" pitchFamily="18" charset="0"/>
                <a:sym typeface="+mn-ea"/>
              </a:rPr>
              <a:t>conditions.</a:t>
            </a:r>
            <a:br>
              <a:rPr sz="1800" b="0" i="0" spc="-5" dirty="0">
                <a:solidFill>
                  <a:schemeClr val="tx1"/>
                </a:solidFill>
                <a:latin typeface="Times New Roman" panose="02020603050405020304" pitchFamily="18" charset="0"/>
                <a:cs typeface="Times New Roman" panose="02020603050405020304" pitchFamily="18" charset="0"/>
                <a:sym typeface="+mn-ea"/>
              </a:rPr>
            </a:br>
            <a:r>
              <a:rPr sz="1800" dirty="0">
                <a:solidFill>
                  <a:srgbClr val="0000CD"/>
                </a:solidFill>
                <a:latin typeface="Arial MT"/>
                <a:cs typeface="Arial MT"/>
                <a:sym typeface="+mn-ea"/>
              </a:rPr>
              <a:t>&lt;</a:t>
            </a:r>
            <a:r>
              <a:rPr sz="1800" dirty="0">
                <a:solidFill>
                  <a:srgbClr val="A32A2A"/>
                </a:solidFill>
                <a:latin typeface="Arial MT"/>
                <a:cs typeface="Arial MT"/>
                <a:sym typeface="+mn-ea"/>
              </a:rPr>
              <a:t>html</a:t>
            </a:r>
            <a:r>
              <a:rPr sz="1800" dirty="0">
                <a:solidFill>
                  <a:srgbClr val="0000CD"/>
                </a:solidFill>
                <a:latin typeface="Arial MT"/>
                <a:cs typeface="Arial MT"/>
                <a:sym typeface="+mn-ea"/>
              </a:rPr>
              <a:t>&gt;</a:t>
            </a:r>
            <a:r>
              <a:rPr sz="1800">
                <a:latin typeface="Arial MT"/>
                <a:cs typeface="Arial MT"/>
              </a:rPr>
              <a:t/>
            </a:r>
            <a:br>
              <a:rPr sz="1800">
                <a:latin typeface="Arial MT"/>
                <a:cs typeface="Arial MT"/>
              </a:rPr>
            </a:br>
            <a:r>
              <a:rPr sz="1800" spc="-5" dirty="0">
                <a:solidFill>
                  <a:srgbClr val="0000CD"/>
                </a:solidFill>
                <a:latin typeface="Arial MT"/>
                <a:cs typeface="Arial MT"/>
                <a:sym typeface="+mn-ea"/>
              </a:rPr>
              <a:t>&lt;</a:t>
            </a:r>
            <a:r>
              <a:rPr sz="1800" spc="-5" dirty="0">
                <a:solidFill>
                  <a:srgbClr val="A32A2A"/>
                </a:solidFill>
                <a:latin typeface="Arial MT"/>
                <a:cs typeface="Arial MT"/>
                <a:sym typeface="+mn-ea"/>
              </a:rPr>
              <a:t>body</a:t>
            </a:r>
            <a:r>
              <a:rPr sz="1800" spc="-5" dirty="0">
                <a:solidFill>
                  <a:srgbClr val="0000CD"/>
                </a:solidFill>
                <a:latin typeface="Arial MT"/>
                <a:cs typeface="Arial MT"/>
                <a:sym typeface="+mn-ea"/>
              </a:rPr>
              <a:t>&gt;</a:t>
            </a:r>
            <a:r>
              <a:rPr sz="1800">
                <a:latin typeface="Arial MT"/>
                <a:cs typeface="Arial MT"/>
              </a:rPr>
              <a:t/>
            </a:r>
            <a:br>
              <a:rPr sz="1800">
                <a:latin typeface="Arial MT"/>
                <a:cs typeface="Arial MT"/>
              </a:rPr>
            </a:br>
            <a:r>
              <a:rPr sz="1800" spc="-5" dirty="0">
                <a:solidFill>
                  <a:srgbClr val="FF0000"/>
                </a:solidFill>
                <a:latin typeface="Arial MT"/>
                <a:cs typeface="Arial MT"/>
                <a:sym typeface="+mn-ea"/>
              </a:rPr>
              <a:t>&lt;?php</a:t>
            </a:r>
            <a:r>
              <a:rPr sz="1800">
                <a:latin typeface="Arial MT"/>
                <a:cs typeface="Arial MT"/>
              </a:rPr>
              <a:t/>
            </a:r>
            <a:br>
              <a:rPr sz="1800">
                <a:latin typeface="Arial MT"/>
                <a:cs typeface="Arial MT"/>
              </a:rPr>
            </a:br>
            <a:r>
              <a:rPr sz="1800" spc="-5" dirty="0">
                <a:latin typeface="Arial MT"/>
                <a:cs typeface="Arial MT"/>
                <a:sym typeface="+mn-ea"/>
              </a:rPr>
              <a:t>$favcolor </a:t>
            </a:r>
            <a:r>
              <a:rPr sz="1800" dirty="0">
                <a:latin typeface="Arial MT"/>
                <a:cs typeface="Arial MT"/>
                <a:sym typeface="+mn-ea"/>
              </a:rPr>
              <a:t>= </a:t>
            </a:r>
            <a:r>
              <a:rPr sz="1800" spc="-5" dirty="0">
                <a:solidFill>
                  <a:srgbClr val="A32A2A"/>
                </a:solidFill>
                <a:latin typeface="Arial MT"/>
                <a:cs typeface="Arial MT"/>
                <a:sym typeface="+mn-ea"/>
              </a:rPr>
              <a:t>"red"</a:t>
            </a:r>
            <a:r>
              <a:rPr sz="1800" spc="-5" dirty="0">
                <a:latin typeface="Arial MT"/>
                <a:cs typeface="Arial MT"/>
                <a:sym typeface="+mn-ea"/>
              </a:rPr>
              <a:t>; </a:t>
            </a:r>
            <a:r>
              <a:rPr sz="1800" dirty="0">
                <a:latin typeface="Arial MT"/>
                <a:cs typeface="Arial MT"/>
                <a:sym typeface="+mn-ea"/>
              </a:rPr>
              <a:t> </a:t>
            </a:r>
            <a:r>
              <a:rPr sz="1800" spc="-5" dirty="0">
                <a:solidFill>
                  <a:srgbClr val="0000CD"/>
                </a:solidFill>
                <a:latin typeface="Arial MT"/>
                <a:cs typeface="Arial MT"/>
                <a:sym typeface="+mn-ea"/>
              </a:rPr>
              <a:t>switch</a:t>
            </a:r>
            <a:r>
              <a:rPr sz="1800" spc="-15" dirty="0">
                <a:solidFill>
                  <a:srgbClr val="0000CD"/>
                </a:solidFill>
                <a:latin typeface="Arial MT"/>
                <a:cs typeface="Arial MT"/>
                <a:sym typeface="+mn-ea"/>
              </a:rPr>
              <a:t> </a:t>
            </a:r>
            <a:r>
              <a:rPr sz="1800" spc="-5" dirty="0">
                <a:latin typeface="Arial MT"/>
                <a:cs typeface="Arial MT"/>
                <a:sym typeface="+mn-ea"/>
              </a:rPr>
              <a:t>($favcolor)</a:t>
            </a:r>
            <a:r>
              <a:rPr sz="1800" spc="-20" dirty="0">
                <a:latin typeface="Arial MT"/>
                <a:cs typeface="Arial MT"/>
                <a:sym typeface="+mn-ea"/>
              </a:rPr>
              <a:t> </a:t>
            </a:r>
            <a:r>
              <a:rPr sz="1800" dirty="0">
                <a:latin typeface="Arial MT"/>
                <a:cs typeface="Arial MT"/>
                <a:sym typeface="+mn-ea"/>
              </a:rPr>
              <a:t>{</a:t>
            </a:r>
            <a:r>
              <a:rPr sz="1800">
                <a:latin typeface="Arial MT"/>
                <a:cs typeface="Arial MT"/>
              </a:rPr>
              <a:t/>
            </a:r>
            <a:br>
              <a:rPr sz="1800">
                <a:latin typeface="Arial MT"/>
                <a:cs typeface="Arial MT"/>
              </a:rPr>
            </a:br>
            <a:r>
              <a:rPr sz="1800" spc="-5" dirty="0">
                <a:solidFill>
                  <a:srgbClr val="0000CD"/>
                </a:solidFill>
                <a:latin typeface="Arial MT"/>
                <a:cs typeface="Arial MT"/>
                <a:sym typeface="+mn-ea"/>
              </a:rPr>
              <a:t>case</a:t>
            </a:r>
            <a:r>
              <a:rPr sz="1800" spc="-30" dirty="0">
                <a:solidFill>
                  <a:srgbClr val="0000CD"/>
                </a:solidFill>
                <a:latin typeface="Arial MT"/>
                <a:cs typeface="Arial MT"/>
                <a:sym typeface="+mn-ea"/>
              </a:rPr>
              <a:t> </a:t>
            </a:r>
            <a:r>
              <a:rPr sz="1800" spc="-5" dirty="0">
                <a:solidFill>
                  <a:srgbClr val="A32A2A"/>
                </a:solidFill>
                <a:latin typeface="Arial MT"/>
                <a:cs typeface="Arial MT"/>
                <a:sym typeface="+mn-ea"/>
              </a:rPr>
              <a:t>"red"</a:t>
            </a:r>
            <a:r>
              <a:rPr sz="1800" spc="-5" dirty="0">
                <a:latin typeface="Arial MT"/>
                <a:cs typeface="Arial MT"/>
                <a:sym typeface="+mn-ea"/>
              </a:rPr>
              <a:t>:</a:t>
            </a:r>
            <a:r>
              <a:rPr sz="1800">
                <a:latin typeface="Arial MT"/>
                <a:cs typeface="Arial MT"/>
              </a:rPr>
              <a:t/>
            </a:r>
            <a:br>
              <a:rPr sz="1800">
                <a:latin typeface="Arial MT"/>
                <a:cs typeface="Arial MT"/>
              </a:rPr>
            </a:br>
            <a:r>
              <a:rPr sz="1800" spc="-5" dirty="0">
                <a:solidFill>
                  <a:srgbClr val="0000CD"/>
                </a:solidFill>
                <a:latin typeface="Arial MT"/>
                <a:cs typeface="Arial MT"/>
                <a:sym typeface="+mn-ea"/>
              </a:rPr>
              <a:t>echo </a:t>
            </a:r>
            <a:r>
              <a:rPr sz="1800" spc="-5" dirty="0">
                <a:solidFill>
                  <a:srgbClr val="A32A2A"/>
                </a:solidFill>
                <a:latin typeface="Arial MT"/>
                <a:cs typeface="Arial MT"/>
                <a:sym typeface="+mn-ea"/>
              </a:rPr>
              <a:t>"Your favorite color is </a:t>
            </a:r>
            <a:r>
              <a:rPr sz="1800" dirty="0">
                <a:solidFill>
                  <a:srgbClr val="A32A2A"/>
                </a:solidFill>
                <a:latin typeface="Arial MT"/>
                <a:cs typeface="Arial MT"/>
                <a:sym typeface="+mn-ea"/>
              </a:rPr>
              <a:t>red!"</a:t>
            </a:r>
            <a:r>
              <a:rPr sz="1800" dirty="0">
                <a:latin typeface="Arial MT"/>
                <a:cs typeface="Arial MT"/>
                <a:sym typeface="+mn-ea"/>
              </a:rPr>
              <a:t>; </a:t>
            </a:r>
            <a:r>
              <a:rPr sz="1800" spc="-320" dirty="0">
                <a:latin typeface="Arial MT"/>
                <a:cs typeface="Arial MT"/>
                <a:sym typeface="+mn-ea"/>
              </a:rPr>
              <a:t> </a:t>
            </a:r>
            <a:r>
              <a:rPr sz="1800" spc="-5" dirty="0">
                <a:solidFill>
                  <a:srgbClr val="0000CD"/>
                </a:solidFill>
                <a:latin typeface="Arial MT"/>
                <a:cs typeface="Arial MT"/>
                <a:sym typeface="+mn-ea"/>
              </a:rPr>
              <a:t>break</a:t>
            </a:r>
            <a:r>
              <a:rPr sz="1800" spc="-5" dirty="0">
                <a:latin typeface="Arial MT"/>
                <a:cs typeface="Arial MT"/>
                <a:sym typeface="+mn-ea"/>
              </a:rPr>
              <a:t>;</a:t>
            </a:r>
            <a:r>
              <a:rPr sz="1800">
                <a:latin typeface="Arial MT"/>
                <a:cs typeface="Arial MT"/>
              </a:rPr>
              <a:t/>
            </a:r>
            <a:br>
              <a:rPr sz="1800">
                <a:latin typeface="Arial MT"/>
                <a:cs typeface="Arial MT"/>
              </a:rPr>
            </a:br>
            <a:r>
              <a:rPr sz="1800" spc="-5" dirty="0">
                <a:solidFill>
                  <a:srgbClr val="0000CD"/>
                </a:solidFill>
                <a:latin typeface="Arial MT"/>
                <a:cs typeface="Arial MT"/>
                <a:sym typeface="+mn-ea"/>
              </a:rPr>
              <a:t>case</a:t>
            </a:r>
            <a:r>
              <a:rPr sz="1800" spc="-25" dirty="0">
                <a:solidFill>
                  <a:srgbClr val="0000CD"/>
                </a:solidFill>
                <a:latin typeface="Arial MT"/>
                <a:cs typeface="Arial MT"/>
                <a:sym typeface="+mn-ea"/>
              </a:rPr>
              <a:t> </a:t>
            </a:r>
            <a:r>
              <a:rPr sz="1800" spc="-5" dirty="0">
                <a:solidFill>
                  <a:srgbClr val="A32A2A"/>
                </a:solidFill>
                <a:latin typeface="Arial MT"/>
                <a:cs typeface="Arial MT"/>
                <a:sym typeface="+mn-ea"/>
              </a:rPr>
              <a:t>"blue"</a:t>
            </a:r>
            <a:r>
              <a:rPr sz="1800" spc="-5" dirty="0">
                <a:latin typeface="Arial MT"/>
                <a:cs typeface="Arial MT"/>
                <a:sym typeface="+mn-ea"/>
              </a:rPr>
              <a:t>:</a:t>
            </a:r>
            <a:r>
              <a:rPr sz="1800">
                <a:latin typeface="Arial MT"/>
                <a:cs typeface="Arial MT"/>
              </a:rPr>
              <a:t/>
            </a:r>
            <a:br>
              <a:rPr sz="1800">
                <a:latin typeface="Arial MT"/>
                <a:cs typeface="Arial MT"/>
              </a:rPr>
            </a:br>
            <a:r>
              <a:rPr sz="1800" spc="-5" dirty="0">
                <a:solidFill>
                  <a:srgbClr val="0000CD"/>
                </a:solidFill>
                <a:latin typeface="Arial MT"/>
                <a:cs typeface="Arial MT"/>
                <a:sym typeface="+mn-ea"/>
              </a:rPr>
              <a:t>echo</a:t>
            </a:r>
            <a:r>
              <a:rPr sz="1800" spc="-10" dirty="0">
                <a:solidFill>
                  <a:srgbClr val="0000CD"/>
                </a:solidFill>
                <a:latin typeface="Arial MT"/>
                <a:cs typeface="Arial MT"/>
                <a:sym typeface="+mn-ea"/>
              </a:rPr>
              <a:t> </a:t>
            </a:r>
            <a:r>
              <a:rPr sz="1800" spc="-5" dirty="0">
                <a:solidFill>
                  <a:srgbClr val="A32A2A"/>
                </a:solidFill>
                <a:latin typeface="Arial MT"/>
                <a:cs typeface="Arial MT"/>
                <a:sym typeface="+mn-ea"/>
              </a:rPr>
              <a:t>"Your</a:t>
            </a:r>
            <a:r>
              <a:rPr sz="1800" spc="-15" dirty="0">
                <a:solidFill>
                  <a:srgbClr val="A32A2A"/>
                </a:solidFill>
                <a:latin typeface="Arial MT"/>
                <a:cs typeface="Arial MT"/>
                <a:sym typeface="+mn-ea"/>
              </a:rPr>
              <a:t> </a:t>
            </a:r>
            <a:r>
              <a:rPr sz="1800" spc="-5" dirty="0">
                <a:solidFill>
                  <a:srgbClr val="A32A2A"/>
                </a:solidFill>
                <a:latin typeface="Arial MT"/>
                <a:cs typeface="Arial MT"/>
                <a:sym typeface="+mn-ea"/>
              </a:rPr>
              <a:t>favorite</a:t>
            </a:r>
            <a:r>
              <a:rPr sz="1800" spc="5" dirty="0">
                <a:solidFill>
                  <a:srgbClr val="A32A2A"/>
                </a:solidFill>
                <a:latin typeface="Arial MT"/>
                <a:cs typeface="Arial MT"/>
                <a:sym typeface="+mn-ea"/>
              </a:rPr>
              <a:t> </a:t>
            </a:r>
            <a:r>
              <a:rPr sz="1800" spc="-5" dirty="0">
                <a:solidFill>
                  <a:srgbClr val="A32A2A"/>
                </a:solidFill>
                <a:latin typeface="Arial MT"/>
                <a:cs typeface="Arial MT"/>
                <a:sym typeface="+mn-ea"/>
              </a:rPr>
              <a:t>color</a:t>
            </a:r>
            <a:r>
              <a:rPr sz="1800" dirty="0">
                <a:solidFill>
                  <a:srgbClr val="A32A2A"/>
                </a:solidFill>
                <a:latin typeface="Arial MT"/>
                <a:cs typeface="Arial MT"/>
                <a:sym typeface="+mn-ea"/>
              </a:rPr>
              <a:t> </a:t>
            </a:r>
            <a:r>
              <a:rPr sz="1800" spc="-5" dirty="0">
                <a:solidFill>
                  <a:srgbClr val="A32A2A"/>
                </a:solidFill>
                <a:latin typeface="Arial MT"/>
                <a:cs typeface="Arial MT"/>
                <a:sym typeface="+mn-ea"/>
              </a:rPr>
              <a:t>is</a:t>
            </a:r>
            <a:r>
              <a:rPr sz="1800" dirty="0">
                <a:solidFill>
                  <a:srgbClr val="A32A2A"/>
                </a:solidFill>
                <a:latin typeface="Arial MT"/>
                <a:cs typeface="Arial MT"/>
                <a:sym typeface="+mn-ea"/>
              </a:rPr>
              <a:t> blue!"</a:t>
            </a:r>
            <a:r>
              <a:rPr sz="1800" dirty="0">
                <a:latin typeface="Arial MT"/>
                <a:cs typeface="Arial MT"/>
                <a:sym typeface="+mn-ea"/>
              </a:rPr>
              <a:t>; </a:t>
            </a:r>
            <a:r>
              <a:rPr sz="1800" spc="-320" dirty="0">
                <a:latin typeface="Arial MT"/>
                <a:cs typeface="Arial MT"/>
                <a:sym typeface="+mn-ea"/>
              </a:rPr>
              <a:t> </a:t>
            </a:r>
            <a:r>
              <a:rPr sz="1800" spc="-5" dirty="0">
                <a:solidFill>
                  <a:srgbClr val="0000CD"/>
                </a:solidFill>
                <a:latin typeface="Arial MT"/>
                <a:cs typeface="Arial MT"/>
                <a:sym typeface="+mn-ea"/>
              </a:rPr>
              <a:t>break</a:t>
            </a:r>
            <a:r>
              <a:rPr sz="1800" spc="-5" dirty="0">
                <a:latin typeface="Arial MT"/>
                <a:cs typeface="Arial MT"/>
                <a:sym typeface="+mn-ea"/>
              </a:rPr>
              <a:t>;</a:t>
            </a:r>
            <a:r>
              <a:rPr sz="1800">
                <a:latin typeface="Arial MT"/>
                <a:cs typeface="Arial MT"/>
              </a:rPr>
              <a:t/>
            </a:r>
            <a:br>
              <a:rPr sz="1800">
                <a:latin typeface="Arial MT"/>
                <a:cs typeface="Arial MT"/>
              </a:rPr>
            </a:br>
            <a:r>
              <a:rPr sz="1800" spc="-5" dirty="0">
                <a:solidFill>
                  <a:srgbClr val="0000CD"/>
                </a:solidFill>
                <a:latin typeface="Arial MT"/>
                <a:cs typeface="Arial MT"/>
                <a:sym typeface="+mn-ea"/>
              </a:rPr>
              <a:t>case</a:t>
            </a:r>
            <a:r>
              <a:rPr sz="1800" spc="-25" dirty="0">
                <a:solidFill>
                  <a:srgbClr val="0000CD"/>
                </a:solidFill>
                <a:latin typeface="Arial MT"/>
                <a:cs typeface="Arial MT"/>
                <a:sym typeface="+mn-ea"/>
              </a:rPr>
              <a:t> </a:t>
            </a:r>
            <a:r>
              <a:rPr sz="1800" spc="-5" dirty="0">
                <a:solidFill>
                  <a:srgbClr val="A32A2A"/>
                </a:solidFill>
                <a:latin typeface="Arial MT"/>
                <a:cs typeface="Arial MT"/>
                <a:sym typeface="+mn-ea"/>
              </a:rPr>
              <a:t>"green"</a:t>
            </a:r>
            <a:r>
              <a:rPr sz="1800" spc="-5" dirty="0">
                <a:latin typeface="Arial MT"/>
                <a:cs typeface="Arial MT"/>
                <a:sym typeface="+mn-ea"/>
              </a:rPr>
              <a:t>:</a:t>
            </a:r>
            <a:r>
              <a:rPr sz="1800">
                <a:latin typeface="Arial MT"/>
                <a:cs typeface="Arial MT"/>
              </a:rPr>
              <a:t/>
            </a:r>
            <a:br>
              <a:rPr sz="1800">
                <a:latin typeface="Arial MT"/>
                <a:cs typeface="Arial MT"/>
              </a:rPr>
            </a:br>
            <a:r>
              <a:rPr sz="1800" spc="-5" dirty="0">
                <a:solidFill>
                  <a:srgbClr val="0000CD"/>
                </a:solidFill>
                <a:latin typeface="Arial MT"/>
                <a:cs typeface="Arial MT"/>
                <a:sym typeface="+mn-ea"/>
              </a:rPr>
              <a:t>echo</a:t>
            </a:r>
            <a:r>
              <a:rPr sz="1800" spc="-10" dirty="0">
                <a:solidFill>
                  <a:srgbClr val="0000CD"/>
                </a:solidFill>
                <a:latin typeface="Arial MT"/>
                <a:cs typeface="Arial MT"/>
                <a:sym typeface="+mn-ea"/>
              </a:rPr>
              <a:t> </a:t>
            </a:r>
            <a:r>
              <a:rPr sz="1800" spc="-5" dirty="0">
                <a:solidFill>
                  <a:srgbClr val="A32A2A"/>
                </a:solidFill>
                <a:latin typeface="Arial MT"/>
                <a:cs typeface="Arial MT"/>
                <a:sym typeface="+mn-ea"/>
              </a:rPr>
              <a:t>"Your</a:t>
            </a:r>
            <a:r>
              <a:rPr sz="1800" spc="-15" dirty="0">
                <a:solidFill>
                  <a:srgbClr val="A32A2A"/>
                </a:solidFill>
                <a:latin typeface="Arial MT"/>
                <a:cs typeface="Arial MT"/>
                <a:sym typeface="+mn-ea"/>
              </a:rPr>
              <a:t> </a:t>
            </a:r>
            <a:r>
              <a:rPr sz="1800" spc="-5" dirty="0">
                <a:solidFill>
                  <a:srgbClr val="A32A2A"/>
                </a:solidFill>
                <a:latin typeface="Arial MT"/>
                <a:cs typeface="Arial MT"/>
                <a:sym typeface="+mn-ea"/>
              </a:rPr>
              <a:t>favorite</a:t>
            </a:r>
            <a:r>
              <a:rPr sz="1800" spc="5" dirty="0">
                <a:solidFill>
                  <a:srgbClr val="A32A2A"/>
                </a:solidFill>
                <a:latin typeface="Arial MT"/>
                <a:cs typeface="Arial MT"/>
                <a:sym typeface="+mn-ea"/>
              </a:rPr>
              <a:t> </a:t>
            </a:r>
            <a:r>
              <a:rPr sz="1800" spc="-5" dirty="0">
                <a:solidFill>
                  <a:srgbClr val="A32A2A"/>
                </a:solidFill>
                <a:latin typeface="Arial MT"/>
                <a:cs typeface="Arial MT"/>
                <a:sym typeface="+mn-ea"/>
              </a:rPr>
              <a:t>color is</a:t>
            </a:r>
            <a:r>
              <a:rPr sz="1800" dirty="0">
                <a:solidFill>
                  <a:srgbClr val="A32A2A"/>
                </a:solidFill>
                <a:latin typeface="Arial MT"/>
                <a:cs typeface="Arial MT"/>
                <a:sym typeface="+mn-ea"/>
              </a:rPr>
              <a:t> green!"</a:t>
            </a:r>
            <a:r>
              <a:rPr sz="1800" dirty="0">
                <a:latin typeface="Arial MT"/>
                <a:cs typeface="Arial MT"/>
                <a:sym typeface="+mn-ea"/>
              </a:rPr>
              <a:t>; </a:t>
            </a:r>
            <a:r>
              <a:rPr sz="1800" spc="-320" dirty="0">
                <a:latin typeface="Arial MT"/>
                <a:cs typeface="Arial MT"/>
                <a:sym typeface="+mn-ea"/>
              </a:rPr>
              <a:t> </a:t>
            </a:r>
            <a:r>
              <a:rPr sz="1800" spc="-5" dirty="0">
                <a:solidFill>
                  <a:srgbClr val="0000CD"/>
                </a:solidFill>
                <a:latin typeface="Arial MT"/>
                <a:cs typeface="Arial MT"/>
                <a:sym typeface="+mn-ea"/>
              </a:rPr>
              <a:t>break</a:t>
            </a:r>
            <a:r>
              <a:rPr sz="1800" spc="-5" dirty="0">
                <a:latin typeface="Arial MT"/>
                <a:cs typeface="Arial MT"/>
                <a:sym typeface="+mn-ea"/>
              </a:rPr>
              <a:t>;</a:t>
            </a:r>
            <a:r>
              <a:rPr sz="1800">
                <a:latin typeface="Arial MT"/>
                <a:cs typeface="Arial MT"/>
              </a:rPr>
              <a:t/>
            </a:r>
            <a:br>
              <a:rPr sz="1800">
                <a:latin typeface="Arial MT"/>
                <a:cs typeface="Arial MT"/>
              </a:rPr>
            </a:br>
            <a:r>
              <a:rPr sz="1800" spc="-5" dirty="0">
                <a:solidFill>
                  <a:srgbClr val="0000CD"/>
                </a:solidFill>
                <a:latin typeface="Arial MT"/>
                <a:cs typeface="Arial MT"/>
                <a:sym typeface="+mn-ea"/>
              </a:rPr>
              <a:t>default</a:t>
            </a:r>
            <a:r>
              <a:rPr sz="1800" spc="-5" dirty="0">
                <a:latin typeface="Arial MT"/>
                <a:cs typeface="Arial MT"/>
                <a:sym typeface="+mn-ea"/>
              </a:rPr>
              <a:t>:</a:t>
            </a:r>
            <a:r>
              <a:rPr sz="1800">
                <a:latin typeface="Arial MT"/>
                <a:cs typeface="Arial MT"/>
              </a:rPr>
              <a:t/>
            </a:r>
            <a:br>
              <a:rPr sz="1800">
                <a:latin typeface="Arial MT"/>
                <a:cs typeface="Arial MT"/>
              </a:rPr>
            </a:br>
            <a:r>
              <a:rPr sz="1800" spc="-5" dirty="0">
                <a:solidFill>
                  <a:srgbClr val="0000CD"/>
                </a:solidFill>
                <a:latin typeface="Arial MT"/>
                <a:cs typeface="Arial MT"/>
                <a:sym typeface="+mn-ea"/>
              </a:rPr>
              <a:t>echo</a:t>
            </a:r>
            <a:r>
              <a:rPr sz="1800" dirty="0">
                <a:solidFill>
                  <a:srgbClr val="0000CD"/>
                </a:solidFill>
                <a:latin typeface="Arial MT"/>
                <a:cs typeface="Arial MT"/>
                <a:sym typeface="+mn-ea"/>
              </a:rPr>
              <a:t> </a:t>
            </a:r>
            <a:r>
              <a:rPr sz="1800" spc="-5" dirty="0">
                <a:solidFill>
                  <a:srgbClr val="A32A2A"/>
                </a:solidFill>
                <a:latin typeface="Arial MT"/>
                <a:cs typeface="Arial MT"/>
                <a:sym typeface="+mn-ea"/>
              </a:rPr>
              <a:t>"Your favorite</a:t>
            </a:r>
            <a:r>
              <a:rPr sz="1800" spc="10" dirty="0">
                <a:solidFill>
                  <a:srgbClr val="A32A2A"/>
                </a:solidFill>
                <a:latin typeface="Arial MT"/>
                <a:cs typeface="Arial MT"/>
                <a:sym typeface="+mn-ea"/>
              </a:rPr>
              <a:t> </a:t>
            </a:r>
            <a:r>
              <a:rPr sz="1800" spc="-5" dirty="0">
                <a:solidFill>
                  <a:srgbClr val="A32A2A"/>
                </a:solidFill>
                <a:latin typeface="Arial MT"/>
                <a:cs typeface="Arial MT"/>
                <a:sym typeface="+mn-ea"/>
              </a:rPr>
              <a:t>color</a:t>
            </a:r>
            <a:r>
              <a:rPr sz="1800" spc="10" dirty="0">
                <a:solidFill>
                  <a:srgbClr val="A32A2A"/>
                </a:solidFill>
                <a:latin typeface="Arial MT"/>
                <a:cs typeface="Arial MT"/>
                <a:sym typeface="+mn-ea"/>
              </a:rPr>
              <a:t> </a:t>
            </a:r>
            <a:r>
              <a:rPr sz="1800" spc="-5" dirty="0">
                <a:solidFill>
                  <a:srgbClr val="A32A2A"/>
                </a:solidFill>
                <a:latin typeface="Arial MT"/>
                <a:cs typeface="Arial MT"/>
                <a:sym typeface="+mn-ea"/>
              </a:rPr>
              <a:t>is</a:t>
            </a:r>
            <a:r>
              <a:rPr sz="1800" spc="10" dirty="0">
                <a:solidFill>
                  <a:srgbClr val="A32A2A"/>
                </a:solidFill>
                <a:latin typeface="Arial MT"/>
                <a:cs typeface="Arial MT"/>
                <a:sym typeface="+mn-ea"/>
              </a:rPr>
              <a:t> </a:t>
            </a:r>
            <a:r>
              <a:rPr sz="1800" spc="-5" dirty="0">
                <a:solidFill>
                  <a:srgbClr val="A32A2A"/>
                </a:solidFill>
                <a:latin typeface="Arial MT"/>
                <a:cs typeface="Arial MT"/>
                <a:sym typeface="+mn-ea"/>
              </a:rPr>
              <a:t>neither</a:t>
            </a:r>
            <a:r>
              <a:rPr sz="1800" spc="10" dirty="0">
                <a:solidFill>
                  <a:srgbClr val="A32A2A"/>
                </a:solidFill>
                <a:latin typeface="Arial MT"/>
                <a:cs typeface="Arial MT"/>
                <a:sym typeface="+mn-ea"/>
              </a:rPr>
              <a:t> </a:t>
            </a:r>
            <a:r>
              <a:rPr sz="1800" spc="-5" dirty="0">
                <a:solidFill>
                  <a:srgbClr val="A32A2A"/>
                </a:solidFill>
                <a:latin typeface="Arial MT"/>
                <a:cs typeface="Arial MT"/>
                <a:sym typeface="+mn-ea"/>
              </a:rPr>
              <a:t>red, blue,</a:t>
            </a:r>
            <a:r>
              <a:rPr sz="1800" spc="25" dirty="0">
                <a:solidFill>
                  <a:srgbClr val="A32A2A"/>
                </a:solidFill>
                <a:latin typeface="Arial MT"/>
                <a:cs typeface="Arial MT"/>
                <a:sym typeface="+mn-ea"/>
              </a:rPr>
              <a:t> </a:t>
            </a:r>
            <a:r>
              <a:rPr sz="1800" spc="-5" dirty="0">
                <a:solidFill>
                  <a:srgbClr val="A32A2A"/>
                </a:solidFill>
                <a:latin typeface="Arial MT"/>
                <a:cs typeface="Arial MT"/>
                <a:sym typeface="+mn-ea"/>
              </a:rPr>
              <a:t>nor</a:t>
            </a:r>
            <a:r>
              <a:rPr sz="1800" spc="10" dirty="0">
                <a:solidFill>
                  <a:srgbClr val="A32A2A"/>
                </a:solidFill>
                <a:latin typeface="Arial MT"/>
                <a:cs typeface="Arial MT"/>
                <a:sym typeface="+mn-ea"/>
              </a:rPr>
              <a:t> </a:t>
            </a:r>
            <a:r>
              <a:rPr sz="1800" spc="-5" dirty="0">
                <a:solidFill>
                  <a:srgbClr val="A32A2A"/>
                </a:solidFill>
                <a:latin typeface="Arial MT"/>
                <a:cs typeface="Arial MT"/>
                <a:sym typeface="+mn-ea"/>
              </a:rPr>
              <a:t>green!"</a:t>
            </a:r>
            <a:r>
              <a:rPr sz="1800" spc="-5" dirty="0">
                <a:latin typeface="Arial MT"/>
                <a:cs typeface="Arial MT"/>
                <a:sym typeface="+mn-ea"/>
              </a:rPr>
              <a:t>;</a:t>
            </a:r>
            <a:r>
              <a:rPr sz="1800">
                <a:latin typeface="Arial MT"/>
                <a:cs typeface="Arial MT"/>
              </a:rPr>
              <a:t/>
            </a:r>
            <a:br>
              <a:rPr sz="1800">
                <a:latin typeface="Arial MT"/>
                <a:cs typeface="Arial MT"/>
              </a:rPr>
            </a:br>
            <a:r>
              <a:rPr sz="1800" dirty="0">
                <a:latin typeface="Arial MT"/>
                <a:cs typeface="Arial MT"/>
                <a:sym typeface="+mn-ea"/>
              </a:rPr>
              <a:t>}</a:t>
            </a:r>
            <a:r>
              <a:rPr sz="1800">
                <a:latin typeface="Arial MT"/>
                <a:cs typeface="Arial MT"/>
              </a:rPr>
              <a:t/>
            </a:r>
            <a:br>
              <a:rPr sz="1800">
                <a:latin typeface="Arial MT"/>
                <a:cs typeface="Arial MT"/>
              </a:rPr>
            </a:br>
            <a:r>
              <a:rPr sz="1800" spc="-5" dirty="0">
                <a:solidFill>
                  <a:srgbClr val="FF0000"/>
                </a:solidFill>
                <a:latin typeface="Arial MT"/>
                <a:cs typeface="Arial MT"/>
                <a:sym typeface="+mn-ea"/>
              </a:rPr>
              <a:t>?&gt;</a:t>
            </a:r>
            <a:r>
              <a:rPr sz="1800">
                <a:latin typeface="Arial MT"/>
                <a:cs typeface="Arial MT"/>
              </a:rPr>
              <a:t/>
            </a:r>
            <a:br>
              <a:rPr sz="1800">
                <a:latin typeface="Arial MT"/>
                <a:cs typeface="Arial MT"/>
              </a:rPr>
            </a:br>
            <a:r>
              <a:rPr sz="1800" spc="-5" dirty="0">
                <a:solidFill>
                  <a:srgbClr val="0000CD"/>
                </a:solidFill>
                <a:latin typeface="Arial MT"/>
                <a:cs typeface="Arial MT"/>
                <a:sym typeface="+mn-ea"/>
              </a:rPr>
              <a:t>&lt;</a:t>
            </a:r>
            <a:r>
              <a:rPr sz="1800" spc="-5" dirty="0">
                <a:solidFill>
                  <a:srgbClr val="A32A2A"/>
                </a:solidFill>
                <a:latin typeface="Arial MT"/>
                <a:cs typeface="Arial MT"/>
                <a:sym typeface="+mn-ea"/>
              </a:rPr>
              <a:t>/body</a:t>
            </a:r>
            <a:r>
              <a:rPr sz="1800" spc="-5" dirty="0">
                <a:solidFill>
                  <a:srgbClr val="0000CD"/>
                </a:solidFill>
                <a:latin typeface="Arial MT"/>
                <a:cs typeface="Arial MT"/>
                <a:sym typeface="+mn-ea"/>
              </a:rPr>
              <a:t>&gt;</a:t>
            </a:r>
            <a:r>
              <a:rPr sz="1800">
                <a:latin typeface="Arial MT"/>
                <a:cs typeface="Arial MT"/>
              </a:rPr>
              <a:t/>
            </a:r>
            <a:br>
              <a:rPr sz="1800">
                <a:latin typeface="Arial MT"/>
                <a:cs typeface="Arial MT"/>
              </a:rPr>
            </a:br>
            <a:r>
              <a:rPr sz="1800" dirty="0">
                <a:solidFill>
                  <a:srgbClr val="0000CD"/>
                </a:solidFill>
                <a:latin typeface="Arial MT"/>
                <a:cs typeface="Arial MT"/>
                <a:sym typeface="+mn-ea"/>
              </a:rPr>
              <a:t>&lt;</a:t>
            </a:r>
            <a:r>
              <a:rPr sz="1800" dirty="0">
                <a:solidFill>
                  <a:srgbClr val="A32A2A"/>
                </a:solidFill>
                <a:latin typeface="Arial MT"/>
                <a:cs typeface="Arial MT"/>
                <a:sym typeface="+mn-ea"/>
              </a:rPr>
              <a:t>/html</a:t>
            </a:r>
            <a:r>
              <a:rPr sz="1800" dirty="0">
                <a:solidFill>
                  <a:srgbClr val="0000CD"/>
                </a:solidFill>
                <a:latin typeface="Arial MT"/>
                <a:cs typeface="Arial MT"/>
                <a:sym typeface="+mn-ea"/>
              </a:rPr>
              <a:t>&gt;</a:t>
            </a:r>
            <a:r>
              <a:rPr sz="1800">
                <a:latin typeface="Arial MT"/>
                <a:cs typeface="Arial MT"/>
              </a:rPr>
              <a:t/>
            </a:r>
            <a:br>
              <a:rPr sz="1800">
                <a:latin typeface="Arial MT"/>
                <a:cs typeface="Arial MT"/>
              </a:rPr>
            </a:br>
            <a:r>
              <a:rPr sz="1800" dirty="0">
                <a:latin typeface="Arial" panose="020B0604020202020204"/>
                <a:cs typeface="Arial" panose="020B0604020202020204"/>
                <a:sym typeface="+mn-ea"/>
              </a:rPr>
              <a:t>OUTPUT:</a:t>
            </a:r>
            <a:r>
              <a:rPr sz="1800">
                <a:latin typeface="Arial" panose="020B0604020202020204"/>
                <a:cs typeface="Arial" panose="020B0604020202020204"/>
              </a:rPr>
              <a:t/>
            </a:r>
            <a:br>
              <a:rPr sz="1800">
                <a:latin typeface="Arial" panose="020B0604020202020204"/>
                <a:cs typeface="Arial" panose="020B0604020202020204"/>
              </a:rPr>
            </a:br>
            <a:r>
              <a:rPr sz="1800" spc="-5" dirty="0">
                <a:latin typeface="Arial MT"/>
                <a:cs typeface="Arial MT"/>
                <a:sym typeface="+mn-ea"/>
              </a:rPr>
              <a:t>Your</a:t>
            </a:r>
            <a:r>
              <a:rPr sz="1800" spc="-15" dirty="0">
                <a:latin typeface="Arial MT"/>
                <a:cs typeface="Arial MT"/>
                <a:sym typeface="+mn-ea"/>
              </a:rPr>
              <a:t> </a:t>
            </a:r>
            <a:r>
              <a:rPr sz="1800" spc="-5" dirty="0">
                <a:latin typeface="Arial MT"/>
                <a:cs typeface="Arial MT"/>
                <a:sym typeface="+mn-ea"/>
              </a:rPr>
              <a:t>favorite </a:t>
            </a:r>
            <a:r>
              <a:rPr sz="1800" dirty="0">
                <a:latin typeface="Arial MT"/>
                <a:cs typeface="Arial MT"/>
                <a:sym typeface="+mn-ea"/>
              </a:rPr>
              <a:t>color</a:t>
            </a:r>
            <a:r>
              <a:rPr sz="1800" spc="-10" dirty="0">
                <a:latin typeface="Arial MT"/>
                <a:cs typeface="Arial MT"/>
                <a:sym typeface="+mn-ea"/>
              </a:rPr>
              <a:t> </a:t>
            </a:r>
            <a:r>
              <a:rPr sz="1800" spc="-5" dirty="0">
                <a:latin typeface="Arial MT"/>
                <a:cs typeface="Arial MT"/>
                <a:sym typeface="+mn-ea"/>
              </a:rPr>
              <a:t>is</a:t>
            </a:r>
            <a:r>
              <a:rPr sz="1800" spc="-10" dirty="0">
                <a:latin typeface="Arial MT"/>
                <a:cs typeface="Arial MT"/>
                <a:sym typeface="+mn-ea"/>
              </a:rPr>
              <a:t> </a:t>
            </a:r>
            <a:r>
              <a:rPr sz="1800" dirty="0">
                <a:latin typeface="Arial MT"/>
                <a:cs typeface="Arial MT"/>
                <a:sym typeface="+mn-ea"/>
              </a:rPr>
              <a:t>red!</a:t>
            </a:r>
            <a:endParaRPr lang="en-US" sz="1800" b="0" i="0">
              <a:solidFill>
                <a:schemeClr val="tx1"/>
              </a:solidFill>
              <a:highlight>
                <a:srgbClr val="FFFF00"/>
              </a:highlight>
              <a:latin typeface="Arial MT"/>
              <a:cs typeface="Arial MT"/>
            </a:endParaRPr>
          </a:p>
        </p:txBody>
      </p:sp>
      <p:sp>
        <p:nvSpPr>
          <p:cNvPr id="4" name="Slide Number Placeholder 3">
            <a:extLst>
              <a:ext uri="{FF2B5EF4-FFF2-40B4-BE49-F238E27FC236}">
                <a16:creationId xmlns:a16="http://schemas.microsoft.com/office/drawing/2014/main" xmlns="" id="{4E2A189C-D08A-04EE-AABE-75C0904F95A0}"/>
              </a:ext>
            </a:extLst>
          </p:cNvPr>
          <p:cNvSpPr>
            <a:spLocks noGrp="1"/>
          </p:cNvSpPr>
          <p:nvPr>
            <p:ph type="sldNum" idx="4"/>
          </p:nvPr>
        </p:nvSpPr>
        <p:spPr/>
        <p:txBody>
          <a:bodyPr/>
          <a:lstStyle/>
          <a:p>
            <a:pPr algn="r">
              <a:buNone/>
            </a:pPr>
            <a:fld id="{9A0DB2DC-4C9A-4742-B13C-FB6460FD3503}" type="slidenum">
              <a:rPr lang="en-GB" altLang="en-US" smtClean="0"/>
              <a:pPr algn="r">
                <a:buNone/>
              </a:pPr>
              <a:t>48</a:t>
            </a:fld>
            <a:endParaRPr lang="en-GB"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0" i="0" spc="-5" dirty="0">
                <a:highlight>
                  <a:srgbClr val="00FF00"/>
                </a:highlight>
                <a:latin typeface="Times New Roman" panose="02020603050405020304" pitchFamily="18" charset="0"/>
                <a:cs typeface="Times New Roman" panose="02020603050405020304" pitchFamily="18" charset="0"/>
                <a:sym typeface="+mn-ea"/>
              </a:rPr>
              <a:t>PHP</a:t>
            </a:r>
            <a:r>
              <a:rPr b="0" i="0" spc="-30" dirty="0">
                <a:highlight>
                  <a:srgbClr val="00FF00"/>
                </a:highlight>
                <a:latin typeface="Times New Roman" panose="02020603050405020304" pitchFamily="18" charset="0"/>
                <a:cs typeface="Times New Roman" panose="02020603050405020304" pitchFamily="18" charset="0"/>
                <a:sym typeface="+mn-ea"/>
              </a:rPr>
              <a:t> </a:t>
            </a:r>
            <a:r>
              <a:rPr b="0" i="0" spc="-5" dirty="0">
                <a:highlight>
                  <a:srgbClr val="00FF00"/>
                </a:highlight>
                <a:latin typeface="Times New Roman" panose="02020603050405020304" pitchFamily="18" charset="0"/>
                <a:cs typeface="Times New Roman" panose="02020603050405020304" pitchFamily="18" charset="0"/>
                <a:sym typeface="+mn-ea"/>
              </a:rPr>
              <a:t>Loops</a:t>
            </a:r>
            <a:r>
              <a:rPr lang="en-US" b="0" i="0" spc="-5" dirty="0">
                <a:highlight>
                  <a:srgbClr val="00FF00"/>
                </a:highlight>
                <a:latin typeface="Times New Roman" panose="02020603050405020304" pitchFamily="18" charset="0"/>
                <a:cs typeface="Times New Roman" panose="02020603050405020304" pitchFamily="18" charset="0"/>
                <a:sym typeface="+mn-ea"/>
              </a:rPr>
              <a:t>  </a:t>
            </a:r>
            <a:br>
              <a:rPr lang="en-US" b="0" i="0" spc="-5" dirty="0">
                <a:highlight>
                  <a:srgbClr val="00FF00"/>
                </a:highlight>
                <a:latin typeface="Times New Roman" panose="02020603050405020304" pitchFamily="18" charset="0"/>
                <a:cs typeface="Times New Roman" panose="02020603050405020304" pitchFamily="18" charset="0"/>
                <a:sym typeface="+mn-ea"/>
              </a:rPr>
            </a:br>
            <a:r>
              <a:rPr lang="en-US" b="0" i="0" spc="-5" dirty="0">
                <a:highlight>
                  <a:srgbClr val="00FF00"/>
                </a:highlight>
                <a:latin typeface="Times New Roman" panose="02020603050405020304" pitchFamily="18" charset="0"/>
                <a:cs typeface="Times New Roman" panose="02020603050405020304" pitchFamily="18" charset="0"/>
                <a:sym typeface="+mn-ea"/>
              </a:rPr>
              <a:t/>
            </a:r>
            <a:br>
              <a:rPr lang="en-US" b="0" i="0" spc="-5" dirty="0">
                <a:highlight>
                  <a:srgbClr val="00FF00"/>
                </a:highlight>
                <a:latin typeface="Times New Roman" panose="02020603050405020304" pitchFamily="18" charset="0"/>
                <a:cs typeface="Times New Roman" panose="02020603050405020304" pitchFamily="18" charset="0"/>
                <a:sym typeface="+mn-ea"/>
              </a:rPr>
            </a:br>
            <a:r>
              <a:rPr lang="en-US" sz="3500" b="0" i="0">
                <a:latin typeface="Times New Roman" panose="02020603050405020304" pitchFamily="18" charset="0"/>
                <a:cs typeface="Times New Roman" panose="02020603050405020304" pitchFamily="18" charset="0"/>
                <a:sym typeface="+mn-ea"/>
              </a:rPr>
              <a:t>•</a:t>
            </a:r>
            <a:r>
              <a:rPr lang="en-US" sz="3500" i="0">
                <a:latin typeface="Times New Roman" panose="02020603050405020304" pitchFamily="18" charset="0"/>
                <a:cs typeface="Times New Roman" panose="02020603050405020304" pitchFamily="18" charset="0"/>
              </a:rPr>
              <a:t>while</a:t>
            </a:r>
            <a:r>
              <a:rPr lang="en-US" sz="3500" b="0" i="0">
                <a:latin typeface="Times New Roman" panose="02020603050405020304" pitchFamily="18" charset="0"/>
                <a:cs typeface="Times New Roman" panose="02020603050405020304" pitchFamily="18" charset="0"/>
              </a:rPr>
              <a:t>- loops through a block of code as long as the specified condition is true </a:t>
            </a:r>
            <a:br>
              <a:rPr lang="en-US" sz="3500" b="0" i="0">
                <a:latin typeface="Times New Roman" panose="02020603050405020304" pitchFamily="18" charset="0"/>
                <a:cs typeface="Times New Roman" panose="02020603050405020304" pitchFamily="18" charset="0"/>
              </a:rPr>
            </a:br>
            <a:r>
              <a:rPr lang="en-US" sz="3500" b="0" i="0">
                <a:latin typeface="Times New Roman" panose="02020603050405020304" pitchFamily="18" charset="0"/>
                <a:cs typeface="Times New Roman" panose="02020603050405020304" pitchFamily="18" charset="0"/>
              </a:rPr>
              <a:t>• </a:t>
            </a:r>
            <a:r>
              <a:rPr lang="en-US" sz="3500" i="0">
                <a:latin typeface="Times New Roman" panose="02020603050405020304" pitchFamily="18" charset="0"/>
                <a:cs typeface="Times New Roman" panose="02020603050405020304" pitchFamily="18" charset="0"/>
              </a:rPr>
              <a:t>do...while </a:t>
            </a:r>
            <a:r>
              <a:rPr lang="en-US" sz="3500" b="0" i="0">
                <a:latin typeface="Times New Roman" panose="02020603050405020304" pitchFamily="18" charset="0"/>
                <a:cs typeface="Times New Roman" panose="02020603050405020304" pitchFamily="18" charset="0"/>
              </a:rPr>
              <a:t>- loops through a block of code once, and then repeats the loop as long as the specified condition is true </a:t>
            </a:r>
            <a:br>
              <a:rPr lang="en-US" sz="3500" b="0" i="0">
                <a:latin typeface="Times New Roman" panose="02020603050405020304" pitchFamily="18" charset="0"/>
                <a:cs typeface="Times New Roman" panose="02020603050405020304" pitchFamily="18" charset="0"/>
              </a:rPr>
            </a:br>
            <a:r>
              <a:rPr lang="en-US" sz="3500" b="0" i="0">
                <a:latin typeface="Times New Roman" panose="02020603050405020304" pitchFamily="18" charset="0"/>
                <a:cs typeface="Times New Roman" panose="02020603050405020304" pitchFamily="18" charset="0"/>
              </a:rPr>
              <a:t>• </a:t>
            </a:r>
            <a:r>
              <a:rPr lang="en-US" sz="3500" i="0">
                <a:latin typeface="Times New Roman" panose="02020603050405020304" pitchFamily="18" charset="0"/>
                <a:cs typeface="Times New Roman" panose="02020603050405020304" pitchFamily="18" charset="0"/>
              </a:rPr>
              <a:t>for- loops</a:t>
            </a:r>
            <a:r>
              <a:rPr lang="en-US" sz="3500" b="0" i="0">
                <a:latin typeface="Times New Roman" panose="02020603050405020304" pitchFamily="18" charset="0"/>
                <a:cs typeface="Times New Roman" panose="02020603050405020304" pitchFamily="18" charset="0"/>
              </a:rPr>
              <a:t> through a block of code a specified number of times</a:t>
            </a:r>
            <a:br>
              <a:rPr lang="en-US" sz="3500" b="0" i="0">
                <a:latin typeface="Times New Roman" panose="02020603050405020304" pitchFamily="18" charset="0"/>
                <a:cs typeface="Times New Roman" panose="02020603050405020304" pitchFamily="18" charset="0"/>
              </a:rPr>
            </a:br>
            <a:r>
              <a:rPr lang="en-US" sz="3500" b="0" i="0">
                <a:latin typeface="Times New Roman" panose="02020603050405020304" pitchFamily="18" charset="0"/>
                <a:cs typeface="Times New Roman" panose="02020603050405020304" pitchFamily="18" charset="0"/>
              </a:rPr>
              <a:t> • f</a:t>
            </a:r>
            <a:r>
              <a:rPr lang="en-US" sz="3500" i="0">
                <a:latin typeface="Times New Roman" panose="02020603050405020304" pitchFamily="18" charset="0"/>
                <a:cs typeface="Times New Roman" panose="02020603050405020304" pitchFamily="18" charset="0"/>
              </a:rPr>
              <a:t>oreach- loops</a:t>
            </a:r>
            <a:r>
              <a:rPr lang="en-US" sz="3500" b="0" i="0">
                <a:latin typeface="Times New Roman" panose="02020603050405020304" pitchFamily="18" charset="0"/>
                <a:cs typeface="Times New Roman" panose="02020603050405020304" pitchFamily="18" charset="0"/>
              </a:rPr>
              <a:t> through a block of code for each element in an array</a:t>
            </a:r>
          </a:p>
        </p:txBody>
      </p:sp>
      <p:sp>
        <p:nvSpPr>
          <p:cNvPr id="4" name="Slide Number Placeholder 3">
            <a:extLst>
              <a:ext uri="{FF2B5EF4-FFF2-40B4-BE49-F238E27FC236}">
                <a16:creationId xmlns:a16="http://schemas.microsoft.com/office/drawing/2014/main" xmlns="" id="{8280C841-072D-3394-1CB4-C0C137441A7F}"/>
              </a:ext>
            </a:extLst>
          </p:cNvPr>
          <p:cNvSpPr>
            <a:spLocks noGrp="1"/>
          </p:cNvSpPr>
          <p:nvPr>
            <p:ph type="sldNum" idx="4"/>
          </p:nvPr>
        </p:nvSpPr>
        <p:spPr/>
        <p:txBody>
          <a:bodyPr/>
          <a:lstStyle/>
          <a:p>
            <a:pPr algn="r">
              <a:buNone/>
            </a:pPr>
            <a:fld id="{9A0DB2DC-4C9A-4742-B13C-FB6460FD3503}" type="slidenum">
              <a:rPr lang="en-GB" altLang="en-US" smtClean="0"/>
              <a:pPr algn="r">
                <a:buNone/>
              </a:pPr>
              <a:t>49</a:t>
            </a:fld>
            <a:endParaRPr lang="en-GB"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0" i="0" spc="-5" dirty="0">
                <a:highlight>
                  <a:srgbClr val="00FF00"/>
                </a:highlight>
                <a:latin typeface="Times New Roman" panose="02020603050405020304" pitchFamily="18" charset="0"/>
                <a:cs typeface="Times New Roman" panose="02020603050405020304" pitchFamily="18" charset="0"/>
                <a:sym typeface="+mn-ea"/>
              </a:rPr>
              <a:t>PHP</a:t>
            </a:r>
            <a:r>
              <a:rPr b="0" i="0" spc="-30" dirty="0">
                <a:highlight>
                  <a:srgbClr val="00FF00"/>
                </a:highlight>
                <a:latin typeface="Times New Roman" panose="02020603050405020304" pitchFamily="18" charset="0"/>
                <a:cs typeface="Times New Roman" panose="02020603050405020304" pitchFamily="18" charset="0"/>
                <a:sym typeface="+mn-ea"/>
              </a:rPr>
              <a:t> </a:t>
            </a:r>
            <a:r>
              <a:rPr b="0" i="0" spc="-5" dirty="0">
                <a:highlight>
                  <a:srgbClr val="00FF00"/>
                </a:highlight>
                <a:latin typeface="Times New Roman" panose="02020603050405020304" pitchFamily="18" charset="0"/>
                <a:cs typeface="Times New Roman" panose="02020603050405020304" pitchFamily="18" charset="0"/>
                <a:sym typeface="+mn-ea"/>
              </a:rPr>
              <a:t>Loops</a:t>
            </a:r>
            <a:r>
              <a:rPr lang="en-US" b="0" i="0" spc="-5" dirty="0">
                <a:highlight>
                  <a:srgbClr val="00FF00"/>
                </a:highlight>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
            </a:r>
            <a:br>
              <a:rPr sz="2400" b="0" i="0" spc="-5" dirty="0">
                <a:latin typeface="Times New Roman" panose="02020603050405020304" pitchFamily="18" charset="0"/>
                <a:cs typeface="Times New Roman" panose="02020603050405020304" pitchFamily="18" charset="0"/>
                <a:sym typeface="+mn-ea"/>
              </a:rPr>
            </a:br>
            <a:r>
              <a:rPr sz="2400" b="0" i="0" spc="-5" dirty="0">
                <a:latin typeface="Times New Roman" panose="02020603050405020304" pitchFamily="18" charset="0"/>
                <a:cs typeface="Times New Roman" panose="02020603050405020304" pitchFamily="18" charset="0"/>
                <a:sym typeface="+mn-ea"/>
              </a:rPr>
              <a:t/>
            </a:r>
            <a:br>
              <a:rPr sz="2400" b="0" i="0" spc="-5" dirty="0">
                <a:latin typeface="Times New Roman" panose="02020603050405020304" pitchFamily="18" charset="0"/>
                <a:cs typeface="Times New Roman" panose="02020603050405020304" pitchFamily="18" charset="0"/>
                <a:sym typeface="+mn-ea"/>
              </a:rPr>
            </a:br>
            <a:r>
              <a:rPr sz="2400" dirty="0">
                <a:latin typeface="Arial" panose="020B0604020202020204"/>
                <a:cs typeface="Arial" panose="020B0604020202020204"/>
                <a:sym typeface="+mn-ea"/>
              </a:rPr>
              <a:t>The</a:t>
            </a:r>
            <a:r>
              <a:rPr sz="2400" spc="-25" dirty="0">
                <a:latin typeface="Arial" panose="020B0604020202020204"/>
                <a:cs typeface="Arial" panose="020B0604020202020204"/>
                <a:sym typeface="+mn-ea"/>
              </a:rPr>
              <a:t> </a:t>
            </a:r>
            <a:r>
              <a:rPr sz="2400" dirty="0">
                <a:latin typeface="Arial" panose="020B0604020202020204"/>
                <a:cs typeface="Arial" panose="020B0604020202020204"/>
                <a:sym typeface="+mn-ea"/>
              </a:rPr>
              <a:t>PHP</a:t>
            </a:r>
            <a:r>
              <a:rPr sz="2400" spc="-35" dirty="0">
                <a:latin typeface="Arial" panose="020B0604020202020204"/>
                <a:cs typeface="Arial" panose="020B0604020202020204"/>
                <a:sym typeface="+mn-ea"/>
              </a:rPr>
              <a:t> </a:t>
            </a:r>
            <a:r>
              <a:rPr sz="2400" spc="-5" dirty="0">
                <a:latin typeface="Arial" panose="020B0604020202020204"/>
                <a:cs typeface="Arial" panose="020B0604020202020204"/>
                <a:sym typeface="+mn-ea"/>
              </a:rPr>
              <a:t>while</a:t>
            </a:r>
            <a:r>
              <a:rPr sz="2400" spc="-20" dirty="0">
                <a:latin typeface="Arial" panose="020B0604020202020204"/>
                <a:cs typeface="Arial" panose="020B0604020202020204"/>
                <a:sym typeface="+mn-ea"/>
              </a:rPr>
              <a:t> </a:t>
            </a:r>
            <a:r>
              <a:rPr sz="2400" dirty="0">
                <a:latin typeface="Arial" panose="020B0604020202020204"/>
                <a:cs typeface="Arial" panose="020B0604020202020204"/>
                <a:sym typeface="+mn-ea"/>
              </a:rPr>
              <a:t>Loop</a:t>
            </a:r>
            <a:r>
              <a:rPr sz="2400" b="0" i="0" spc="-5" dirty="0">
                <a:latin typeface="Times New Roman" panose="02020603050405020304" pitchFamily="18" charset="0"/>
                <a:cs typeface="Times New Roman" panose="02020603050405020304" pitchFamily="18" charset="0"/>
                <a:sym typeface="+mn-ea"/>
              </a:rPr>
              <a:t/>
            </a:r>
            <a:br>
              <a:rPr sz="2400" b="0" i="0" spc="-5" dirty="0">
                <a:latin typeface="Times New Roman" panose="02020603050405020304" pitchFamily="18" charset="0"/>
                <a:cs typeface="Times New Roman" panose="02020603050405020304" pitchFamily="18" charset="0"/>
                <a:sym typeface="+mn-ea"/>
              </a:rPr>
            </a:br>
            <a:r>
              <a:rPr sz="2400" dirty="0">
                <a:solidFill>
                  <a:srgbClr val="0000CD"/>
                </a:solidFill>
                <a:latin typeface="Arial MT"/>
                <a:cs typeface="Arial MT"/>
                <a:sym typeface="+mn-ea"/>
              </a:rPr>
              <a:t>&lt;</a:t>
            </a:r>
            <a:r>
              <a:rPr sz="2400" dirty="0">
                <a:solidFill>
                  <a:srgbClr val="A32A2A"/>
                </a:solidFill>
                <a:latin typeface="Arial MT"/>
                <a:cs typeface="Arial MT"/>
                <a:sym typeface="+mn-ea"/>
              </a:rPr>
              <a:t>html</a:t>
            </a:r>
            <a:r>
              <a:rPr sz="2400" dirty="0">
                <a:solidFill>
                  <a:srgbClr val="0000CD"/>
                </a:solidFill>
                <a:latin typeface="Arial MT"/>
                <a:cs typeface="Arial MT"/>
                <a:sym typeface="+mn-ea"/>
              </a:rPr>
              <a:t>&gt;</a:t>
            </a:r>
            <a:r>
              <a:rPr sz="2400">
                <a:latin typeface="Arial MT"/>
                <a:cs typeface="Arial MT"/>
              </a:rPr>
              <a:t/>
            </a:r>
            <a:br>
              <a:rPr sz="2400">
                <a:latin typeface="Arial MT"/>
                <a:cs typeface="Arial MT"/>
              </a:rPr>
            </a:br>
            <a:r>
              <a:rPr sz="2400" spc="-5" dirty="0">
                <a:solidFill>
                  <a:srgbClr val="0000CD"/>
                </a:solidFill>
                <a:latin typeface="Arial MT"/>
                <a:cs typeface="Arial MT"/>
                <a:sym typeface="+mn-ea"/>
              </a:rPr>
              <a:t>&lt;</a:t>
            </a:r>
            <a:r>
              <a:rPr sz="2400" spc="-5" dirty="0">
                <a:solidFill>
                  <a:srgbClr val="A32A2A"/>
                </a:solidFill>
                <a:latin typeface="Arial MT"/>
                <a:cs typeface="Arial MT"/>
                <a:sym typeface="+mn-ea"/>
              </a:rPr>
              <a:t>body</a:t>
            </a:r>
            <a:r>
              <a:rPr sz="2400" spc="-5" dirty="0">
                <a:solidFill>
                  <a:srgbClr val="0000CD"/>
                </a:solidFill>
                <a:latin typeface="Arial MT"/>
                <a:cs typeface="Arial MT"/>
                <a:sym typeface="+mn-ea"/>
              </a:rPr>
              <a:t>&gt;</a:t>
            </a:r>
            <a:r>
              <a:rPr sz="2400">
                <a:latin typeface="Arial MT"/>
                <a:cs typeface="Arial MT"/>
              </a:rPr>
              <a:t/>
            </a:r>
            <a:br>
              <a:rPr sz="2400">
                <a:latin typeface="Arial MT"/>
                <a:cs typeface="Arial MT"/>
              </a:rPr>
            </a:br>
            <a:r>
              <a:rPr sz="2400" spc="-5" dirty="0">
                <a:solidFill>
                  <a:srgbClr val="FF0000"/>
                </a:solidFill>
                <a:latin typeface="Arial MT"/>
                <a:cs typeface="Arial MT"/>
                <a:sym typeface="+mn-ea"/>
              </a:rPr>
              <a:t>&lt;?php</a:t>
            </a:r>
            <a:r>
              <a:rPr sz="2400">
                <a:latin typeface="Arial MT"/>
                <a:cs typeface="Arial MT"/>
              </a:rPr>
              <a:t/>
            </a:r>
            <a:br>
              <a:rPr sz="2400">
                <a:latin typeface="Arial MT"/>
                <a:cs typeface="Arial MT"/>
              </a:rPr>
            </a:br>
            <a:r>
              <a:rPr sz="2400" spc="-5" dirty="0">
                <a:latin typeface="Arial MT"/>
                <a:cs typeface="Arial MT"/>
                <a:sym typeface="+mn-ea"/>
              </a:rPr>
              <a:t>$x</a:t>
            </a:r>
            <a:r>
              <a:rPr sz="2400" spc="-40" dirty="0">
                <a:latin typeface="Arial MT"/>
                <a:cs typeface="Arial MT"/>
                <a:sym typeface="+mn-ea"/>
              </a:rPr>
              <a:t> </a:t>
            </a:r>
            <a:r>
              <a:rPr sz="2400" dirty="0">
                <a:latin typeface="Arial MT"/>
                <a:cs typeface="Arial MT"/>
                <a:sym typeface="+mn-ea"/>
              </a:rPr>
              <a:t>=</a:t>
            </a:r>
            <a:r>
              <a:rPr sz="2400" spc="-25" dirty="0">
                <a:latin typeface="Arial MT"/>
                <a:cs typeface="Arial MT"/>
                <a:sym typeface="+mn-ea"/>
              </a:rPr>
              <a:t> </a:t>
            </a:r>
            <a:r>
              <a:rPr sz="2400" spc="-5" dirty="0">
                <a:solidFill>
                  <a:srgbClr val="FF0000"/>
                </a:solidFill>
                <a:latin typeface="Arial MT"/>
                <a:cs typeface="Arial MT"/>
                <a:sym typeface="+mn-ea"/>
              </a:rPr>
              <a:t>1</a:t>
            </a:r>
            <a:r>
              <a:rPr sz="2400" spc="-5" dirty="0">
                <a:latin typeface="Arial MT"/>
                <a:cs typeface="Arial MT"/>
                <a:sym typeface="+mn-ea"/>
              </a:rPr>
              <a:t>;</a:t>
            </a:r>
            <a:r>
              <a:rPr sz="2400">
                <a:latin typeface="Arial MT"/>
                <a:cs typeface="Arial MT"/>
              </a:rPr>
              <a:t/>
            </a:r>
            <a:br>
              <a:rPr sz="2400">
                <a:latin typeface="Arial MT"/>
                <a:cs typeface="Arial MT"/>
              </a:rPr>
            </a:br>
            <a:r>
              <a:rPr sz="2400" spc="-5" dirty="0">
                <a:solidFill>
                  <a:srgbClr val="0000CD"/>
                </a:solidFill>
                <a:latin typeface="Arial MT"/>
                <a:cs typeface="Arial MT"/>
                <a:sym typeface="+mn-ea"/>
              </a:rPr>
              <a:t>while</a:t>
            </a:r>
            <a:r>
              <a:rPr sz="2400" spc="-5" dirty="0">
                <a:latin typeface="Arial MT"/>
                <a:cs typeface="Arial MT"/>
                <a:sym typeface="+mn-ea"/>
              </a:rPr>
              <a:t>($x</a:t>
            </a:r>
            <a:r>
              <a:rPr sz="2400" spc="-30" dirty="0">
                <a:latin typeface="Arial MT"/>
                <a:cs typeface="Arial MT"/>
                <a:sym typeface="+mn-ea"/>
              </a:rPr>
              <a:t> </a:t>
            </a:r>
            <a:r>
              <a:rPr sz="2400" dirty="0">
                <a:latin typeface="Arial MT"/>
                <a:cs typeface="Arial MT"/>
                <a:sym typeface="+mn-ea"/>
              </a:rPr>
              <a:t>&lt;=</a:t>
            </a:r>
            <a:r>
              <a:rPr sz="2400" spc="-20" dirty="0">
                <a:latin typeface="Arial MT"/>
                <a:cs typeface="Arial MT"/>
                <a:sym typeface="+mn-ea"/>
              </a:rPr>
              <a:t> </a:t>
            </a:r>
            <a:r>
              <a:rPr sz="2400" spc="-5" dirty="0">
                <a:solidFill>
                  <a:srgbClr val="FF0000"/>
                </a:solidFill>
                <a:latin typeface="Arial MT"/>
                <a:cs typeface="Arial MT"/>
                <a:sym typeface="+mn-ea"/>
              </a:rPr>
              <a:t>5</a:t>
            </a:r>
            <a:r>
              <a:rPr sz="2400" spc="-5" dirty="0">
                <a:latin typeface="Arial MT"/>
                <a:cs typeface="Arial MT"/>
                <a:sym typeface="+mn-ea"/>
              </a:rPr>
              <a:t>)</a:t>
            </a:r>
            <a:r>
              <a:rPr sz="2400" spc="-15" dirty="0">
                <a:latin typeface="Arial MT"/>
                <a:cs typeface="Arial MT"/>
                <a:sym typeface="+mn-ea"/>
              </a:rPr>
              <a:t> </a:t>
            </a:r>
            <a:r>
              <a:rPr sz="2400" dirty="0">
                <a:latin typeface="Arial MT"/>
                <a:cs typeface="Arial MT"/>
                <a:sym typeface="+mn-ea"/>
              </a:rPr>
              <a:t>{</a:t>
            </a:r>
            <a:r>
              <a:rPr sz="2400">
                <a:latin typeface="Arial MT"/>
                <a:cs typeface="Arial MT"/>
              </a:rPr>
              <a:t/>
            </a:r>
            <a:br>
              <a:rPr sz="2400">
                <a:latin typeface="Arial MT"/>
                <a:cs typeface="Arial MT"/>
              </a:rPr>
            </a:br>
            <a:r>
              <a:rPr sz="2400" spc="-5" dirty="0">
                <a:solidFill>
                  <a:srgbClr val="0000CD"/>
                </a:solidFill>
                <a:latin typeface="Arial MT"/>
                <a:cs typeface="Arial MT"/>
                <a:sym typeface="+mn-ea"/>
              </a:rPr>
              <a:t>echo</a:t>
            </a:r>
            <a:r>
              <a:rPr sz="2400" spc="-15" dirty="0">
                <a:solidFill>
                  <a:srgbClr val="0000CD"/>
                </a:solidFill>
                <a:latin typeface="Arial MT"/>
                <a:cs typeface="Arial MT"/>
                <a:sym typeface="+mn-ea"/>
              </a:rPr>
              <a:t> </a:t>
            </a:r>
            <a:r>
              <a:rPr sz="2400" spc="-5" dirty="0">
                <a:solidFill>
                  <a:srgbClr val="A32A2A"/>
                </a:solidFill>
                <a:latin typeface="Arial MT"/>
                <a:cs typeface="Arial MT"/>
                <a:sym typeface="+mn-ea"/>
              </a:rPr>
              <a:t>"The number</a:t>
            </a:r>
            <a:r>
              <a:rPr sz="2400" spc="-10" dirty="0">
                <a:solidFill>
                  <a:srgbClr val="A32A2A"/>
                </a:solidFill>
                <a:latin typeface="Arial MT"/>
                <a:cs typeface="Arial MT"/>
                <a:sym typeface="+mn-ea"/>
              </a:rPr>
              <a:t> </a:t>
            </a:r>
            <a:r>
              <a:rPr sz="2400" spc="-5" dirty="0">
                <a:solidFill>
                  <a:srgbClr val="A32A2A"/>
                </a:solidFill>
                <a:latin typeface="Arial MT"/>
                <a:cs typeface="Arial MT"/>
                <a:sym typeface="+mn-ea"/>
              </a:rPr>
              <a:t>is:</a:t>
            </a:r>
            <a:r>
              <a:rPr sz="2400" spc="-15" dirty="0">
                <a:solidFill>
                  <a:srgbClr val="A32A2A"/>
                </a:solidFill>
                <a:latin typeface="Arial MT"/>
                <a:cs typeface="Arial MT"/>
                <a:sym typeface="+mn-ea"/>
              </a:rPr>
              <a:t> </a:t>
            </a:r>
            <a:r>
              <a:rPr sz="2400" spc="-5" dirty="0">
                <a:solidFill>
                  <a:srgbClr val="A32A2A"/>
                </a:solidFill>
                <a:latin typeface="Arial MT"/>
                <a:cs typeface="Arial MT"/>
                <a:sym typeface="+mn-ea"/>
              </a:rPr>
              <a:t>$x</a:t>
            </a:r>
            <a:r>
              <a:rPr sz="2400">
                <a:latin typeface="Arial MT"/>
                <a:cs typeface="Arial MT"/>
              </a:rPr>
              <a:t/>
            </a:r>
            <a:br>
              <a:rPr sz="2400">
                <a:latin typeface="Arial MT"/>
                <a:cs typeface="Arial MT"/>
              </a:rPr>
            </a:br>
            <a:r>
              <a:rPr sz="2400" spc="-5" dirty="0">
                <a:solidFill>
                  <a:srgbClr val="A32A2A"/>
                </a:solidFill>
                <a:latin typeface="Arial MT"/>
                <a:cs typeface="Arial MT"/>
                <a:sym typeface="+mn-ea"/>
              </a:rPr>
              <a:t>&lt;br&gt;"</a:t>
            </a:r>
            <a:r>
              <a:rPr sz="2400" spc="-5" dirty="0">
                <a:latin typeface="Arial MT"/>
                <a:cs typeface="Arial MT"/>
                <a:sym typeface="+mn-ea"/>
              </a:rPr>
              <a:t>;</a:t>
            </a:r>
            <a:r>
              <a:rPr sz="2400" spc="-40" dirty="0">
                <a:latin typeface="Arial MT"/>
                <a:cs typeface="Arial MT"/>
                <a:sym typeface="+mn-ea"/>
              </a:rPr>
              <a:t> </a:t>
            </a:r>
            <a:r>
              <a:rPr sz="2400" spc="-5" dirty="0">
                <a:latin typeface="Arial MT"/>
                <a:cs typeface="Arial MT"/>
                <a:sym typeface="+mn-ea"/>
              </a:rPr>
              <a:t>$x++;</a:t>
            </a:r>
            <a:r>
              <a:rPr sz="2400">
                <a:latin typeface="Arial MT"/>
                <a:cs typeface="Arial MT"/>
              </a:rPr>
              <a:t/>
            </a:r>
            <a:br>
              <a:rPr sz="2400">
                <a:latin typeface="Arial MT"/>
                <a:cs typeface="Arial MT"/>
              </a:rPr>
            </a:br>
            <a:r>
              <a:rPr sz="2400" dirty="0">
                <a:latin typeface="Arial MT"/>
                <a:cs typeface="Arial MT"/>
                <a:sym typeface="+mn-ea"/>
              </a:rPr>
              <a:t>}</a:t>
            </a:r>
            <a:r>
              <a:rPr sz="2400">
                <a:latin typeface="Arial MT"/>
                <a:cs typeface="Arial MT"/>
              </a:rPr>
              <a:t/>
            </a:r>
            <a:br>
              <a:rPr sz="2400">
                <a:latin typeface="Arial MT"/>
                <a:cs typeface="Arial MT"/>
              </a:rPr>
            </a:br>
            <a:r>
              <a:rPr sz="2400" spc="-5" dirty="0">
                <a:solidFill>
                  <a:srgbClr val="FF0000"/>
                </a:solidFill>
                <a:latin typeface="Arial MT"/>
                <a:cs typeface="Arial MT"/>
                <a:sym typeface="+mn-ea"/>
              </a:rPr>
              <a:t>?&gt;</a:t>
            </a:r>
            <a:r>
              <a:rPr sz="2400">
                <a:latin typeface="Arial MT"/>
                <a:cs typeface="Arial MT"/>
              </a:rPr>
              <a:t/>
            </a:r>
            <a:br>
              <a:rPr sz="2400">
                <a:latin typeface="Arial MT"/>
                <a:cs typeface="Arial MT"/>
              </a:rPr>
            </a:br>
            <a:r>
              <a:rPr sz="2400" spc="-5" dirty="0">
                <a:solidFill>
                  <a:srgbClr val="0000CD"/>
                </a:solidFill>
                <a:latin typeface="Arial MT"/>
                <a:cs typeface="Arial MT"/>
                <a:sym typeface="+mn-ea"/>
              </a:rPr>
              <a:t>&lt;</a:t>
            </a:r>
            <a:r>
              <a:rPr sz="2400" spc="-5" dirty="0">
                <a:solidFill>
                  <a:srgbClr val="A32A2A"/>
                </a:solidFill>
                <a:latin typeface="Arial MT"/>
                <a:cs typeface="Arial MT"/>
                <a:sym typeface="+mn-ea"/>
              </a:rPr>
              <a:t>/body</a:t>
            </a:r>
            <a:r>
              <a:rPr sz="2400" spc="-5" dirty="0">
                <a:solidFill>
                  <a:srgbClr val="0000CD"/>
                </a:solidFill>
                <a:latin typeface="Arial MT"/>
                <a:cs typeface="Arial MT"/>
                <a:sym typeface="+mn-ea"/>
              </a:rPr>
              <a:t>&gt;</a:t>
            </a:r>
            <a:r>
              <a:rPr sz="2400">
                <a:latin typeface="Arial MT"/>
                <a:cs typeface="Arial MT"/>
              </a:rPr>
              <a:t/>
            </a:r>
            <a:br>
              <a:rPr sz="2400">
                <a:latin typeface="Arial MT"/>
                <a:cs typeface="Arial MT"/>
              </a:rPr>
            </a:br>
            <a:r>
              <a:rPr sz="2400" dirty="0">
                <a:solidFill>
                  <a:srgbClr val="0000CD"/>
                </a:solidFill>
                <a:latin typeface="Arial MT"/>
                <a:cs typeface="Arial MT"/>
                <a:sym typeface="+mn-ea"/>
              </a:rPr>
              <a:t>&lt;</a:t>
            </a:r>
            <a:r>
              <a:rPr sz="2400" dirty="0">
                <a:solidFill>
                  <a:srgbClr val="A32A2A"/>
                </a:solidFill>
                <a:latin typeface="Arial MT"/>
                <a:cs typeface="Arial MT"/>
                <a:sym typeface="+mn-ea"/>
              </a:rPr>
              <a:t>/html</a:t>
            </a:r>
            <a:r>
              <a:rPr sz="2400" dirty="0">
                <a:solidFill>
                  <a:srgbClr val="0000CD"/>
                </a:solidFill>
                <a:latin typeface="Arial MT"/>
                <a:cs typeface="Arial MT"/>
                <a:sym typeface="+mn-ea"/>
              </a:rPr>
              <a:t>&gt;</a:t>
            </a:r>
            <a:r>
              <a:rPr sz="2400">
                <a:latin typeface="Arial MT"/>
                <a:cs typeface="Arial MT"/>
              </a:rPr>
              <a:t/>
            </a:r>
            <a:br>
              <a:rPr sz="2400">
                <a:latin typeface="Arial MT"/>
                <a:cs typeface="Arial MT"/>
              </a:rPr>
            </a:br>
            <a:r>
              <a:rPr sz="2400" dirty="0">
                <a:latin typeface="Arial" panose="020B0604020202020204"/>
                <a:cs typeface="Arial" panose="020B0604020202020204"/>
                <a:sym typeface="+mn-ea"/>
              </a:rPr>
              <a:t>OUTPUT:</a:t>
            </a:r>
            <a:r>
              <a:rPr sz="2400">
                <a:latin typeface="Arial" panose="020B0604020202020204"/>
                <a:cs typeface="Arial" panose="020B0604020202020204"/>
              </a:rPr>
              <a:t/>
            </a:r>
            <a:br>
              <a:rPr sz="2400">
                <a:latin typeface="Arial" panose="020B0604020202020204"/>
                <a:cs typeface="Arial" panose="020B0604020202020204"/>
              </a:rPr>
            </a:br>
            <a:r>
              <a:rPr sz="2400" spc="-5" dirty="0">
                <a:latin typeface="Arial MT"/>
                <a:cs typeface="Arial MT"/>
                <a:sym typeface="+mn-ea"/>
              </a:rPr>
              <a:t>The number is: 1 </a:t>
            </a:r>
            <a:r>
              <a:rPr sz="2400" spc="-325" dirty="0">
                <a:latin typeface="Arial MT"/>
                <a:cs typeface="Arial MT"/>
                <a:sym typeface="+mn-ea"/>
              </a:rPr>
              <a:t> </a:t>
            </a:r>
            <a:r>
              <a:rPr sz="2400" spc="-5" dirty="0">
                <a:latin typeface="Arial MT"/>
                <a:cs typeface="Arial MT"/>
                <a:sym typeface="+mn-ea"/>
              </a:rPr>
              <a:t>The number is: 2 </a:t>
            </a:r>
            <a:r>
              <a:rPr sz="2400" spc="-325" dirty="0">
                <a:latin typeface="Arial MT"/>
                <a:cs typeface="Arial MT"/>
                <a:sym typeface="+mn-ea"/>
              </a:rPr>
              <a:t> </a:t>
            </a:r>
            <a:r>
              <a:rPr sz="2400" spc="-5" dirty="0">
                <a:latin typeface="Arial MT"/>
                <a:cs typeface="Arial MT"/>
                <a:sym typeface="+mn-ea"/>
              </a:rPr>
              <a:t>The number is: 3 </a:t>
            </a:r>
            <a:r>
              <a:rPr sz="2400" spc="-325" dirty="0">
                <a:latin typeface="Arial MT"/>
                <a:cs typeface="Arial MT"/>
                <a:sym typeface="+mn-ea"/>
              </a:rPr>
              <a:t> </a:t>
            </a:r>
            <a:r>
              <a:rPr sz="2400" spc="-5" dirty="0">
                <a:latin typeface="Arial MT"/>
                <a:cs typeface="Arial MT"/>
                <a:sym typeface="+mn-ea"/>
              </a:rPr>
              <a:t>The number is: 4 </a:t>
            </a:r>
            <a:r>
              <a:rPr sz="2400" spc="-325" dirty="0">
                <a:latin typeface="Arial MT"/>
                <a:cs typeface="Arial MT"/>
                <a:sym typeface="+mn-ea"/>
              </a:rPr>
              <a:t> </a:t>
            </a:r>
            <a:r>
              <a:rPr sz="2400" spc="-5" dirty="0">
                <a:latin typeface="Arial MT"/>
                <a:cs typeface="Arial MT"/>
                <a:sym typeface="+mn-ea"/>
              </a:rPr>
              <a:t>The</a:t>
            </a:r>
            <a:r>
              <a:rPr sz="2400" spc="-20" dirty="0">
                <a:latin typeface="Arial MT"/>
                <a:cs typeface="Arial MT"/>
                <a:sym typeface="+mn-ea"/>
              </a:rPr>
              <a:t> </a:t>
            </a:r>
            <a:r>
              <a:rPr sz="2400" spc="-5" dirty="0">
                <a:latin typeface="Arial MT"/>
                <a:cs typeface="Arial MT"/>
                <a:sym typeface="+mn-ea"/>
              </a:rPr>
              <a:t>number</a:t>
            </a:r>
            <a:r>
              <a:rPr sz="2400" spc="-20" dirty="0">
                <a:latin typeface="Arial MT"/>
                <a:cs typeface="Arial MT"/>
                <a:sym typeface="+mn-ea"/>
              </a:rPr>
              <a:t> </a:t>
            </a:r>
            <a:r>
              <a:rPr sz="2400" spc="-5" dirty="0">
                <a:latin typeface="Arial MT"/>
                <a:cs typeface="Arial MT"/>
                <a:sym typeface="+mn-ea"/>
              </a:rPr>
              <a:t>is:</a:t>
            </a:r>
            <a:r>
              <a:rPr sz="2400" spc="-25" dirty="0">
                <a:latin typeface="Arial MT"/>
                <a:cs typeface="Arial MT"/>
                <a:sym typeface="+mn-ea"/>
              </a:rPr>
              <a:t> </a:t>
            </a:r>
            <a:r>
              <a:rPr sz="2400" spc="-5" dirty="0">
                <a:latin typeface="Arial MT"/>
                <a:cs typeface="Arial MT"/>
                <a:sym typeface="+mn-ea"/>
              </a:rPr>
              <a:t>5</a:t>
            </a:r>
            <a:endParaRPr lang="en-US" sz="2400" b="0" i="0" spc="-5" dirty="0">
              <a:latin typeface="Times New Roman" panose="02020603050405020304" pitchFamily="18" charset="0"/>
              <a:cs typeface="Times New Roman" panose="02020603050405020304" pitchFamily="18" charset="0"/>
              <a:sym typeface="+mn-ea"/>
            </a:endParaRPr>
          </a:p>
        </p:txBody>
      </p:sp>
      <p:sp>
        <p:nvSpPr>
          <p:cNvPr id="4" name="Slide Number Placeholder 3">
            <a:extLst>
              <a:ext uri="{FF2B5EF4-FFF2-40B4-BE49-F238E27FC236}">
                <a16:creationId xmlns:a16="http://schemas.microsoft.com/office/drawing/2014/main" xmlns="" id="{519CD206-2466-E217-C140-2A559E03B340}"/>
              </a:ext>
            </a:extLst>
          </p:cNvPr>
          <p:cNvSpPr>
            <a:spLocks noGrp="1"/>
          </p:cNvSpPr>
          <p:nvPr>
            <p:ph type="sldNum" idx="4"/>
          </p:nvPr>
        </p:nvSpPr>
        <p:spPr/>
        <p:txBody>
          <a:bodyPr/>
          <a:lstStyle/>
          <a:p>
            <a:pPr algn="r">
              <a:buNone/>
            </a:pPr>
            <a:fld id="{9A0DB2DC-4C9A-4742-B13C-FB6460FD3503}" type="slidenum">
              <a:rPr lang="en-GB" altLang="en-US" smtClean="0"/>
              <a:pPr algn="r">
                <a:buNone/>
              </a:pPr>
              <a:t>50</a:t>
            </a:fld>
            <a:endParaRPr lang="en-GB"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sym typeface="+mn-ea"/>
              </a:rPr>
              <a:t>The</a:t>
            </a:r>
            <a:r>
              <a:rPr spc="-15" dirty="0">
                <a:latin typeface="Times New Roman" panose="02020603050405020304" pitchFamily="18" charset="0"/>
                <a:cs typeface="Times New Roman" panose="02020603050405020304" pitchFamily="18" charset="0"/>
                <a:sym typeface="+mn-ea"/>
              </a:rPr>
              <a:t> </a:t>
            </a:r>
            <a:r>
              <a:rPr dirty="0">
                <a:latin typeface="Times New Roman" panose="02020603050405020304" pitchFamily="18" charset="0"/>
                <a:cs typeface="Times New Roman" panose="02020603050405020304" pitchFamily="18" charset="0"/>
                <a:sym typeface="+mn-ea"/>
              </a:rPr>
              <a:t>PHP</a:t>
            </a:r>
            <a:r>
              <a:rPr spc="-10" dirty="0">
                <a:latin typeface="Times New Roman" panose="02020603050405020304" pitchFamily="18" charset="0"/>
                <a:cs typeface="Times New Roman" panose="02020603050405020304" pitchFamily="18" charset="0"/>
                <a:sym typeface="+mn-ea"/>
              </a:rPr>
              <a:t> </a:t>
            </a:r>
            <a:r>
              <a:rPr spc="-5" dirty="0">
                <a:latin typeface="Times New Roman" panose="02020603050405020304" pitchFamily="18" charset="0"/>
                <a:cs typeface="Times New Roman" panose="02020603050405020304" pitchFamily="18" charset="0"/>
                <a:sym typeface="+mn-ea"/>
              </a:rPr>
              <a:t>do...while</a:t>
            </a:r>
            <a:r>
              <a:rPr spc="-15" dirty="0">
                <a:latin typeface="Times New Roman" panose="02020603050405020304" pitchFamily="18" charset="0"/>
                <a:cs typeface="Times New Roman" panose="02020603050405020304" pitchFamily="18" charset="0"/>
                <a:sym typeface="+mn-ea"/>
              </a:rPr>
              <a:t> </a:t>
            </a:r>
            <a:r>
              <a:rPr spc="-5" dirty="0">
                <a:latin typeface="Times New Roman" panose="02020603050405020304" pitchFamily="18" charset="0"/>
                <a:cs typeface="Times New Roman" panose="02020603050405020304" pitchFamily="18" charset="0"/>
                <a:sym typeface="+mn-ea"/>
              </a:rPr>
              <a:t>Loop</a:t>
            </a:r>
            <a:r>
              <a:rPr sz="2500" spc="-5" dirty="0">
                <a:latin typeface="Times New Roman" panose="02020603050405020304" pitchFamily="18" charset="0"/>
                <a:cs typeface="Times New Roman" panose="02020603050405020304" pitchFamily="18" charset="0"/>
                <a:sym typeface="+mn-ea"/>
              </a:rPr>
              <a:t/>
            </a:r>
            <a:br>
              <a:rPr sz="2500" spc="-5" dirty="0">
                <a:latin typeface="Times New Roman" panose="02020603050405020304" pitchFamily="18" charset="0"/>
                <a:cs typeface="Times New Roman" panose="02020603050405020304" pitchFamily="18" charset="0"/>
                <a:sym typeface="+mn-ea"/>
              </a:rPr>
            </a:br>
            <a:r>
              <a:rPr sz="2500" spc="-5" dirty="0">
                <a:latin typeface="Times New Roman" panose="02020603050405020304" pitchFamily="18" charset="0"/>
                <a:cs typeface="Times New Roman" panose="02020603050405020304" pitchFamily="18" charset="0"/>
                <a:sym typeface="+mn-ea"/>
              </a:rPr>
              <a:t/>
            </a:r>
            <a:br>
              <a:rPr sz="2500" spc="-5" dirty="0">
                <a:latin typeface="Times New Roman" panose="02020603050405020304" pitchFamily="18" charset="0"/>
                <a:cs typeface="Times New Roman" panose="02020603050405020304" pitchFamily="18" charset="0"/>
                <a:sym typeface="+mn-ea"/>
              </a:rPr>
            </a:br>
            <a:r>
              <a:rPr sz="2500" dirty="0">
                <a:solidFill>
                  <a:srgbClr val="0000CD"/>
                </a:solidFill>
                <a:latin typeface="Times New Roman" panose="02020603050405020304" pitchFamily="18" charset="0"/>
                <a:cs typeface="Times New Roman" panose="02020603050405020304" pitchFamily="18" charset="0"/>
                <a:sym typeface="+mn-ea"/>
              </a:rPr>
              <a:t>&lt;</a:t>
            </a:r>
            <a:r>
              <a:rPr sz="2500" dirty="0">
                <a:solidFill>
                  <a:srgbClr val="A32A2A"/>
                </a:solidFill>
                <a:latin typeface="Times New Roman" panose="02020603050405020304" pitchFamily="18" charset="0"/>
                <a:cs typeface="Times New Roman" panose="02020603050405020304" pitchFamily="18" charset="0"/>
                <a:sym typeface="+mn-ea"/>
              </a:rPr>
              <a:t>html</a:t>
            </a:r>
            <a:r>
              <a:rPr sz="2500" dirty="0">
                <a:solidFill>
                  <a:srgbClr val="0000CD"/>
                </a:solidFill>
                <a:latin typeface="Times New Roman" panose="02020603050405020304" pitchFamily="18" charset="0"/>
                <a:cs typeface="Times New Roman" panose="02020603050405020304" pitchFamily="18" charset="0"/>
                <a:sym typeface="+mn-ea"/>
              </a:rPr>
              <a:t>&gt;</a:t>
            </a:r>
            <a:r>
              <a:rPr sz="2500">
                <a:latin typeface="Times New Roman" panose="02020603050405020304" pitchFamily="18" charset="0"/>
                <a:cs typeface="Times New Roman" panose="02020603050405020304" pitchFamily="18" charset="0"/>
              </a:rPr>
              <a:t/>
            </a:r>
            <a:br>
              <a:rPr sz="2500">
                <a:latin typeface="Times New Roman" panose="02020603050405020304" pitchFamily="18" charset="0"/>
                <a:cs typeface="Times New Roman" panose="02020603050405020304" pitchFamily="18" charset="0"/>
              </a:rPr>
            </a:br>
            <a:r>
              <a:rPr sz="2500" spc="-5" dirty="0">
                <a:solidFill>
                  <a:srgbClr val="0000CD"/>
                </a:solidFill>
                <a:latin typeface="Times New Roman" panose="02020603050405020304" pitchFamily="18" charset="0"/>
                <a:cs typeface="Times New Roman" panose="02020603050405020304" pitchFamily="18" charset="0"/>
                <a:sym typeface="+mn-ea"/>
              </a:rPr>
              <a:t>&lt;</a:t>
            </a:r>
            <a:r>
              <a:rPr sz="2500" spc="-5" dirty="0">
                <a:solidFill>
                  <a:srgbClr val="A32A2A"/>
                </a:solidFill>
                <a:latin typeface="Times New Roman" panose="02020603050405020304" pitchFamily="18" charset="0"/>
                <a:cs typeface="Times New Roman" panose="02020603050405020304" pitchFamily="18" charset="0"/>
                <a:sym typeface="+mn-ea"/>
              </a:rPr>
              <a:t>body</a:t>
            </a:r>
            <a:r>
              <a:rPr sz="2500" spc="-5" dirty="0">
                <a:solidFill>
                  <a:srgbClr val="0000CD"/>
                </a:solidFill>
                <a:latin typeface="Times New Roman" panose="02020603050405020304" pitchFamily="18" charset="0"/>
                <a:cs typeface="Times New Roman" panose="02020603050405020304" pitchFamily="18" charset="0"/>
                <a:sym typeface="+mn-ea"/>
              </a:rPr>
              <a:t>&gt;</a:t>
            </a:r>
            <a:r>
              <a:rPr sz="2500">
                <a:latin typeface="Times New Roman" panose="02020603050405020304" pitchFamily="18" charset="0"/>
                <a:cs typeface="Times New Roman" panose="02020603050405020304" pitchFamily="18" charset="0"/>
              </a:rPr>
              <a:t/>
            </a:r>
            <a:br>
              <a:rPr sz="2500">
                <a:latin typeface="Times New Roman" panose="02020603050405020304" pitchFamily="18" charset="0"/>
                <a:cs typeface="Times New Roman" panose="02020603050405020304" pitchFamily="18" charset="0"/>
              </a:rPr>
            </a:br>
            <a:r>
              <a:rPr sz="2500" spc="-5" dirty="0">
                <a:solidFill>
                  <a:srgbClr val="FF0000"/>
                </a:solidFill>
                <a:latin typeface="Times New Roman" panose="02020603050405020304" pitchFamily="18" charset="0"/>
                <a:cs typeface="Times New Roman" panose="02020603050405020304" pitchFamily="18" charset="0"/>
                <a:sym typeface="+mn-ea"/>
              </a:rPr>
              <a:t>&lt;?php</a:t>
            </a:r>
            <a:r>
              <a:rPr sz="2500">
                <a:latin typeface="Times New Roman" panose="02020603050405020304" pitchFamily="18" charset="0"/>
                <a:cs typeface="Times New Roman" panose="02020603050405020304" pitchFamily="18" charset="0"/>
              </a:rPr>
              <a:t/>
            </a:r>
            <a:br>
              <a:rPr sz="2500">
                <a:latin typeface="Times New Roman" panose="02020603050405020304" pitchFamily="18" charset="0"/>
                <a:cs typeface="Times New Roman" panose="02020603050405020304" pitchFamily="18" charset="0"/>
              </a:rPr>
            </a:br>
            <a:r>
              <a:rPr sz="2500" spc="-5" dirty="0">
                <a:latin typeface="Times New Roman" panose="02020603050405020304" pitchFamily="18" charset="0"/>
                <a:cs typeface="Times New Roman" panose="02020603050405020304" pitchFamily="18" charset="0"/>
                <a:sym typeface="+mn-ea"/>
              </a:rPr>
              <a:t>$x</a:t>
            </a:r>
            <a:r>
              <a:rPr sz="2500" spc="-55" dirty="0">
                <a:latin typeface="Times New Roman" panose="02020603050405020304" pitchFamily="18" charset="0"/>
                <a:cs typeface="Times New Roman" panose="02020603050405020304" pitchFamily="18" charset="0"/>
                <a:sym typeface="+mn-ea"/>
              </a:rPr>
              <a:t> </a:t>
            </a:r>
            <a:r>
              <a:rPr sz="2500" dirty="0">
                <a:latin typeface="Times New Roman" panose="02020603050405020304" pitchFamily="18" charset="0"/>
                <a:cs typeface="Times New Roman" panose="02020603050405020304" pitchFamily="18" charset="0"/>
                <a:sym typeface="+mn-ea"/>
              </a:rPr>
              <a:t>=</a:t>
            </a:r>
            <a:r>
              <a:rPr sz="2500" spc="-40" dirty="0">
                <a:latin typeface="Times New Roman" panose="02020603050405020304" pitchFamily="18" charset="0"/>
                <a:cs typeface="Times New Roman" panose="02020603050405020304" pitchFamily="18" charset="0"/>
                <a:sym typeface="+mn-ea"/>
              </a:rPr>
              <a:t> </a:t>
            </a:r>
            <a:r>
              <a:rPr sz="2500" spc="-5" dirty="0">
                <a:solidFill>
                  <a:srgbClr val="FF0000"/>
                </a:solidFill>
                <a:latin typeface="Times New Roman" panose="02020603050405020304" pitchFamily="18" charset="0"/>
                <a:cs typeface="Times New Roman" panose="02020603050405020304" pitchFamily="18" charset="0"/>
                <a:sym typeface="+mn-ea"/>
              </a:rPr>
              <a:t>1</a:t>
            </a:r>
            <a:r>
              <a:rPr sz="2500" spc="-5" dirty="0">
                <a:latin typeface="Times New Roman" panose="02020603050405020304" pitchFamily="18" charset="0"/>
                <a:cs typeface="Times New Roman" panose="02020603050405020304" pitchFamily="18" charset="0"/>
                <a:sym typeface="+mn-ea"/>
              </a:rPr>
              <a:t>; </a:t>
            </a:r>
            <a:r>
              <a:rPr sz="2500" spc="-305" dirty="0">
                <a:latin typeface="Times New Roman" panose="02020603050405020304" pitchFamily="18" charset="0"/>
                <a:cs typeface="Times New Roman" panose="02020603050405020304" pitchFamily="18" charset="0"/>
                <a:sym typeface="+mn-ea"/>
              </a:rPr>
              <a:t> </a:t>
            </a:r>
            <a:r>
              <a:rPr sz="2500" spc="-5" dirty="0">
                <a:solidFill>
                  <a:srgbClr val="0000CD"/>
                </a:solidFill>
                <a:latin typeface="Times New Roman" panose="02020603050405020304" pitchFamily="18" charset="0"/>
                <a:cs typeface="Times New Roman" panose="02020603050405020304" pitchFamily="18" charset="0"/>
                <a:sym typeface="+mn-ea"/>
              </a:rPr>
              <a:t>do</a:t>
            </a:r>
            <a:r>
              <a:rPr sz="2500" spc="-20" dirty="0">
                <a:solidFill>
                  <a:srgbClr val="0000CD"/>
                </a:solidFill>
                <a:latin typeface="Times New Roman" panose="02020603050405020304" pitchFamily="18" charset="0"/>
                <a:cs typeface="Times New Roman" panose="02020603050405020304" pitchFamily="18" charset="0"/>
                <a:sym typeface="+mn-ea"/>
              </a:rPr>
              <a:t> </a:t>
            </a:r>
            <a:r>
              <a:rPr sz="2500" dirty="0">
                <a:latin typeface="Times New Roman" panose="02020603050405020304" pitchFamily="18" charset="0"/>
                <a:cs typeface="Times New Roman" panose="02020603050405020304" pitchFamily="18" charset="0"/>
                <a:sym typeface="+mn-ea"/>
              </a:rPr>
              <a:t>{</a:t>
            </a:r>
            <a:r>
              <a:rPr sz="2500">
                <a:latin typeface="Times New Roman" panose="02020603050405020304" pitchFamily="18" charset="0"/>
                <a:cs typeface="Times New Roman" panose="02020603050405020304" pitchFamily="18" charset="0"/>
              </a:rPr>
              <a:t/>
            </a:r>
            <a:br>
              <a:rPr sz="2500">
                <a:latin typeface="Times New Roman" panose="02020603050405020304" pitchFamily="18" charset="0"/>
                <a:cs typeface="Times New Roman" panose="02020603050405020304" pitchFamily="18" charset="0"/>
              </a:rPr>
            </a:br>
            <a:r>
              <a:rPr sz="2500" spc="-5" dirty="0">
                <a:solidFill>
                  <a:srgbClr val="0000CD"/>
                </a:solidFill>
                <a:latin typeface="Times New Roman" panose="02020603050405020304" pitchFamily="18" charset="0"/>
                <a:cs typeface="Times New Roman" panose="02020603050405020304" pitchFamily="18" charset="0"/>
                <a:sym typeface="+mn-ea"/>
              </a:rPr>
              <a:t>echo</a:t>
            </a:r>
            <a:r>
              <a:rPr sz="2500" spc="-15" dirty="0">
                <a:solidFill>
                  <a:srgbClr val="0000CD"/>
                </a:solidFill>
                <a:latin typeface="Times New Roman" panose="02020603050405020304" pitchFamily="18" charset="0"/>
                <a:cs typeface="Times New Roman" panose="02020603050405020304" pitchFamily="18" charset="0"/>
                <a:sym typeface="+mn-ea"/>
              </a:rPr>
              <a:t> </a:t>
            </a:r>
            <a:r>
              <a:rPr sz="2500" spc="-5" dirty="0">
                <a:solidFill>
                  <a:srgbClr val="A32A2A"/>
                </a:solidFill>
                <a:latin typeface="Times New Roman" panose="02020603050405020304" pitchFamily="18" charset="0"/>
                <a:cs typeface="Times New Roman" panose="02020603050405020304" pitchFamily="18" charset="0"/>
                <a:sym typeface="+mn-ea"/>
              </a:rPr>
              <a:t>"The number is:</a:t>
            </a:r>
            <a:r>
              <a:rPr sz="2500" spc="-15" dirty="0">
                <a:solidFill>
                  <a:srgbClr val="A32A2A"/>
                </a:solidFill>
                <a:latin typeface="Times New Roman" panose="02020603050405020304" pitchFamily="18" charset="0"/>
                <a:cs typeface="Times New Roman" panose="02020603050405020304" pitchFamily="18" charset="0"/>
                <a:sym typeface="+mn-ea"/>
              </a:rPr>
              <a:t> </a:t>
            </a:r>
            <a:r>
              <a:rPr sz="2500" spc="-5" dirty="0">
                <a:solidFill>
                  <a:srgbClr val="A32A2A"/>
                </a:solidFill>
                <a:latin typeface="Times New Roman" panose="02020603050405020304" pitchFamily="18" charset="0"/>
                <a:cs typeface="Times New Roman" panose="02020603050405020304" pitchFamily="18" charset="0"/>
                <a:sym typeface="+mn-ea"/>
              </a:rPr>
              <a:t>$x</a:t>
            </a:r>
            <a:r>
              <a:rPr sz="2500" spc="-20" dirty="0">
                <a:solidFill>
                  <a:srgbClr val="A32A2A"/>
                </a:solidFill>
                <a:latin typeface="Times New Roman" panose="02020603050405020304" pitchFamily="18" charset="0"/>
                <a:cs typeface="Times New Roman" panose="02020603050405020304" pitchFamily="18" charset="0"/>
                <a:sym typeface="+mn-ea"/>
              </a:rPr>
              <a:t> </a:t>
            </a:r>
            <a:r>
              <a:rPr sz="2500" dirty="0">
                <a:solidFill>
                  <a:srgbClr val="A32A2A"/>
                </a:solidFill>
                <a:latin typeface="Times New Roman" panose="02020603050405020304" pitchFamily="18" charset="0"/>
                <a:cs typeface="Times New Roman" panose="02020603050405020304" pitchFamily="18" charset="0"/>
                <a:sym typeface="+mn-ea"/>
              </a:rPr>
              <a:t>&lt;br&gt;"</a:t>
            </a:r>
            <a:r>
              <a:rPr sz="2500" dirty="0">
                <a:latin typeface="Times New Roman" panose="02020603050405020304" pitchFamily="18" charset="0"/>
                <a:cs typeface="Times New Roman" panose="02020603050405020304" pitchFamily="18" charset="0"/>
                <a:sym typeface="+mn-ea"/>
              </a:rPr>
              <a:t>;</a:t>
            </a:r>
            <a:r>
              <a:rPr sz="2500">
                <a:latin typeface="Times New Roman" panose="02020603050405020304" pitchFamily="18" charset="0"/>
                <a:cs typeface="Times New Roman" panose="02020603050405020304" pitchFamily="18" charset="0"/>
              </a:rPr>
              <a:t/>
            </a:r>
            <a:br>
              <a:rPr sz="2500">
                <a:latin typeface="Times New Roman" panose="02020603050405020304" pitchFamily="18" charset="0"/>
                <a:cs typeface="Times New Roman" panose="02020603050405020304" pitchFamily="18" charset="0"/>
              </a:rPr>
            </a:br>
            <a:r>
              <a:rPr sz="2500" spc="-5" dirty="0">
                <a:latin typeface="Times New Roman" panose="02020603050405020304" pitchFamily="18" charset="0"/>
                <a:cs typeface="Times New Roman" panose="02020603050405020304" pitchFamily="18" charset="0"/>
                <a:sym typeface="+mn-ea"/>
              </a:rPr>
              <a:t>$x++;</a:t>
            </a:r>
            <a:r>
              <a:rPr sz="2500">
                <a:latin typeface="Times New Roman" panose="02020603050405020304" pitchFamily="18" charset="0"/>
                <a:cs typeface="Times New Roman" panose="02020603050405020304" pitchFamily="18" charset="0"/>
              </a:rPr>
              <a:t/>
            </a:r>
            <a:br>
              <a:rPr sz="2500">
                <a:latin typeface="Times New Roman" panose="02020603050405020304" pitchFamily="18" charset="0"/>
                <a:cs typeface="Times New Roman" panose="02020603050405020304" pitchFamily="18" charset="0"/>
              </a:rPr>
            </a:br>
            <a:r>
              <a:rPr sz="2500" dirty="0">
                <a:latin typeface="Times New Roman" panose="02020603050405020304" pitchFamily="18" charset="0"/>
                <a:cs typeface="Times New Roman" panose="02020603050405020304" pitchFamily="18" charset="0"/>
                <a:sym typeface="+mn-ea"/>
              </a:rPr>
              <a:t>}</a:t>
            </a:r>
            <a:r>
              <a:rPr sz="2500" spc="-35" dirty="0">
                <a:latin typeface="Times New Roman" panose="02020603050405020304" pitchFamily="18" charset="0"/>
                <a:cs typeface="Times New Roman" panose="02020603050405020304" pitchFamily="18" charset="0"/>
                <a:sym typeface="+mn-ea"/>
              </a:rPr>
              <a:t> </a:t>
            </a:r>
            <a:r>
              <a:rPr sz="2500" spc="-5" dirty="0">
                <a:solidFill>
                  <a:srgbClr val="0000CD"/>
                </a:solidFill>
                <a:latin typeface="Times New Roman" panose="02020603050405020304" pitchFamily="18" charset="0"/>
                <a:cs typeface="Times New Roman" panose="02020603050405020304" pitchFamily="18" charset="0"/>
                <a:sym typeface="+mn-ea"/>
              </a:rPr>
              <a:t>while</a:t>
            </a:r>
            <a:r>
              <a:rPr sz="2500" spc="-25" dirty="0">
                <a:solidFill>
                  <a:srgbClr val="0000CD"/>
                </a:solidFill>
                <a:latin typeface="Times New Roman" panose="02020603050405020304" pitchFamily="18" charset="0"/>
                <a:cs typeface="Times New Roman" panose="02020603050405020304" pitchFamily="18" charset="0"/>
                <a:sym typeface="+mn-ea"/>
              </a:rPr>
              <a:t> </a:t>
            </a:r>
            <a:r>
              <a:rPr sz="2500" dirty="0">
                <a:latin typeface="Times New Roman" panose="02020603050405020304" pitchFamily="18" charset="0"/>
                <a:cs typeface="Times New Roman" panose="02020603050405020304" pitchFamily="18" charset="0"/>
                <a:sym typeface="+mn-ea"/>
              </a:rPr>
              <a:t>($x</a:t>
            </a:r>
            <a:r>
              <a:rPr sz="2500" spc="-40" dirty="0">
                <a:latin typeface="Times New Roman" panose="02020603050405020304" pitchFamily="18" charset="0"/>
                <a:cs typeface="Times New Roman" panose="02020603050405020304" pitchFamily="18" charset="0"/>
                <a:sym typeface="+mn-ea"/>
              </a:rPr>
              <a:t> </a:t>
            </a:r>
            <a:r>
              <a:rPr sz="2500" dirty="0">
                <a:latin typeface="Times New Roman" panose="02020603050405020304" pitchFamily="18" charset="0"/>
                <a:cs typeface="Times New Roman" panose="02020603050405020304" pitchFamily="18" charset="0"/>
                <a:sym typeface="+mn-ea"/>
              </a:rPr>
              <a:t>&lt;= </a:t>
            </a:r>
            <a:r>
              <a:rPr sz="2500" spc="-320" dirty="0">
                <a:latin typeface="Times New Roman" panose="02020603050405020304" pitchFamily="18" charset="0"/>
                <a:cs typeface="Times New Roman" panose="02020603050405020304" pitchFamily="18" charset="0"/>
                <a:sym typeface="+mn-ea"/>
              </a:rPr>
              <a:t> </a:t>
            </a:r>
            <a:r>
              <a:rPr sz="2500" dirty="0">
                <a:solidFill>
                  <a:srgbClr val="FF0000"/>
                </a:solidFill>
                <a:latin typeface="Times New Roman" panose="02020603050405020304" pitchFamily="18" charset="0"/>
                <a:cs typeface="Times New Roman" panose="02020603050405020304" pitchFamily="18" charset="0"/>
                <a:sym typeface="+mn-ea"/>
              </a:rPr>
              <a:t>5</a:t>
            </a:r>
            <a:r>
              <a:rPr sz="2500" dirty="0">
                <a:latin typeface="Times New Roman" panose="02020603050405020304" pitchFamily="18" charset="0"/>
                <a:cs typeface="Times New Roman" panose="02020603050405020304" pitchFamily="18" charset="0"/>
                <a:sym typeface="+mn-ea"/>
              </a:rPr>
              <a:t>);</a:t>
            </a:r>
            <a:r>
              <a:rPr sz="2500" spc="-10" dirty="0">
                <a:latin typeface="Times New Roman" panose="02020603050405020304" pitchFamily="18" charset="0"/>
                <a:cs typeface="Times New Roman" panose="02020603050405020304" pitchFamily="18" charset="0"/>
                <a:sym typeface="+mn-ea"/>
              </a:rPr>
              <a:t> </a:t>
            </a:r>
            <a:r>
              <a:rPr sz="2500" spc="-5" dirty="0">
                <a:solidFill>
                  <a:srgbClr val="FF0000"/>
                </a:solidFill>
                <a:latin typeface="Times New Roman" panose="02020603050405020304" pitchFamily="18" charset="0"/>
                <a:cs typeface="Times New Roman" panose="02020603050405020304" pitchFamily="18" charset="0"/>
                <a:sym typeface="+mn-ea"/>
              </a:rPr>
              <a:t>?&gt;</a:t>
            </a:r>
            <a:r>
              <a:rPr sz="2500">
                <a:latin typeface="Times New Roman" panose="02020603050405020304" pitchFamily="18" charset="0"/>
                <a:cs typeface="Times New Roman" panose="02020603050405020304" pitchFamily="18" charset="0"/>
              </a:rPr>
              <a:t/>
            </a:r>
            <a:br>
              <a:rPr sz="2500">
                <a:latin typeface="Times New Roman" panose="02020603050405020304" pitchFamily="18" charset="0"/>
                <a:cs typeface="Times New Roman" panose="02020603050405020304" pitchFamily="18" charset="0"/>
              </a:rPr>
            </a:br>
            <a:r>
              <a:rPr sz="2500" spc="-5" dirty="0">
                <a:solidFill>
                  <a:srgbClr val="0000CD"/>
                </a:solidFill>
                <a:latin typeface="Times New Roman" panose="02020603050405020304" pitchFamily="18" charset="0"/>
                <a:cs typeface="Times New Roman" panose="02020603050405020304" pitchFamily="18" charset="0"/>
                <a:sym typeface="+mn-ea"/>
              </a:rPr>
              <a:t>&lt;</a:t>
            </a:r>
            <a:r>
              <a:rPr sz="2500" spc="-5" dirty="0">
                <a:solidFill>
                  <a:srgbClr val="A32A2A"/>
                </a:solidFill>
                <a:latin typeface="Times New Roman" panose="02020603050405020304" pitchFamily="18" charset="0"/>
                <a:cs typeface="Times New Roman" panose="02020603050405020304" pitchFamily="18" charset="0"/>
                <a:sym typeface="+mn-ea"/>
              </a:rPr>
              <a:t>/body</a:t>
            </a:r>
            <a:r>
              <a:rPr sz="2500" spc="-5" dirty="0">
                <a:solidFill>
                  <a:srgbClr val="0000CD"/>
                </a:solidFill>
                <a:latin typeface="Times New Roman" panose="02020603050405020304" pitchFamily="18" charset="0"/>
                <a:cs typeface="Times New Roman" panose="02020603050405020304" pitchFamily="18" charset="0"/>
                <a:sym typeface="+mn-ea"/>
              </a:rPr>
              <a:t>&gt;</a:t>
            </a:r>
            <a:r>
              <a:rPr sz="2500">
                <a:latin typeface="Times New Roman" panose="02020603050405020304" pitchFamily="18" charset="0"/>
                <a:cs typeface="Times New Roman" panose="02020603050405020304" pitchFamily="18" charset="0"/>
              </a:rPr>
              <a:t/>
            </a:r>
            <a:br>
              <a:rPr sz="2500">
                <a:latin typeface="Times New Roman" panose="02020603050405020304" pitchFamily="18" charset="0"/>
                <a:cs typeface="Times New Roman" panose="02020603050405020304" pitchFamily="18" charset="0"/>
              </a:rPr>
            </a:br>
            <a:r>
              <a:rPr sz="2500" dirty="0">
                <a:solidFill>
                  <a:srgbClr val="0000CD"/>
                </a:solidFill>
                <a:latin typeface="Times New Roman" panose="02020603050405020304" pitchFamily="18" charset="0"/>
                <a:cs typeface="Times New Roman" panose="02020603050405020304" pitchFamily="18" charset="0"/>
                <a:sym typeface="+mn-ea"/>
              </a:rPr>
              <a:t>&lt;</a:t>
            </a:r>
            <a:r>
              <a:rPr sz="2500" dirty="0">
                <a:solidFill>
                  <a:srgbClr val="A32A2A"/>
                </a:solidFill>
                <a:latin typeface="Times New Roman" panose="02020603050405020304" pitchFamily="18" charset="0"/>
                <a:cs typeface="Times New Roman" panose="02020603050405020304" pitchFamily="18" charset="0"/>
                <a:sym typeface="+mn-ea"/>
              </a:rPr>
              <a:t>/html</a:t>
            </a:r>
            <a:r>
              <a:rPr sz="2500" dirty="0">
                <a:solidFill>
                  <a:srgbClr val="0000CD"/>
                </a:solidFill>
                <a:latin typeface="Times New Roman" panose="02020603050405020304" pitchFamily="18" charset="0"/>
                <a:cs typeface="Times New Roman" panose="02020603050405020304" pitchFamily="18" charset="0"/>
                <a:sym typeface="+mn-ea"/>
              </a:rPr>
              <a:t>&gt;</a:t>
            </a:r>
            <a:r>
              <a:rPr sz="2500">
                <a:latin typeface="Times New Roman" panose="02020603050405020304" pitchFamily="18" charset="0"/>
                <a:cs typeface="Times New Roman" panose="02020603050405020304" pitchFamily="18" charset="0"/>
              </a:rPr>
              <a:t/>
            </a:r>
            <a:br>
              <a:rPr sz="2500">
                <a:latin typeface="Times New Roman" panose="02020603050405020304" pitchFamily="18" charset="0"/>
                <a:cs typeface="Times New Roman" panose="02020603050405020304" pitchFamily="18" charset="0"/>
              </a:rPr>
            </a:br>
            <a:r>
              <a:rPr sz="2500" dirty="0">
                <a:latin typeface="Times New Roman" panose="02020603050405020304" pitchFamily="18" charset="0"/>
                <a:cs typeface="Times New Roman" panose="02020603050405020304" pitchFamily="18" charset="0"/>
                <a:sym typeface="+mn-ea"/>
              </a:rPr>
              <a:t>OUTPUT:</a:t>
            </a:r>
            <a:r>
              <a:rPr sz="2500">
                <a:latin typeface="Times New Roman" panose="02020603050405020304" pitchFamily="18" charset="0"/>
                <a:cs typeface="Times New Roman" panose="02020603050405020304" pitchFamily="18" charset="0"/>
              </a:rPr>
              <a:t/>
            </a:r>
            <a:br>
              <a:rPr sz="2500">
                <a:latin typeface="Times New Roman" panose="02020603050405020304" pitchFamily="18" charset="0"/>
                <a:cs typeface="Times New Roman" panose="02020603050405020304" pitchFamily="18" charset="0"/>
              </a:rPr>
            </a:br>
            <a:r>
              <a:rPr sz="2500" spc="-5" dirty="0">
                <a:latin typeface="Times New Roman" panose="02020603050405020304" pitchFamily="18" charset="0"/>
                <a:cs typeface="Times New Roman" panose="02020603050405020304" pitchFamily="18" charset="0"/>
                <a:sym typeface="+mn-ea"/>
              </a:rPr>
              <a:t>The</a:t>
            </a:r>
            <a:r>
              <a:rPr sz="2500" spc="-20"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number</a:t>
            </a:r>
            <a:r>
              <a:rPr sz="2500" spc="-20"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is:</a:t>
            </a:r>
            <a:r>
              <a:rPr sz="2500" spc="-15"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1 </a:t>
            </a:r>
            <a:r>
              <a:rPr sz="2500" spc="-325"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The</a:t>
            </a:r>
            <a:r>
              <a:rPr sz="2500" spc="-20"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number</a:t>
            </a:r>
            <a:r>
              <a:rPr sz="2500" spc="-20"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is:</a:t>
            </a:r>
            <a:r>
              <a:rPr sz="2500" spc="-15"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2 </a:t>
            </a:r>
            <a:r>
              <a:rPr sz="2500" spc="-325"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The</a:t>
            </a:r>
            <a:r>
              <a:rPr sz="2500" spc="-20"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number</a:t>
            </a:r>
            <a:r>
              <a:rPr sz="2500" spc="-20"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is:</a:t>
            </a:r>
            <a:r>
              <a:rPr sz="2500" spc="-15"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3 </a:t>
            </a:r>
            <a:r>
              <a:rPr sz="2500" spc="-325"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The</a:t>
            </a:r>
            <a:r>
              <a:rPr sz="2500" spc="-20"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number</a:t>
            </a:r>
            <a:r>
              <a:rPr sz="2500" spc="-20"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is:</a:t>
            </a:r>
            <a:r>
              <a:rPr sz="2500" spc="-15"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4 </a:t>
            </a:r>
            <a:r>
              <a:rPr sz="2500" spc="-325"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The</a:t>
            </a:r>
            <a:r>
              <a:rPr sz="2500" spc="-20"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number</a:t>
            </a:r>
            <a:r>
              <a:rPr sz="2500" spc="-20"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is:</a:t>
            </a:r>
            <a:r>
              <a:rPr sz="2500" spc="-25" dirty="0">
                <a:latin typeface="Times New Roman" panose="02020603050405020304" pitchFamily="18" charset="0"/>
                <a:cs typeface="Times New Roman" panose="02020603050405020304" pitchFamily="18" charset="0"/>
                <a:sym typeface="+mn-ea"/>
              </a:rPr>
              <a:t> </a:t>
            </a:r>
            <a:r>
              <a:rPr sz="2500" spc="-5" dirty="0">
                <a:latin typeface="Times New Roman" panose="02020603050405020304" pitchFamily="18" charset="0"/>
                <a:cs typeface="Times New Roman" panose="02020603050405020304" pitchFamily="18" charset="0"/>
                <a:sym typeface="+mn-ea"/>
              </a:rPr>
              <a:t>5</a:t>
            </a:r>
            <a:endParaRPr lang="en-US" sz="2500" spc="-5" dirty="0">
              <a:latin typeface="Times New Roman" panose="02020603050405020304" pitchFamily="18" charset="0"/>
              <a:cs typeface="Times New Roman" panose="02020603050405020304" pitchFamily="18" charset="0"/>
              <a:sym typeface="+mn-ea"/>
            </a:endParaRPr>
          </a:p>
        </p:txBody>
      </p:sp>
      <p:sp>
        <p:nvSpPr>
          <p:cNvPr id="4" name="Slide Number Placeholder 3">
            <a:extLst>
              <a:ext uri="{FF2B5EF4-FFF2-40B4-BE49-F238E27FC236}">
                <a16:creationId xmlns:a16="http://schemas.microsoft.com/office/drawing/2014/main" xmlns="" id="{654F47B4-C9E1-0205-0287-CBDA7B57CB34}"/>
              </a:ext>
            </a:extLst>
          </p:cNvPr>
          <p:cNvSpPr>
            <a:spLocks noGrp="1"/>
          </p:cNvSpPr>
          <p:nvPr>
            <p:ph type="sldNum" idx="4"/>
          </p:nvPr>
        </p:nvSpPr>
        <p:spPr/>
        <p:txBody>
          <a:bodyPr/>
          <a:lstStyle/>
          <a:p>
            <a:pPr algn="r">
              <a:buNone/>
            </a:pPr>
            <a:fld id="{9A0DB2DC-4C9A-4742-B13C-FB6460FD3503}" type="slidenum">
              <a:rPr lang="en-GB" altLang="en-US" smtClean="0"/>
              <a:pPr algn="r">
                <a:buNone/>
              </a:pPr>
              <a:t>51</a:t>
            </a:fld>
            <a:endParaRPr lang="en-GB"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0" i="0" dirty="0">
                <a:highlight>
                  <a:srgbClr val="00FF00"/>
                </a:highlight>
                <a:latin typeface="Times New Roman" panose="02020603050405020304" pitchFamily="18" charset="0"/>
                <a:cs typeface="Times New Roman" panose="02020603050405020304" pitchFamily="18" charset="0"/>
                <a:sym typeface="+mn-ea"/>
              </a:rPr>
              <a:t>The</a:t>
            </a:r>
            <a:r>
              <a:rPr b="0" i="0" spc="-25" dirty="0">
                <a:highlight>
                  <a:srgbClr val="00FF00"/>
                </a:highlight>
                <a:latin typeface="Times New Roman" panose="02020603050405020304" pitchFamily="18" charset="0"/>
                <a:cs typeface="Times New Roman" panose="02020603050405020304" pitchFamily="18" charset="0"/>
                <a:sym typeface="+mn-ea"/>
              </a:rPr>
              <a:t> </a:t>
            </a:r>
            <a:r>
              <a:rPr b="0" i="0" dirty="0">
                <a:highlight>
                  <a:srgbClr val="00FF00"/>
                </a:highlight>
                <a:latin typeface="Times New Roman" panose="02020603050405020304" pitchFamily="18" charset="0"/>
                <a:cs typeface="Times New Roman" panose="02020603050405020304" pitchFamily="18" charset="0"/>
                <a:sym typeface="+mn-ea"/>
              </a:rPr>
              <a:t>PHP</a:t>
            </a:r>
            <a:r>
              <a:rPr b="0" i="0" spc="-20" dirty="0">
                <a:highlight>
                  <a:srgbClr val="00FF00"/>
                </a:highlight>
                <a:latin typeface="Times New Roman" panose="02020603050405020304" pitchFamily="18" charset="0"/>
                <a:cs typeface="Times New Roman" panose="02020603050405020304" pitchFamily="18" charset="0"/>
                <a:sym typeface="+mn-ea"/>
              </a:rPr>
              <a:t> </a:t>
            </a:r>
            <a:r>
              <a:rPr b="0" i="0" spc="-5" dirty="0">
                <a:highlight>
                  <a:srgbClr val="00FF00"/>
                </a:highlight>
                <a:latin typeface="Times New Roman" panose="02020603050405020304" pitchFamily="18" charset="0"/>
                <a:cs typeface="Times New Roman" panose="02020603050405020304" pitchFamily="18" charset="0"/>
                <a:sym typeface="+mn-ea"/>
              </a:rPr>
              <a:t>for</a:t>
            </a:r>
            <a:r>
              <a:rPr b="0" i="0" spc="-20" dirty="0">
                <a:highlight>
                  <a:srgbClr val="00FF00"/>
                </a:highlight>
                <a:latin typeface="Times New Roman" panose="02020603050405020304" pitchFamily="18" charset="0"/>
                <a:cs typeface="Times New Roman" panose="02020603050405020304" pitchFamily="18" charset="0"/>
                <a:sym typeface="+mn-ea"/>
              </a:rPr>
              <a:t> </a:t>
            </a:r>
            <a:r>
              <a:rPr b="0" i="0" dirty="0">
                <a:highlight>
                  <a:srgbClr val="00FF00"/>
                </a:highlight>
                <a:latin typeface="Times New Roman" panose="02020603050405020304" pitchFamily="18" charset="0"/>
                <a:cs typeface="Times New Roman" panose="02020603050405020304" pitchFamily="18" charset="0"/>
                <a:sym typeface="+mn-ea"/>
              </a:rPr>
              <a:t>Loop</a:t>
            </a:r>
            <a:r>
              <a:rPr sz="2400" b="0" i="0" dirty="0">
                <a:latin typeface="Times New Roman" panose="02020603050405020304" pitchFamily="18" charset="0"/>
                <a:cs typeface="Times New Roman" panose="02020603050405020304" pitchFamily="18" charset="0"/>
                <a:sym typeface="+mn-ea"/>
              </a:rPr>
              <a:t/>
            </a:r>
            <a:br>
              <a:rPr sz="2400" b="0" i="0" dirty="0">
                <a:latin typeface="Times New Roman" panose="02020603050405020304" pitchFamily="18" charset="0"/>
                <a:cs typeface="Times New Roman" panose="02020603050405020304" pitchFamily="18" charset="0"/>
                <a:sym typeface="+mn-ea"/>
              </a:rPr>
            </a:br>
            <a:r>
              <a:rPr sz="2400" b="0" i="0" dirty="0">
                <a:latin typeface="Times New Roman" panose="02020603050405020304" pitchFamily="18" charset="0"/>
                <a:cs typeface="Times New Roman" panose="02020603050405020304" pitchFamily="18" charset="0"/>
                <a:sym typeface="+mn-ea"/>
              </a:rPr>
              <a:t/>
            </a:r>
            <a:br>
              <a:rPr sz="2400" b="0" i="0" dirty="0">
                <a:latin typeface="Times New Roman" panose="02020603050405020304" pitchFamily="18" charset="0"/>
                <a:cs typeface="Times New Roman" panose="02020603050405020304" pitchFamily="18" charset="0"/>
                <a:sym typeface="+mn-ea"/>
              </a:rPr>
            </a:br>
            <a:r>
              <a:rPr sz="2400" b="0" i="0" spc="-5" dirty="0">
                <a:latin typeface="Times New Roman" panose="02020603050405020304" pitchFamily="18" charset="0"/>
                <a:cs typeface="Times New Roman" panose="02020603050405020304" pitchFamily="18" charset="0"/>
                <a:sym typeface="+mn-ea"/>
              </a:rPr>
              <a:t>The </a:t>
            </a:r>
            <a:r>
              <a:rPr sz="2400" b="0" i="0" dirty="0">
                <a:solidFill>
                  <a:srgbClr val="DC123A"/>
                </a:solidFill>
                <a:latin typeface="Times New Roman" panose="02020603050405020304" pitchFamily="18" charset="0"/>
                <a:cs typeface="Times New Roman" panose="02020603050405020304" pitchFamily="18" charset="0"/>
                <a:sym typeface="+mn-ea"/>
              </a:rPr>
              <a:t>for </a:t>
            </a:r>
            <a:r>
              <a:rPr sz="2400" b="0" i="0" spc="-5" dirty="0">
                <a:latin typeface="Times New Roman" panose="02020603050405020304" pitchFamily="18" charset="0"/>
                <a:cs typeface="Times New Roman" panose="02020603050405020304" pitchFamily="18" charset="0"/>
                <a:sym typeface="+mn-ea"/>
              </a:rPr>
              <a:t>loop is used when you know in advance </a:t>
            </a:r>
            <a:r>
              <a:rPr sz="2400" b="0" i="0" dirty="0">
                <a:latin typeface="Times New Roman" panose="02020603050405020304" pitchFamily="18" charset="0"/>
                <a:cs typeface="Times New Roman" panose="02020603050405020304" pitchFamily="18" charset="0"/>
                <a:sym typeface="+mn-ea"/>
              </a:rPr>
              <a:t>how </a:t>
            </a:r>
            <a:r>
              <a:rPr sz="2400" b="0" i="0" spc="-5" dirty="0">
                <a:latin typeface="Times New Roman" panose="02020603050405020304" pitchFamily="18" charset="0"/>
                <a:cs typeface="Times New Roman" panose="02020603050405020304" pitchFamily="18" charset="0"/>
                <a:sym typeface="+mn-ea"/>
              </a:rPr>
              <a:t>many </a:t>
            </a:r>
            <a:r>
              <a:rPr sz="2400" b="0" i="0" dirty="0">
                <a:latin typeface="Times New Roman" panose="02020603050405020304" pitchFamily="18" charset="0"/>
                <a:cs typeface="Times New Roman" panose="02020603050405020304" pitchFamily="18" charset="0"/>
                <a:sym typeface="+mn-ea"/>
              </a:rPr>
              <a:t>times the </a:t>
            </a:r>
            <a:r>
              <a:rPr sz="2400" b="0" i="0" spc="-5" dirty="0">
                <a:latin typeface="Times New Roman" panose="02020603050405020304" pitchFamily="18" charset="0"/>
                <a:cs typeface="Times New Roman" panose="02020603050405020304" pitchFamily="18" charset="0"/>
                <a:sym typeface="+mn-ea"/>
              </a:rPr>
              <a:t>script </a:t>
            </a:r>
            <a:r>
              <a:rPr sz="2400" b="0" i="0" spc="-320"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should</a:t>
            </a:r>
            <a:r>
              <a:rPr sz="2400" b="0" i="0" spc="-10"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run.</a:t>
            </a:r>
            <a:br>
              <a:rPr sz="2400" b="0" i="0" spc="-5" dirty="0">
                <a:latin typeface="Times New Roman" panose="02020603050405020304" pitchFamily="18" charset="0"/>
                <a:cs typeface="Times New Roman" panose="02020603050405020304" pitchFamily="18" charset="0"/>
                <a:sym typeface="+mn-ea"/>
              </a:rPr>
            </a:br>
            <a:r>
              <a:rPr lang="en-US" sz="2400" b="0" i="0" spc="-5" dirty="0">
                <a:latin typeface="Times New Roman" panose="02020603050405020304" pitchFamily="18" charset="0"/>
                <a:cs typeface="Times New Roman" panose="02020603050405020304" pitchFamily="18" charset="0"/>
                <a:sym typeface="+mn-ea"/>
              </a:rPr>
              <a:t>S</a:t>
            </a:r>
            <a:r>
              <a:rPr sz="2400" b="0" i="0" spc="-5" dirty="0">
                <a:latin typeface="Times New Roman" panose="02020603050405020304" pitchFamily="18" charset="0"/>
                <a:cs typeface="Times New Roman" panose="02020603050405020304" pitchFamily="18" charset="0"/>
                <a:sym typeface="+mn-ea"/>
              </a:rPr>
              <a:t>yntax</a:t>
            </a:r>
            <a:r>
              <a:rPr sz="2400" b="0" i="0">
                <a:latin typeface="Times New Roman" panose="02020603050405020304" pitchFamily="18" charset="0"/>
                <a:cs typeface="Times New Roman" panose="02020603050405020304" pitchFamily="18" charset="0"/>
              </a:rPr>
              <a:t/>
            </a:r>
            <a:br>
              <a:rPr sz="2400" b="0" i="0">
                <a:latin typeface="Times New Roman" panose="02020603050405020304" pitchFamily="18" charset="0"/>
                <a:cs typeface="Times New Roman" panose="02020603050405020304" pitchFamily="18" charset="0"/>
              </a:rPr>
            </a:br>
            <a:r>
              <a:rPr sz="2400" b="0" i="0" dirty="0">
                <a:latin typeface="Times New Roman" panose="02020603050405020304" pitchFamily="18" charset="0"/>
                <a:cs typeface="Times New Roman" panose="02020603050405020304" pitchFamily="18" charset="0"/>
                <a:sym typeface="+mn-ea"/>
              </a:rPr>
              <a:t>for </a:t>
            </a:r>
            <a:r>
              <a:rPr sz="2400" b="0" i="0" spc="-5" dirty="0">
                <a:latin typeface="Times New Roman" panose="02020603050405020304" pitchFamily="18" charset="0"/>
                <a:cs typeface="Times New Roman" panose="02020603050405020304" pitchFamily="18" charset="0"/>
                <a:sym typeface="+mn-ea"/>
              </a:rPr>
              <a:t>(init</a:t>
            </a:r>
            <a:r>
              <a:rPr sz="2400" b="0" i="0" spc="5"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counter;</a:t>
            </a:r>
            <a:r>
              <a:rPr sz="2400" b="0" i="0" spc="-10" dirty="0">
                <a:latin typeface="Times New Roman" panose="02020603050405020304" pitchFamily="18" charset="0"/>
                <a:cs typeface="Times New Roman" panose="02020603050405020304" pitchFamily="18" charset="0"/>
                <a:sym typeface="+mn-ea"/>
              </a:rPr>
              <a:t> </a:t>
            </a:r>
            <a:r>
              <a:rPr sz="2400" b="0" i="0" dirty="0">
                <a:latin typeface="Times New Roman" panose="02020603050405020304" pitchFamily="18" charset="0"/>
                <a:cs typeface="Times New Roman" panose="02020603050405020304" pitchFamily="18" charset="0"/>
                <a:sym typeface="+mn-ea"/>
              </a:rPr>
              <a:t>test</a:t>
            </a:r>
            <a:r>
              <a:rPr sz="2400" b="0" i="0" spc="5"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counter;</a:t>
            </a:r>
            <a:r>
              <a:rPr sz="2400" b="0" i="0" spc="5"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increment</a:t>
            </a:r>
            <a:r>
              <a:rPr sz="2400" b="0" i="0" spc="5"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counter)</a:t>
            </a:r>
            <a:r>
              <a:rPr sz="2400" b="0" i="0" spc="5" dirty="0">
                <a:latin typeface="Times New Roman" panose="02020603050405020304" pitchFamily="18" charset="0"/>
                <a:cs typeface="Times New Roman" panose="02020603050405020304" pitchFamily="18" charset="0"/>
                <a:sym typeface="+mn-ea"/>
              </a:rPr>
              <a:t> </a:t>
            </a:r>
            <a:r>
              <a:rPr sz="2400" b="0" i="0" dirty="0">
                <a:latin typeface="Times New Roman" panose="02020603050405020304" pitchFamily="18" charset="0"/>
                <a:cs typeface="Times New Roman" panose="02020603050405020304" pitchFamily="18" charset="0"/>
                <a:sym typeface="+mn-ea"/>
              </a:rPr>
              <a:t>{</a:t>
            </a:r>
            <a:r>
              <a:rPr sz="2400" b="0" i="0">
                <a:latin typeface="Times New Roman" panose="02020603050405020304" pitchFamily="18" charset="0"/>
                <a:cs typeface="Times New Roman" panose="02020603050405020304" pitchFamily="18" charset="0"/>
              </a:rPr>
              <a:t/>
            </a:r>
            <a:br>
              <a:rPr sz="2400" b="0" i="0">
                <a:latin typeface="Times New Roman" panose="02020603050405020304" pitchFamily="18" charset="0"/>
                <a:cs typeface="Times New Roman" panose="02020603050405020304" pitchFamily="18" charset="0"/>
              </a:rPr>
            </a:br>
            <a:r>
              <a:rPr sz="2400" b="0" i="0" spc="-5" dirty="0">
                <a:latin typeface="Times New Roman" panose="02020603050405020304" pitchFamily="18" charset="0"/>
                <a:cs typeface="Times New Roman" panose="02020603050405020304" pitchFamily="18" charset="0"/>
                <a:sym typeface="+mn-ea"/>
              </a:rPr>
              <a:t>code</a:t>
            </a:r>
            <a:r>
              <a:rPr sz="2400" b="0" i="0" spc="-20" dirty="0">
                <a:latin typeface="Times New Roman" panose="02020603050405020304" pitchFamily="18" charset="0"/>
                <a:cs typeface="Times New Roman" panose="02020603050405020304" pitchFamily="18" charset="0"/>
                <a:sym typeface="+mn-ea"/>
              </a:rPr>
              <a:t> </a:t>
            </a:r>
            <a:r>
              <a:rPr sz="2400" b="0" i="0" dirty="0">
                <a:latin typeface="Times New Roman" panose="02020603050405020304" pitchFamily="18" charset="0"/>
                <a:cs typeface="Times New Roman" panose="02020603050405020304" pitchFamily="18" charset="0"/>
                <a:sym typeface="+mn-ea"/>
              </a:rPr>
              <a:t>to</a:t>
            </a:r>
            <a:r>
              <a:rPr sz="2400" b="0" i="0" spc="-15"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be</a:t>
            </a:r>
            <a:r>
              <a:rPr sz="2400" b="0" i="0" spc="-20"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executed;</a:t>
            </a:r>
            <a:r>
              <a:rPr sz="2400" b="0" i="0">
                <a:latin typeface="Times New Roman" panose="02020603050405020304" pitchFamily="18" charset="0"/>
                <a:cs typeface="Times New Roman" panose="02020603050405020304" pitchFamily="18" charset="0"/>
              </a:rPr>
              <a:t/>
            </a:r>
            <a:br>
              <a:rPr sz="2400" b="0" i="0">
                <a:latin typeface="Times New Roman" panose="02020603050405020304" pitchFamily="18" charset="0"/>
                <a:cs typeface="Times New Roman" panose="02020603050405020304" pitchFamily="18" charset="0"/>
              </a:rPr>
            </a:br>
            <a:r>
              <a:rPr sz="2400" b="0" i="0" dirty="0">
                <a:latin typeface="Times New Roman" panose="02020603050405020304" pitchFamily="18" charset="0"/>
                <a:cs typeface="Times New Roman" panose="02020603050405020304" pitchFamily="18" charset="0"/>
                <a:sym typeface="+mn-ea"/>
              </a:rPr>
              <a:t>}</a:t>
            </a:r>
            <a:r>
              <a:rPr sz="2400" b="0" i="0">
                <a:latin typeface="Times New Roman" panose="02020603050405020304" pitchFamily="18" charset="0"/>
                <a:cs typeface="Times New Roman" panose="02020603050405020304" pitchFamily="18" charset="0"/>
              </a:rPr>
              <a:t/>
            </a:r>
            <a:br>
              <a:rPr sz="2400" b="0" i="0">
                <a:latin typeface="Times New Roman" panose="02020603050405020304" pitchFamily="18" charset="0"/>
                <a:cs typeface="Times New Roman" panose="02020603050405020304" pitchFamily="18" charset="0"/>
              </a:rPr>
            </a:br>
            <a:r>
              <a:rPr sz="2400" b="0" i="0">
                <a:latin typeface="Times New Roman" panose="02020603050405020304" pitchFamily="18" charset="0"/>
                <a:cs typeface="Times New Roman" panose="02020603050405020304" pitchFamily="18" charset="0"/>
              </a:rPr>
              <a:t/>
            </a:r>
            <a:br>
              <a:rPr sz="2400" b="0" i="0">
                <a:latin typeface="Times New Roman" panose="02020603050405020304" pitchFamily="18" charset="0"/>
                <a:cs typeface="Times New Roman" panose="02020603050405020304" pitchFamily="18" charset="0"/>
              </a:rPr>
            </a:br>
            <a:r>
              <a:rPr sz="2400" b="0" i="0" spc="-5" dirty="0">
                <a:highlight>
                  <a:srgbClr val="00FFFF"/>
                </a:highlight>
                <a:latin typeface="Times New Roman" panose="02020603050405020304" pitchFamily="18" charset="0"/>
                <a:cs typeface="Times New Roman" panose="02020603050405020304" pitchFamily="18" charset="0"/>
                <a:sym typeface="+mn-ea"/>
              </a:rPr>
              <a:t>Parameters:</a:t>
            </a:r>
            <a:r>
              <a:rPr sz="2400" b="0" i="0">
                <a:highlight>
                  <a:srgbClr val="00FFFF"/>
                </a:highlight>
                <a:latin typeface="Times New Roman" panose="02020603050405020304" pitchFamily="18" charset="0"/>
                <a:cs typeface="Times New Roman" panose="02020603050405020304" pitchFamily="18" charset="0"/>
              </a:rPr>
              <a:t/>
            </a:r>
            <a:br>
              <a:rPr sz="2400" b="0" i="0">
                <a:highlight>
                  <a:srgbClr val="00FFFF"/>
                </a:highlight>
                <a:latin typeface="Times New Roman" panose="02020603050405020304" pitchFamily="18" charset="0"/>
                <a:cs typeface="Times New Roman" panose="02020603050405020304" pitchFamily="18" charset="0"/>
              </a:rPr>
            </a:br>
            <a:r>
              <a:rPr sz="2400" b="0" i="0">
                <a:latin typeface="Times New Roman" panose="02020603050405020304" pitchFamily="18" charset="0"/>
                <a:cs typeface="Times New Roman" panose="02020603050405020304" pitchFamily="18" charset="0"/>
              </a:rPr>
              <a:t/>
            </a:r>
            <a:br>
              <a:rPr sz="2400" b="0" i="0">
                <a:latin typeface="Times New Roman" panose="02020603050405020304" pitchFamily="18" charset="0"/>
                <a:cs typeface="Times New Roman" panose="02020603050405020304" pitchFamily="18" charset="0"/>
              </a:rPr>
            </a:br>
            <a:r>
              <a:rPr sz="2400" b="0" i="0" spc="-5" dirty="0">
                <a:latin typeface="Times New Roman" panose="02020603050405020304" pitchFamily="18" charset="0"/>
                <a:cs typeface="Times New Roman" panose="02020603050405020304" pitchFamily="18" charset="0"/>
                <a:sym typeface="+mn-ea"/>
              </a:rPr>
              <a:t>init</a:t>
            </a:r>
            <a:r>
              <a:rPr sz="2400" b="0" i="0" spc="5"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counter:</a:t>
            </a:r>
            <a:r>
              <a:rPr sz="2400" b="0" i="0" spc="5"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Initialize</a:t>
            </a:r>
            <a:r>
              <a:rPr sz="2400" b="0" i="0" spc="5"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the</a:t>
            </a:r>
            <a:r>
              <a:rPr sz="2400" b="0" i="0" spc="5"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loop</a:t>
            </a:r>
            <a:r>
              <a:rPr sz="2400" b="0" i="0" spc="5"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counter value</a:t>
            </a:r>
            <a:r>
              <a:rPr sz="2400" b="0" i="0">
                <a:latin typeface="Times New Roman" panose="02020603050405020304" pitchFamily="18" charset="0"/>
                <a:cs typeface="Times New Roman" panose="02020603050405020304" pitchFamily="18" charset="0"/>
              </a:rPr>
              <a:t/>
            </a:r>
            <a:br>
              <a:rPr sz="2400" b="0" i="0">
                <a:latin typeface="Times New Roman" panose="02020603050405020304" pitchFamily="18" charset="0"/>
                <a:cs typeface="Times New Roman" panose="02020603050405020304" pitchFamily="18" charset="0"/>
              </a:rPr>
            </a:br>
            <a:r>
              <a:rPr sz="2400" b="0" i="0" dirty="0">
                <a:latin typeface="Times New Roman" panose="02020603050405020304" pitchFamily="18" charset="0"/>
                <a:cs typeface="Times New Roman" panose="02020603050405020304" pitchFamily="18" charset="0"/>
                <a:sym typeface="+mn-ea"/>
              </a:rPr>
              <a:t>test </a:t>
            </a:r>
            <a:r>
              <a:rPr sz="2400" b="0" i="0" spc="-5" dirty="0">
                <a:latin typeface="Times New Roman" panose="02020603050405020304" pitchFamily="18" charset="0"/>
                <a:cs typeface="Times New Roman" panose="02020603050405020304" pitchFamily="18" charset="0"/>
                <a:sym typeface="+mn-ea"/>
              </a:rPr>
              <a:t>counter:</a:t>
            </a:r>
            <a:r>
              <a:rPr sz="2400" b="0" i="0" spc="5"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Evaluated</a:t>
            </a:r>
            <a:r>
              <a:rPr sz="2400" b="0" i="0" spc="-10" dirty="0">
                <a:latin typeface="Times New Roman" panose="02020603050405020304" pitchFamily="18" charset="0"/>
                <a:cs typeface="Times New Roman" panose="02020603050405020304" pitchFamily="18" charset="0"/>
                <a:sym typeface="+mn-ea"/>
              </a:rPr>
              <a:t> </a:t>
            </a:r>
            <a:r>
              <a:rPr sz="2400" b="0" i="0" dirty="0">
                <a:latin typeface="Times New Roman" panose="02020603050405020304" pitchFamily="18" charset="0"/>
                <a:cs typeface="Times New Roman" panose="02020603050405020304" pitchFamily="18" charset="0"/>
                <a:sym typeface="+mn-ea"/>
              </a:rPr>
              <a:t>for</a:t>
            </a:r>
            <a:r>
              <a:rPr sz="2400" b="0" i="0" spc="5"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each</a:t>
            </a:r>
            <a:r>
              <a:rPr sz="2400" b="0" i="0"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loop</a:t>
            </a:r>
            <a:r>
              <a:rPr sz="2400" b="0" i="0" spc="5"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iteration.</a:t>
            </a:r>
            <a:r>
              <a:rPr sz="2400" b="0" i="0" spc="-10"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If</a:t>
            </a:r>
            <a:r>
              <a:rPr sz="2400" b="0" i="0" spc="15" dirty="0">
                <a:latin typeface="Times New Roman" panose="02020603050405020304" pitchFamily="18" charset="0"/>
                <a:cs typeface="Times New Roman" panose="02020603050405020304" pitchFamily="18" charset="0"/>
                <a:sym typeface="+mn-ea"/>
              </a:rPr>
              <a:t> </a:t>
            </a:r>
            <a:r>
              <a:rPr sz="2400" b="0" i="0" dirty="0">
                <a:latin typeface="Times New Roman" panose="02020603050405020304" pitchFamily="18" charset="0"/>
                <a:cs typeface="Times New Roman" panose="02020603050405020304" pitchFamily="18" charset="0"/>
                <a:sym typeface="+mn-ea"/>
              </a:rPr>
              <a:t>it </a:t>
            </a:r>
            <a:r>
              <a:rPr sz="2400" b="0" i="0" spc="-5" dirty="0">
                <a:latin typeface="Times New Roman" panose="02020603050405020304" pitchFamily="18" charset="0"/>
                <a:cs typeface="Times New Roman" panose="02020603050405020304" pitchFamily="18" charset="0"/>
                <a:sym typeface="+mn-ea"/>
              </a:rPr>
              <a:t>evaluates</a:t>
            </a:r>
            <a:r>
              <a:rPr sz="2400" b="0" i="0" spc="5"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to</a:t>
            </a:r>
            <a:r>
              <a:rPr sz="2400" b="0" i="0" spc="-10" dirty="0">
                <a:latin typeface="Times New Roman" panose="02020603050405020304" pitchFamily="18" charset="0"/>
                <a:cs typeface="Times New Roman" panose="02020603050405020304" pitchFamily="18" charset="0"/>
                <a:sym typeface="+mn-ea"/>
              </a:rPr>
              <a:t> </a:t>
            </a:r>
            <a:r>
              <a:rPr sz="2400" b="0" i="0" dirty="0">
                <a:latin typeface="Times New Roman" panose="02020603050405020304" pitchFamily="18" charset="0"/>
                <a:cs typeface="Times New Roman" panose="02020603050405020304" pitchFamily="18" charset="0"/>
                <a:sym typeface="+mn-ea"/>
              </a:rPr>
              <a:t>TRUE,</a:t>
            </a:r>
            <a:r>
              <a:rPr sz="2400" b="0" i="0" spc="5"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the </a:t>
            </a:r>
            <a:r>
              <a:rPr sz="2400" b="0" i="0" spc="-320" dirty="0">
                <a:latin typeface="Times New Roman" panose="02020603050405020304" pitchFamily="18" charset="0"/>
                <a:cs typeface="Times New Roman" panose="02020603050405020304" pitchFamily="18" charset="0"/>
                <a:sym typeface="+mn-ea"/>
              </a:rPr>
              <a:t> </a:t>
            </a:r>
            <a:r>
              <a:rPr sz="2400" b="0" i="0" dirty="0">
                <a:latin typeface="Times New Roman" panose="02020603050405020304" pitchFamily="18" charset="0"/>
                <a:cs typeface="Times New Roman" panose="02020603050405020304" pitchFamily="18" charset="0"/>
                <a:sym typeface="+mn-ea"/>
              </a:rPr>
              <a:t>loop </a:t>
            </a:r>
            <a:r>
              <a:rPr sz="2400" b="0" i="0" spc="-5" dirty="0">
                <a:latin typeface="Times New Roman" panose="02020603050405020304" pitchFamily="18" charset="0"/>
                <a:cs typeface="Times New Roman" panose="02020603050405020304" pitchFamily="18" charset="0"/>
                <a:sym typeface="+mn-ea"/>
              </a:rPr>
              <a:t>continues.</a:t>
            </a:r>
            <a:r>
              <a:rPr sz="2400" b="0" i="0" spc="-10"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If</a:t>
            </a:r>
            <a:r>
              <a:rPr sz="2400" b="0" i="0" spc="10" dirty="0">
                <a:latin typeface="Times New Roman" panose="02020603050405020304" pitchFamily="18" charset="0"/>
                <a:cs typeface="Times New Roman" panose="02020603050405020304" pitchFamily="18" charset="0"/>
                <a:sym typeface="+mn-ea"/>
              </a:rPr>
              <a:t> </a:t>
            </a:r>
            <a:r>
              <a:rPr sz="2400" b="0" i="0" dirty="0">
                <a:latin typeface="Times New Roman" panose="02020603050405020304" pitchFamily="18" charset="0"/>
                <a:cs typeface="Times New Roman" panose="02020603050405020304" pitchFamily="18" charset="0"/>
                <a:sym typeface="+mn-ea"/>
              </a:rPr>
              <a:t>it</a:t>
            </a:r>
            <a:r>
              <a:rPr sz="2400" b="0" i="0" spc="-10"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evaluates</a:t>
            </a:r>
            <a:r>
              <a:rPr sz="2400" b="0" i="0" spc="-10" dirty="0">
                <a:latin typeface="Times New Roman" panose="02020603050405020304" pitchFamily="18" charset="0"/>
                <a:cs typeface="Times New Roman" panose="02020603050405020304" pitchFamily="18" charset="0"/>
                <a:sym typeface="+mn-ea"/>
              </a:rPr>
              <a:t> </a:t>
            </a:r>
            <a:r>
              <a:rPr sz="2400" b="0" i="0" dirty="0">
                <a:latin typeface="Times New Roman" panose="02020603050405020304" pitchFamily="18" charset="0"/>
                <a:cs typeface="Times New Roman" panose="02020603050405020304" pitchFamily="18" charset="0"/>
                <a:sym typeface="+mn-ea"/>
              </a:rPr>
              <a:t>to</a:t>
            </a:r>
            <a:r>
              <a:rPr sz="2400" b="0" i="0" spc="5"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FALSE,</a:t>
            </a:r>
            <a:r>
              <a:rPr sz="2400" b="0" i="0"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the</a:t>
            </a:r>
            <a:r>
              <a:rPr sz="2400" b="0" i="0"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loop</a:t>
            </a:r>
            <a:r>
              <a:rPr sz="2400" b="0" i="0" spc="-30"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ends.</a:t>
            </a:r>
            <a:r>
              <a:rPr sz="2400" b="0" i="0">
                <a:latin typeface="Times New Roman" panose="02020603050405020304" pitchFamily="18" charset="0"/>
                <a:cs typeface="Times New Roman" panose="02020603050405020304" pitchFamily="18" charset="0"/>
              </a:rPr>
              <a:t/>
            </a:r>
            <a:br>
              <a:rPr sz="2400" b="0" i="0">
                <a:latin typeface="Times New Roman" panose="02020603050405020304" pitchFamily="18" charset="0"/>
                <a:cs typeface="Times New Roman" panose="02020603050405020304" pitchFamily="18" charset="0"/>
              </a:rPr>
            </a:br>
            <a:r>
              <a:rPr sz="2400" b="0" i="0" spc="-5" dirty="0">
                <a:latin typeface="Times New Roman" panose="02020603050405020304" pitchFamily="18" charset="0"/>
                <a:cs typeface="Times New Roman" panose="02020603050405020304" pitchFamily="18" charset="0"/>
                <a:sym typeface="+mn-ea"/>
              </a:rPr>
              <a:t>increment</a:t>
            </a:r>
            <a:r>
              <a:rPr sz="2400" b="0" i="0" spc="5"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counter:</a:t>
            </a:r>
            <a:r>
              <a:rPr sz="2400" b="0" i="0" spc="10"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Increases</a:t>
            </a:r>
            <a:r>
              <a:rPr sz="2400" b="0" i="0" dirty="0">
                <a:latin typeface="Times New Roman" panose="02020603050405020304" pitchFamily="18" charset="0"/>
                <a:cs typeface="Times New Roman" panose="02020603050405020304" pitchFamily="18" charset="0"/>
                <a:sym typeface="+mn-ea"/>
              </a:rPr>
              <a:t> the </a:t>
            </a:r>
            <a:r>
              <a:rPr sz="2400" b="0" i="0" spc="-5" dirty="0">
                <a:latin typeface="Times New Roman" panose="02020603050405020304" pitchFamily="18" charset="0"/>
                <a:cs typeface="Times New Roman" panose="02020603050405020304" pitchFamily="18" charset="0"/>
                <a:sym typeface="+mn-ea"/>
              </a:rPr>
              <a:t>loop counter</a:t>
            </a:r>
            <a:r>
              <a:rPr sz="2400" b="0" i="0" spc="-110" dirty="0">
                <a:latin typeface="Times New Roman" panose="02020603050405020304" pitchFamily="18" charset="0"/>
                <a:cs typeface="Times New Roman" panose="02020603050405020304" pitchFamily="18" charset="0"/>
                <a:sym typeface="+mn-ea"/>
              </a:rPr>
              <a:t> </a:t>
            </a:r>
            <a:r>
              <a:rPr sz="2400" b="0" i="0" spc="-5" dirty="0">
                <a:latin typeface="Times New Roman" panose="02020603050405020304" pitchFamily="18" charset="0"/>
                <a:cs typeface="Times New Roman" panose="02020603050405020304" pitchFamily="18" charset="0"/>
                <a:sym typeface="+mn-ea"/>
              </a:rPr>
              <a:t>value</a:t>
            </a:r>
            <a:endParaRPr lang="en-US" sz="2400" b="0" i="0" dirty="0">
              <a:latin typeface="Times New Roman" panose="02020603050405020304" pitchFamily="18" charset="0"/>
              <a:cs typeface="Times New Roman" panose="02020603050405020304" pitchFamily="18" charset="0"/>
              <a:sym typeface="+mn-ea"/>
            </a:endParaRPr>
          </a:p>
        </p:txBody>
      </p:sp>
      <p:sp>
        <p:nvSpPr>
          <p:cNvPr id="4" name="Slide Number Placeholder 3">
            <a:extLst>
              <a:ext uri="{FF2B5EF4-FFF2-40B4-BE49-F238E27FC236}">
                <a16:creationId xmlns:a16="http://schemas.microsoft.com/office/drawing/2014/main" xmlns="" id="{7EB55876-DBB6-6874-CF35-33A993CADF21}"/>
              </a:ext>
            </a:extLst>
          </p:cNvPr>
          <p:cNvSpPr>
            <a:spLocks noGrp="1"/>
          </p:cNvSpPr>
          <p:nvPr>
            <p:ph type="sldNum" idx="4"/>
          </p:nvPr>
        </p:nvSpPr>
        <p:spPr/>
        <p:txBody>
          <a:bodyPr/>
          <a:lstStyle/>
          <a:p>
            <a:pPr algn="r">
              <a:buNone/>
            </a:pPr>
            <a:fld id="{9A0DB2DC-4C9A-4742-B13C-FB6460FD3503}" type="slidenum">
              <a:rPr lang="en-GB" altLang="en-US" smtClean="0"/>
              <a:pPr algn="r">
                <a:buNone/>
              </a:pPr>
              <a:t>52</a:t>
            </a:fld>
            <a:endParaRPr lang="en-GB"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500" dirty="0">
                <a:latin typeface="Arial MT"/>
                <a:cs typeface="Arial MT"/>
                <a:sym typeface="+mn-ea"/>
              </a:rPr>
              <a:t>&lt;html&gt;</a:t>
            </a:r>
            <a:r>
              <a:rPr sz="2500">
                <a:latin typeface="Arial MT"/>
                <a:cs typeface="Arial MT"/>
              </a:rPr>
              <a:t/>
            </a:r>
            <a:br>
              <a:rPr sz="2500">
                <a:latin typeface="Arial MT"/>
                <a:cs typeface="Arial MT"/>
              </a:rPr>
            </a:br>
            <a:r>
              <a:rPr sz="2500" spc="-5" dirty="0">
                <a:latin typeface="Arial MT"/>
                <a:cs typeface="Arial MT"/>
                <a:sym typeface="+mn-ea"/>
              </a:rPr>
              <a:t>&lt;body&gt;</a:t>
            </a:r>
            <a:r>
              <a:rPr sz="2500">
                <a:latin typeface="Arial MT"/>
                <a:cs typeface="Arial MT"/>
              </a:rPr>
              <a:t/>
            </a:r>
            <a:br>
              <a:rPr sz="2500">
                <a:latin typeface="Arial MT"/>
                <a:cs typeface="Arial MT"/>
              </a:rPr>
            </a:br>
            <a:r>
              <a:rPr sz="2500" spc="-5" dirty="0">
                <a:latin typeface="Arial MT"/>
                <a:cs typeface="Arial MT"/>
                <a:sym typeface="+mn-ea"/>
              </a:rPr>
              <a:t>&lt;?php</a:t>
            </a:r>
            <a:r>
              <a:rPr sz="2500">
                <a:latin typeface="Arial MT"/>
                <a:cs typeface="Arial MT"/>
              </a:rPr>
              <a:t/>
            </a:r>
            <a:br>
              <a:rPr sz="2500">
                <a:latin typeface="Arial MT"/>
                <a:cs typeface="Arial MT"/>
              </a:rPr>
            </a:br>
            <a:r>
              <a:rPr sz="2500" dirty="0">
                <a:latin typeface="Arial MT"/>
                <a:cs typeface="Arial MT"/>
                <a:sym typeface="+mn-ea"/>
              </a:rPr>
              <a:t>for </a:t>
            </a:r>
            <a:r>
              <a:rPr sz="2500" spc="-5" dirty="0">
                <a:latin typeface="Arial MT"/>
                <a:cs typeface="Arial MT"/>
                <a:sym typeface="+mn-ea"/>
              </a:rPr>
              <a:t>($x </a:t>
            </a:r>
            <a:r>
              <a:rPr sz="2500" dirty="0">
                <a:latin typeface="Arial MT"/>
                <a:cs typeface="Arial MT"/>
                <a:sym typeface="+mn-ea"/>
              </a:rPr>
              <a:t>= 0; </a:t>
            </a:r>
            <a:r>
              <a:rPr sz="2500" spc="-5" dirty="0">
                <a:latin typeface="Arial MT"/>
                <a:cs typeface="Arial MT"/>
                <a:sym typeface="+mn-ea"/>
              </a:rPr>
              <a:t>$x </a:t>
            </a:r>
            <a:r>
              <a:rPr sz="2500" dirty="0">
                <a:latin typeface="Arial MT"/>
                <a:cs typeface="Arial MT"/>
                <a:sym typeface="+mn-ea"/>
              </a:rPr>
              <a:t>&lt;= </a:t>
            </a:r>
            <a:r>
              <a:rPr sz="2500" spc="-5" dirty="0">
                <a:latin typeface="Arial MT"/>
                <a:cs typeface="Arial MT"/>
                <a:sym typeface="+mn-ea"/>
              </a:rPr>
              <a:t>10; </a:t>
            </a:r>
            <a:r>
              <a:rPr sz="2500" dirty="0">
                <a:latin typeface="Arial MT"/>
                <a:cs typeface="Arial MT"/>
                <a:sym typeface="+mn-ea"/>
              </a:rPr>
              <a:t>$x++) { </a:t>
            </a:r>
            <a:r>
              <a:rPr sz="2500" spc="5" dirty="0">
                <a:latin typeface="Arial MT"/>
                <a:cs typeface="Arial MT"/>
                <a:sym typeface="+mn-ea"/>
              </a:rPr>
              <a:t> </a:t>
            </a:r>
            <a:r>
              <a:rPr sz="2500" spc="-5" dirty="0">
                <a:latin typeface="Arial MT"/>
                <a:cs typeface="Arial MT"/>
                <a:sym typeface="+mn-ea"/>
              </a:rPr>
              <a:t>echo</a:t>
            </a:r>
            <a:r>
              <a:rPr sz="2500" spc="-15" dirty="0">
                <a:latin typeface="Arial MT"/>
                <a:cs typeface="Arial MT"/>
                <a:sym typeface="+mn-ea"/>
              </a:rPr>
              <a:t> </a:t>
            </a:r>
            <a:r>
              <a:rPr sz="2500" dirty="0">
                <a:latin typeface="Arial MT"/>
                <a:cs typeface="Arial MT"/>
                <a:sym typeface="+mn-ea"/>
              </a:rPr>
              <a:t>"The</a:t>
            </a:r>
            <a:r>
              <a:rPr sz="2500" spc="-10" dirty="0">
                <a:latin typeface="Arial MT"/>
                <a:cs typeface="Arial MT"/>
                <a:sym typeface="+mn-ea"/>
              </a:rPr>
              <a:t> </a:t>
            </a:r>
            <a:r>
              <a:rPr sz="2500" dirty="0">
                <a:latin typeface="Arial MT"/>
                <a:cs typeface="Arial MT"/>
                <a:sym typeface="+mn-ea"/>
              </a:rPr>
              <a:t>number</a:t>
            </a:r>
            <a:r>
              <a:rPr sz="2500" spc="-5" dirty="0">
                <a:latin typeface="Arial MT"/>
                <a:cs typeface="Arial MT"/>
                <a:sym typeface="+mn-ea"/>
              </a:rPr>
              <a:t> is:</a:t>
            </a:r>
            <a:r>
              <a:rPr sz="2500" spc="-10" dirty="0">
                <a:latin typeface="Arial MT"/>
                <a:cs typeface="Arial MT"/>
                <a:sym typeface="+mn-ea"/>
              </a:rPr>
              <a:t> </a:t>
            </a:r>
            <a:r>
              <a:rPr sz="2500" spc="-5" dirty="0">
                <a:latin typeface="Arial MT"/>
                <a:cs typeface="Arial MT"/>
                <a:sym typeface="+mn-ea"/>
              </a:rPr>
              <a:t>$x</a:t>
            </a:r>
            <a:r>
              <a:rPr sz="2500" spc="-20" dirty="0">
                <a:latin typeface="Arial MT"/>
                <a:cs typeface="Arial MT"/>
                <a:sym typeface="+mn-ea"/>
              </a:rPr>
              <a:t> </a:t>
            </a:r>
            <a:r>
              <a:rPr sz="2500" spc="-5" dirty="0">
                <a:latin typeface="Arial MT"/>
                <a:cs typeface="Arial MT"/>
                <a:sym typeface="+mn-ea"/>
              </a:rPr>
              <a:t>&lt;br&gt;";</a:t>
            </a:r>
            <a:r>
              <a:rPr sz="2500">
                <a:latin typeface="Arial MT"/>
                <a:cs typeface="Arial MT"/>
              </a:rPr>
              <a:t/>
            </a:r>
            <a:br>
              <a:rPr sz="2500">
                <a:latin typeface="Arial MT"/>
                <a:cs typeface="Arial MT"/>
              </a:rPr>
            </a:br>
            <a:r>
              <a:rPr sz="2500" dirty="0">
                <a:latin typeface="Arial MT"/>
                <a:cs typeface="Arial MT"/>
                <a:sym typeface="+mn-ea"/>
              </a:rPr>
              <a:t>}</a:t>
            </a:r>
            <a:r>
              <a:rPr sz="2500">
                <a:latin typeface="Arial MT"/>
                <a:cs typeface="Arial MT"/>
              </a:rPr>
              <a:t/>
            </a:r>
            <a:br>
              <a:rPr sz="2500">
                <a:latin typeface="Arial MT"/>
                <a:cs typeface="Arial MT"/>
              </a:rPr>
            </a:br>
            <a:r>
              <a:rPr sz="2500" spc="-5" dirty="0">
                <a:latin typeface="Arial MT"/>
                <a:cs typeface="Arial MT"/>
                <a:sym typeface="+mn-ea"/>
              </a:rPr>
              <a:t>?&gt;</a:t>
            </a:r>
            <a:br>
              <a:rPr sz="2500" spc="-5" dirty="0">
                <a:latin typeface="Arial MT"/>
                <a:cs typeface="Arial MT"/>
                <a:sym typeface="+mn-ea"/>
              </a:rPr>
            </a:br>
            <a:r>
              <a:rPr sz="2500" spc="-5" dirty="0">
                <a:latin typeface="Arial MT"/>
                <a:cs typeface="Arial MT"/>
                <a:sym typeface="+mn-ea"/>
              </a:rPr>
              <a:t>&lt;/body&gt;</a:t>
            </a:r>
            <a:r>
              <a:rPr sz="2500">
                <a:latin typeface="Arial MT"/>
                <a:cs typeface="Arial MT"/>
              </a:rPr>
              <a:t/>
            </a:r>
            <a:br>
              <a:rPr sz="2500">
                <a:latin typeface="Arial MT"/>
                <a:cs typeface="Arial MT"/>
              </a:rPr>
            </a:br>
            <a:r>
              <a:rPr sz="2500" dirty="0">
                <a:latin typeface="Arial MT"/>
                <a:cs typeface="Arial MT"/>
                <a:sym typeface="+mn-ea"/>
              </a:rPr>
              <a:t>&lt;/html&gt;</a:t>
            </a:r>
            <a:r>
              <a:rPr sz="2500">
                <a:latin typeface="Arial MT"/>
                <a:cs typeface="Arial MT"/>
              </a:rPr>
              <a:t/>
            </a:r>
            <a:br>
              <a:rPr sz="2500">
                <a:latin typeface="Arial MT"/>
                <a:cs typeface="Arial MT"/>
              </a:rPr>
            </a:br>
            <a:r>
              <a:rPr sz="2500">
                <a:latin typeface="Arial MT"/>
                <a:cs typeface="Arial MT"/>
              </a:rPr>
              <a:t/>
            </a:r>
            <a:br>
              <a:rPr sz="2500">
                <a:latin typeface="Arial MT"/>
                <a:cs typeface="Arial MT"/>
              </a:rPr>
            </a:br>
            <a:r>
              <a:rPr sz="2500">
                <a:latin typeface="Arial MT"/>
                <a:cs typeface="Arial MT"/>
              </a:rPr>
              <a:t>OUTPUT:</a:t>
            </a:r>
            <a:br>
              <a:rPr sz="2500">
                <a:latin typeface="Arial MT"/>
                <a:cs typeface="Arial MT"/>
              </a:rPr>
            </a:br>
            <a:r>
              <a:rPr sz="2500">
                <a:latin typeface="Arial MT"/>
                <a:cs typeface="Arial MT"/>
              </a:rPr>
              <a:t>The number is: 0 The number is: 1 The number is: 2 The number is: 3 The number is: 4 The number is: 5 The number is: 6 The number is: 7 The number is: 8 The number is: 9 The number is: 10</a:t>
            </a:r>
          </a:p>
        </p:txBody>
      </p:sp>
      <p:sp>
        <p:nvSpPr>
          <p:cNvPr id="4" name="Slide Number Placeholder 3">
            <a:extLst>
              <a:ext uri="{FF2B5EF4-FFF2-40B4-BE49-F238E27FC236}">
                <a16:creationId xmlns:a16="http://schemas.microsoft.com/office/drawing/2014/main" xmlns="" id="{D1563E02-D61E-6E17-A78B-E321CA7D2031}"/>
              </a:ext>
            </a:extLst>
          </p:cNvPr>
          <p:cNvSpPr>
            <a:spLocks noGrp="1"/>
          </p:cNvSpPr>
          <p:nvPr>
            <p:ph type="sldNum" idx="4"/>
          </p:nvPr>
        </p:nvSpPr>
        <p:spPr/>
        <p:txBody>
          <a:bodyPr/>
          <a:lstStyle/>
          <a:p>
            <a:pPr algn="r">
              <a:buNone/>
            </a:pPr>
            <a:fld id="{9A0DB2DC-4C9A-4742-B13C-FB6460FD3503}" type="slidenum">
              <a:rPr lang="en-GB" altLang="en-US" smtClean="0"/>
              <a:pPr algn="r">
                <a:buNone/>
              </a:pPr>
              <a:t>53</a:t>
            </a:fld>
            <a:endParaRPr lang="en-GB"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i="0" spc="-5" dirty="0">
                <a:highlight>
                  <a:srgbClr val="00FF00"/>
                </a:highlight>
                <a:latin typeface="Times New Roman" panose="02020603050405020304" pitchFamily="18" charset="0"/>
                <a:cs typeface="Times New Roman" panose="02020603050405020304" pitchFamily="18" charset="0"/>
                <a:sym typeface="+mn-ea"/>
              </a:rPr>
              <a:t>The</a:t>
            </a:r>
            <a:r>
              <a:rPr i="0" spc="-15" dirty="0">
                <a:highlight>
                  <a:srgbClr val="00FF00"/>
                </a:highlight>
                <a:latin typeface="Times New Roman" panose="02020603050405020304" pitchFamily="18" charset="0"/>
                <a:cs typeface="Times New Roman" panose="02020603050405020304" pitchFamily="18" charset="0"/>
                <a:sym typeface="+mn-ea"/>
              </a:rPr>
              <a:t> </a:t>
            </a:r>
            <a:r>
              <a:rPr i="0" spc="-5" dirty="0">
                <a:highlight>
                  <a:srgbClr val="00FF00"/>
                </a:highlight>
                <a:latin typeface="Times New Roman" panose="02020603050405020304" pitchFamily="18" charset="0"/>
                <a:cs typeface="Times New Roman" panose="02020603050405020304" pitchFamily="18" charset="0"/>
                <a:sym typeface="+mn-ea"/>
              </a:rPr>
              <a:t>PHP</a:t>
            </a:r>
            <a:r>
              <a:rPr i="0" spc="-20" dirty="0">
                <a:highlight>
                  <a:srgbClr val="00FF00"/>
                </a:highlight>
                <a:latin typeface="Times New Roman" panose="02020603050405020304" pitchFamily="18" charset="0"/>
                <a:cs typeface="Times New Roman" panose="02020603050405020304" pitchFamily="18" charset="0"/>
                <a:sym typeface="+mn-ea"/>
              </a:rPr>
              <a:t> </a:t>
            </a:r>
            <a:r>
              <a:rPr i="0" spc="-5" dirty="0">
                <a:highlight>
                  <a:srgbClr val="00FF00"/>
                </a:highlight>
                <a:latin typeface="Times New Roman" panose="02020603050405020304" pitchFamily="18" charset="0"/>
                <a:cs typeface="Times New Roman" panose="02020603050405020304" pitchFamily="18" charset="0"/>
                <a:sym typeface="+mn-ea"/>
              </a:rPr>
              <a:t>foreach</a:t>
            </a:r>
            <a:r>
              <a:rPr i="0" spc="-10" dirty="0">
                <a:highlight>
                  <a:srgbClr val="00FF00"/>
                </a:highlight>
                <a:latin typeface="Times New Roman" panose="02020603050405020304" pitchFamily="18" charset="0"/>
                <a:cs typeface="Times New Roman" panose="02020603050405020304" pitchFamily="18" charset="0"/>
                <a:sym typeface="+mn-ea"/>
              </a:rPr>
              <a:t> </a:t>
            </a:r>
            <a:r>
              <a:rPr i="0" spc="-5" dirty="0">
                <a:highlight>
                  <a:srgbClr val="00FF00"/>
                </a:highlight>
                <a:latin typeface="Times New Roman" panose="02020603050405020304" pitchFamily="18" charset="0"/>
                <a:cs typeface="Times New Roman" panose="02020603050405020304" pitchFamily="18" charset="0"/>
                <a:sym typeface="+mn-ea"/>
              </a:rPr>
              <a:t>Loop</a:t>
            </a:r>
            <a:r>
              <a:rPr sz="2000" b="0" i="0" spc="-5" dirty="0">
                <a:latin typeface="Times New Roman" panose="02020603050405020304" pitchFamily="18" charset="0"/>
                <a:cs typeface="Times New Roman" panose="02020603050405020304" pitchFamily="18" charset="0"/>
                <a:sym typeface="+mn-ea"/>
              </a:rPr>
              <a:t/>
            </a:r>
            <a:br>
              <a:rPr sz="2000" b="0" i="0" spc="-5" dirty="0">
                <a:latin typeface="Times New Roman" panose="02020603050405020304" pitchFamily="18" charset="0"/>
                <a:cs typeface="Times New Roman" panose="02020603050405020304" pitchFamily="18" charset="0"/>
                <a:sym typeface="+mn-ea"/>
              </a:rPr>
            </a:br>
            <a:r>
              <a:rPr sz="2000" b="0" i="0" spc="-5" dirty="0">
                <a:latin typeface="Times New Roman" panose="02020603050405020304" pitchFamily="18" charset="0"/>
                <a:cs typeface="Times New Roman" panose="02020603050405020304" pitchFamily="18" charset="0"/>
                <a:sym typeface="+mn-ea"/>
              </a:rPr>
              <a:t/>
            </a:r>
            <a:br>
              <a:rPr sz="2000" b="0" i="0" spc="-5" dirty="0">
                <a:latin typeface="Times New Roman" panose="02020603050405020304" pitchFamily="18" charset="0"/>
                <a:cs typeface="Times New Roman" panose="02020603050405020304" pitchFamily="18" charset="0"/>
                <a:sym typeface="+mn-ea"/>
              </a:rPr>
            </a:br>
            <a:r>
              <a:rPr sz="2000" i="0" spc="-5" dirty="0">
                <a:latin typeface="Times New Roman" panose="02020603050405020304" pitchFamily="18" charset="0"/>
                <a:cs typeface="Times New Roman" panose="02020603050405020304" pitchFamily="18" charset="0"/>
                <a:sym typeface="+mn-ea"/>
              </a:rPr>
              <a:t>The</a:t>
            </a:r>
            <a:r>
              <a:rPr sz="2000" i="0" spc="-10" dirty="0">
                <a:latin typeface="Times New Roman" panose="02020603050405020304" pitchFamily="18" charset="0"/>
                <a:cs typeface="Times New Roman" panose="02020603050405020304" pitchFamily="18" charset="0"/>
                <a:sym typeface="+mn-ea"/>
              </a:rPr>
              <a:t> </a:t>
            </a:r>
            <a:r>
              <a:rPr sz="2000" i="0" spc="-5" dirty="0">
                <a:latin typeface="Times New Roman" panose="02020603050405020304" pitchFamily="18" charset="0"/>
                <a:cs typeface="Times New Roman" panose="02020603050405020304" pitchFamily="18" charset="0"/>
                <a:sym typeface="+mn-ea"/>
              </a:rPr>
              <a:t>foreach loop works</a:t>
            </a:r>
            <a:r>
              <a:rPr sz="2000" i="0" spc="5" dirty="0">
                <a:latin typeface="Times New Roman" panose="02020603050405020304" pitchFamily="18" charset="0"/>
                <a:cs typeface="Times New Roman" panose="02020603050405020304" pitchFamily="18" charset="0"/>
                <a:sym typeface="+mn-ea"/>
              </a:rPr>
              <a:t> </a:t>
            </a:r>
            <a:r>
              <a:rPr sz="2000" i="0" spc="-5" dirty="0">
                <a:latin typeface="Times New Roman" panose="02020603050405020304" pitchFamily="18" charset="0"/>
                <a:cs typeface="Times New Roman" panose="02020603050405020304" pitchFamily="18" charset="0"/>
                <a:sym typeface="+mn-ea"/>
              </a:rPr>
              <a:t>only</a:t>
            </a:r>
            <a:r>
              <a:rPr sz="2000" i="0" spc="-10" dirty="0">
                <a:latin typeface="Times New Roman" panose="02020603050405020304" pitchFamily="18" charset="0"/>
                <a:cs typeface="Times New Roman" panose="02020603050405020304" pitchFamily="18" charset="0"/>
                <a:sym typeface="+mn-ea"/>
              </a:rPr>
              <a:t> </a:t>
            </a:r>
            <a:r>
              <a:rPr sz="2000" i="0" dirty="0">
                <a:latin typeface="Times New Roman" panose="02020603050405020304" pitchFamily="18" charset="0"/>
                <a:cs typeface="Times New Roman" panose="02020603050405020304" pitchFamily="18" charset="0"/>
                <a:sym typeface="+mn-ea"/>
              </a:rPr>
              <a:t>on</a:t>
            </a:r>
            <a:r>
              <a:rPr sz="2000" i="0" spc="5" dirty="0">
                <a:latin typeface="Times New Roman" panose="02020603050405020304" pitchFamily="18" charset="0"/>
                <a:cs typeface="Times New Roman" panose="02020603050405020304" pitchFamily="18" charset="0"/>
                <a:sym typeface="+mn-ea"/>
              </a:rPr>
              <a:t> </a:t>
            </a:r>
            <a:r>
              <a:rPr sz="2000" i="0" spc="-5" dirty="0">
                <a:latin typeface="Times New Roman" panose="02020603050405020304" pitchFamily="18" charset="0"/>
                <a:cs typeface="Times New Roman" panose="02020603050405020304" pitchFamily="18" charset="0"/>
                <a:sym typeface="+mn-ea"/>
              </a:rPr>
              <a:t>arrays,</a:t>
            </a:r>
            <a:r>
              <a:rPr sz="2000" i="0" spc="5" dirty="0">
                <a:latin typeface="Times New Roman" panose="02020603050405020304" pitchFamily="18" charset="0"/>
                <a:cs typeface="Times New Roman" panose="02020603050405020304" pitchFamily="18" charset="0"/>
                <a:sym typeface="+mn-ea"/>
              </a:rPr>
              <a:t> </a:t>
            </a:r>
            <a:r>
              <a:rPr sz="2000" i="0" spc="-5" dirty="0">
                <a:latin typeface="Times New Roman" panose="02020603050405020304" pitchFamily="18" charset="0"/>
                <a:cs typeface="Times New Roman" panose="02020603050405020304" pitchFamily="18" charset="0"/>
                <a:sym typeface="+mn-ea"/>
              </a:rPr>
              <a:t>and</a:t>
            </a:r>
            <a:r>
              <a:rPr sz="2000" i="0" spc="5" dirty="0">
                <a:latin typeface="Times New Roman" panose="02020603050405020304" pitchFamily="18" charset="0"/>
                <a:cs typeface="Times New Roman" panose="02020603050405020304" pitchFamily="18" charset="0"/>
                <a:sym typeface="+mn-ea"/>
              </a:rPr>
              <a:t> </a:t>
            </a:r>
            <a:r>
              <a:rPr sz="2000" i="0" spc="-10" dirty="0">
                <a:latin typeface="Times New Roman" panose="02020603050405020304" pitchFamily="18" charset="0"/>
                <a:cs typeface="Times New Roman" panose="02020603050405020304" pitchFamily="18" charset="0"/>
                <a:sym typeface="+mn-ea"/>
              </a:rPr>
              <a:t>is</a:t>
            </a:r>
            <a:r>
              <a:rPr sz="2000" i="0" spc="5" dirty="0">
                <a:latin typeface="Times New Roman" panose="02020603050405020304" pitchFamily="18" charset="0"/>
                <a:cs typeface="Times New Roman" panose="02020603050405020304" pitchFamily="18" charset="0"/>
                <a:sym typeface="+mn-ea"/>
              </a:rPr>
              <a:t> </a:t>
            </a:r>
            <a:r>
              <a:rPr sz="2000" i="0" dirty="0">
                <a:latin typeface="Times New Roman" panose="02020603050405020304" pitchFamily="18" charset="0"/>
                <a:cs typeface="Times New Roman" panose="02020603050405020304" pitchFamily="18" charset="0"/>
                <a:sym typeface="+mn-ea"/>
              </a:rPr>
              <a:t>used</a:t>
            </a:r>
            <a:r>
              <a:rPr sz="2000" i="0" spc="25" dirty="0">
                <a:latin typeface="Times New Roman" panose="02020603050405020304" pitchFamily="18" charset="0"/>
                <a:cs typeface="Times New Roman" panose="02020603050405020304" pitchFamily="18" charset="0"/>
                <a:sym typeface="+mn-ea"/>
              </a:rPr>
              <a:t> </a:t>
            </a:r>
            <a:r>
              <a:rPr sz="2000" i="0" spc="-15" dirty="0">
                <a:latin typeface="Times New Roman" panose="02020603050405020304" pitchFamily="18" charset="0"/>
                <a:cs typeface="Times New Roman" panose="02020603050405020304" pitchFamily="18" charset="0"/>
                <a:sym typeface="+mn-ea"/>
              </a:rPr>
              <a:t>to </a:t>
            </a:r>
            <a:r>
              <a:rPr sz="2000" i="0" spc="-5" dirty="0">
                <a:latin typeface="Times New Roman" panose="02020603050405020304" pitchFamily="18" charset="0"/>
                <a:cs typeface="Times New Roman" panose="02020603050405020304" pitchFamily="18" charset="0"/>
                <a:sym typeface="+mn-ea"/>
              </a:rPr>
              <a:t>loop</a:t>
            </a:r>
            <a:r>
              <a:rPr sz="2000" i="0" spc="5" dirty="0">
                <a:latin typeface="Times New Roman" panose="02020603050405020304" pitchFamily="18" charset="0"/>
                <a:cs typeface="Times New Roman" panose="02020603050405020304" pitchFamily="18" charset="0"/>
                <a:sym typeface="+mn-ea"/>
              </a:rPr>
              <a:t> </a:t>
            </a:r>
            <a:r>
              <a:rPr sz="2000" i="0" spc="-5" dirty="0">
                <a:latin typeface="Times New Roman" panose="02020603050405020304" pitchFamily="18" charset="0"/>
                <a:cs typeface="Times New Roman" panose="02020603050405020304" pitchFamily="18" charset="0"/>
                <a:sym typeface="+mn-ea"/>
              </a:rPr>
              <a:t>through each </a:t>
            </a:r>
            <a:r>
              <a:rPr sz="2000" i="0" spc="-320" dirty="0">
                <a:latin typeface="Times New Roman" panose="02020603050405020304" pitchFamily="18" charset="0"/>
                <a:cs typeface="Times New Roman" panose="02020603050405020304" pitchFamily="18" charset="0"/>
                <a:sym typeface="+mn-ea"/>
              </a:rPr>
              <a:t> </a:t>
            </a:r>
            <a:r>
              <a:rPr sz="2000" i="0" spc="-5" dirty="0">
                <a:latin typeface="Times New Roman" panose="02020603050405020304" pitchFamily="18" charset="0"/>
                <a:cs typeface="Times New Roman" panose="02020603050405020304" pitchFamily="18" charset="0"/>
                <a:sym typeface="+mn-ea"/>
              </a:rPr>
              <a:t>key/value</a:t>
            </a:r>
            <a:r>
              <a:rPr sz="2000" i="0" dirty="0">
                <a:latin typeface="Times New Roman" panose="02020603050405020304" pitchFamily="18" charset="0"/>
                <a:cs typeface="Times New Roman" panose="02020603050405020304" pitchFamily="18" charset="0"/>
                <a:sym typeface="+mn-ea"/>
              </a:rPr>
              <a:t> pair</a:t>
            </a:r>
            <a:r>
              <a:rPr sz="2000" i="0" spc="-10" dirty="0">
                <a:latin typeface="Times New Roman" panose="02020603050405020304" pitchFamily="18" charset="0"/>
                <a:cs typeface="Times New Roman" panose="02020603050405020304" pitchFamily="18" charset="0"/>
                <a:sym typeface="+mn-ea"/>
              </a:rPr>
              <a:t> </a:t>
            </a:r>
            <a:r>
              <a:rPr sz="2000" i="0" spc="-5" dirty="0">
                <a:latin typeface="Times New Roman" panose="02020603050405020304" pitchFamily="18" charset="0"/>
                <a:cs typeface="Times New Roman" panose="02020603050405020304" pitchFamily="18" charset="0"/>
                <a:sym typeface="+mn-ea"/>
              </a:rPr>
              <a:t>in</a:t>
            </a:r>
            <a:r>
              <a:rPr sz="2000" i="0" dirty="0">
                <a:latin typeface="Times New Roman" panose="02020603050405020304" pitchFamily="18" charset="0"/>
                <a:cs typeface="Times New Roman" panose="02020603050405020304" pitchFamily="18" charset="0"/>
                <a:sym typeface="+mn-ea"/>
              </a:rPr>
              <a:t> an</a:t>
            </a:r>
            <a:r>
              <a:rPr sz="2000" i="0" spc="-30" dirty="0">
                <a:latin typeface="Times New Roman" panose="02020603050405020304" pitchFamily="18" charset="0"/>
                <a:cs typeface="Times New Roman" panose="02020603050405020304" pitchFamily="18" charset="0"/>
                <a:sym typeface="+mn-ea"/>
              </a:rPr>
              <a:t> </a:t>
            </a:r>
            <a:r>
              <a:rPr sz="2000" i="0" spc="-10" dirty="0">
                <a:latin typeface="Times New Roman" panose="02020603050405020304" pitchFamily="18" charset="0"/>
                <a:cs typeface="Times New Roman" panose="02020603050405020304" pitchFamily="18" charset="0"/>
                <a:sym typeface="+mn-ea"/>
              </a:rPr>
              <a:t>array.</a:t>
            </a:r>
            <a:r>
              <a:rPr sz="2000" i="0" dirty="0">
                <a:latin typeface="Times New Roman" panose="02020603050405020304" pitchFamily="18" charset="0"/>
                <a:cs typeface="Times New Roman" panose="02020603050405020304" pitchFamily="18" charset="0"/>
              </a:rPr>
              <a:t/>
            </a:r>
            <a:br>
              <a:rPr sz="2000" i="0" dirty="0">
                <a:latin typeface="Times New Roman" panose="02020603050405020304" pitchFamily="18" charset="0"/>
                <a:cs typeface="Times New Roman" panose="02020603050405020304" pitchFamily="18" charset="0"/>
              </a:rPr>
            </a:br>
            <a:r>
              <a:rPr sz="2000" b="0" i="0" dirty="0">
                <a:latin typeface="Times New Roman" panose="02020603050405020304" pitchFamily="18" charset="0"/>
                <a:cs typeface="Times New Roman" panose="02020603050405020304" pitchFamily="18" charset="0"/>
              </a:rPr>
              <a:t/>
            </a:r>
            <a:br>
              <a:rPr sz="2000" b="0" i="0" dirty="0">
                <a:latin typeface="Times New Roman" panose="02020603050405020304" pitchFamily="18" charset="0"/>
                <a:cs typeface="Times New Roman" panose="02020603050405020304" pitchFamily="18" charset="0"/>
              </a:rPr>
            </a:br>
            <a:r>
              <a:rPr sz="2000" i="0" u="sng" spc="-5" dirty="0">
                <a:solidFill>
                  <a:srgbClr val="C00000"/>
                </a:solidFill>
                <a:latin typeface="Times New Roman" panose="02020603050405020304" pitchFamily="18" charset="0"/>
                <a:cs typeface="Times New Roman" panose="02020603050405020304" pitchFamily="18" charset="0"/>
                <a:sym typeface="+mn-ea"/>
              </a:rPr>
              <a:t>Syntax</a:t>
            </a:r>
            <a:r>
              <a:rPr sz="2000" b="0" i="0" dirty="0">
                <a:latin typeface="Times New Roman" panose="02020603050405020304" pitchFamily="18" charset="0"/>
                <a:cs typeface="Times New Roman" panose="02020603050405020304" pitchFamily="18" charset="0"/>
              </a:rPr>
              <a:t/>
            </a:r>
            <a:br>
              <a:rPr sz="2000" b="0" i="0" dirty="0">
                <a:latin typeface="Times New Roman" panose="02020603050405020304" pitchFamily="18" charset="0"/>
                <a:cs typeface="Times New Roman" panose="02020603050405020304" pitchFamily="18" charset="0"/>
              </a:rPr>
            </a:br>
            <a:r>
              <a:rPr sz="2000" b="0" i="0" dirty="0">
                <a:latin typeface="Times New Roman" panose="02020603050405020304" pitchFamily="18" charset="0"/>
                <a:cs typeface="Times New Roman" panose="02020603050405020304" pitchFamily="18" charset="0"/>
              </a:rPr>
              <a:t/>
            </a:r>
            <a:br>
              <a:rPr sz="2000" b="0" i="0" dirty="0">
                <a:latin typeface="Times New Roman" panose="02020603050405020304" pitchFamily="18" charset="0"/>
                <a:cs typeface="Times New Roman" panose="02020603050405020304" pitchFamily="18" charset="0"/>
              </a:rPr>
            </a:br>
            <a:r>
              <a:rPr sz="2000" b="0" i="0" dirty="0">
                <a:latin typeface="Times New Roman" panose="02020603050405020304" pitchFamily="18" charset="0"/>
                <a:cs typeface="Times New Roman" panose="02020603050405020304" pitchFamily="18" charset="0"/>
                <a:sym typeface="+mn-ea"/>
              </a:rPr>
              <a:t>foreach</a:t>
            </a:r>
            <a:r>
              <a:rPr sz="2000" b="0" i="0" spc="-15"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($array</a:t>
            </a:r>
            <a:r>
              <a:rPr sz="2000" b="0" i="0" spc="-25" dirty="0">
                <a:latin typeface="Times New Roman" panose="02020603050405020304" pitchFamily="18" charset="0"/>
                <a:cs typeface="Times New Roman" panose="02020603050405020304" pitchFamily="18" charset="0"/>
                <a:sym typeface="+mn-ea"/>
              </a:rPr>
              <a:t> </a:t>
            </a:r>
            <a:r>
              <a:rPr sz="2000" b="0" i="0" dirty="0">
                <a:latin typeface="Times New Roman" panose="02020603050405020304" pitchFamily="18" charset="0"/>
                <a:cs typeface="Times New Roman" panose="02020603050405020304" pitchFamily="18" charset="0"/>
                <a:sym typeface="+mn-ea"/>
              </a:rPr>
              <a:t>as</a:t>
            </a:r>
            <a:r>
              <a:rPr sz="2000" b="0" i="0" spc="-10"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$value)</a:t>
            </a:r>
            <a:r>
              <a:rPr sz="2000" b="0" i="0" dirty="0">
                <a:latin typeface="Times New Roman" panose="02020603050405020304" pitchFamily="18" charset="0"/>
                <a:cs typeface="Times New Roman" panose="02020603050405020304" pitchFamily="18" charset="0"/>
              </a:rPr>
              <a:t/>
            </a:r>
            <a:br>
              <a:rPr sz="2000" b="0" i="0" dirty="0">
                <a:latin typeface="Times New Roman" panose="02020603050405020304" pitchFamily="18" charset="0"/>
                <a:cs typeface="Times New Roman" panose="02020603050405020304" pitchFamily="18" charset="0"/>
              </a:rPr>
            </a:br>
            <a:r>
              <a:rPr sz="2000" b="0" i="0" dirty="0">
                <a:latin typeface="Times New Roman" panose="02020603050405020304" pitchFamily="18" charset="0"/>
                <a:cs typeface="Times New Roman" panose="02020603050405020304" pitchFamily="18" charset="0"/>
              </a:rPr>
              <a:t/>
            </a:r>
            <a:br>
              <a:rPr sz="2000" b="0" i="0" dirty="0">
                <a:latin typeface="Times New Roman" panose="02020603050405020304" pitchFamily="18" charset="0"/>
                <a:cs typeface="Times New Roman" panose="02020603050405020304" pitchFamily="18" charset="0"/>
              </a:rPr>
            </a:br>
            <a:r>
              <a:rPr sz="2000" b="0" i="0" dirty="0">
                <a:latin typeface="Times New Roman" panose="02020603050405020304" pitchFamily="18" charset="0"/>
                <a:cs typeface="Times New Roman" panose="02020603050405020304" pitchFamily="18" charset="0"/>
                <a:sym typeface="+mn-ea"/>
              </a:rPr>
              <a:t>{</a:t>
            </a:r>
            <a:r>
              <a:rPr sz="2000" b="0" i="0" dirty="0">
                <a:latin typeface="Times New Roman" panose="02020603050405020304" pitchFamily="18" charset="0"/>
                <a:cs typeface="Times New Roman" panose="02020603050405020304" pitchFamily="18" charset="0"/>
              </a:rPr>
              <a:t/>
            </a:r>
            <a:br>
              <a:rPr sz="2000" b="0" i="0" dirty="0">
                <a:latin typeface="Times New Roman" panose="02020603050405020304" pitchFamily="18" charset="0"/>
                <a:cs typeface="Times New Roman" panose="02020603050405020304" pitchFamily="18" charset="0"/>
              </a:rPr>
            </a:br>
            <a:r>
              <a:rPr sz="2000" b="0" i="0" spc="-5" dirty="0">
                <a:latin typeface="Times New Roman" panose="02020603050405020304" pitchFamily="18" charset="0"/>
                <a:cs typeface="Times New Roman" panose="02020603050405020304" pitchFamily="18" charset="0"/>
                <a:sym typeface="+mn-ea"/>
              </a:rPr>
              <a:t>code</a:t>
            </a:r>
            <a:r>
              <a:rPr sz="2000" b="0" i="0" spc="-20" dirty="0">
                <a:latin typeface="Times New Roman" panose="02020603050405020304" pitchFamily="18" charset="0"/>
                <a:cs typeface="Times New Roman" panose="02020603050405020304" pitchFamily="18" charset="0"/>
                <a:sym typeface="+mn-ea"/>
              </a:rPr>
              <a:t> </a:t>
            </a:r>
            <a:r>
              <a:rPr sz="2000" b="0" i="0" dirty="0">
                <a:latin typeface="Times New Roman" panose="02020603050405020304" pitchFamily="18" charset="0"/>
                <a:cs typeface="Times New Roman" panose="02020603050405020304" pitchFamily="18" charset="0"/>
                <a:sym typeface="+mn-ea"/>
              </a:rPr>
              <a:t>to</a:t>
            </a:r>
            <a:r>
              <a:rPr sz="2000" b="0" i="0" spc="-15"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be</a:t>
            </a:r>
            <a:r>
              <a:rPr sz="2000" b="0" i="0" spc="-20"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executed;</a:t>
            </a:r>
            <a:r>
              <a:rPr sz="2000" b="0" i="0" dirty="0">
                <a:latin typeface="Times New Roman" panose="02020603050405020304" pitchFamily="18" charset="0"/>
                <a:cs typeface="Times New Roman" panose="02020603050405020304" pitchFamily="18" charset="0"/>
              </a:rPr>
              <a:t/>
            </a:r>
            <a:br>
              <a:rPr sz="2000" b="0" i="0" dirty="0">
                <a:latin typeface="Times New Roman" panose="02020603050405020304" pitchFamily="18" charset="0"/>
                <a:cs typeface="Times New Roman" panose="02020603050405020304" pitchFamily="18" charset="0"/>
              </a:rPr>
            </a:br>
            <a:r>
              <a:rPr sz="2000" b="0" i="0" dirty="0">
                <a:latin typeface="Times New Roman" panose="02020603050405020304" pitchFamily="18" charset="0"/>
                <a:cs typeface="Times New Roman" panose="02020603050405020304" pitchFamily="18" charset="0"/>
                <a:sym typeface="+mn-ea"/>
              </a:rPr>
              <a:t>}</a:t>
            </a:r>
            <a:r>
              <a:rPr sz="2000" b="0" i="0" dirty="0">
                <a:latin typeface="Times New Roman" panose="02020603050405020304" pitchFamily="18" charset="0"/>
                <a:cs typeface="Times New Roman" panose="02020603050405020304" pitchFamily="18" charset="0"/>
              </a:rPr>
              <a:t/>
            </a:r>
            <a:br>
              <a:rPr sz="2000" b="0" i="0" dirty="0">
                <a:latin typeface="Times New Roman" panose="02020603050405020304" pitchFamily="18" charset="0"/>
                <a:cs typeface="Times New Roman" panose="02020603050405020304" pitchFamily="18" charset="0"/>
              </a:rPr>
            </a:br>
            <a:r>
              <a:rPr sz="2000" b="0" i="0" dirty="0">
                <a:latin typeface="Times New Roman" panose="02020603050405020304" pitchFamily="18" charset="0"/>
                <a:cs typeface="Times New Roman" panose="02020603050405020304" pitchFamily="18" charset="0"/>
              </a:rPr>
              <a:t/>
            </a:r>
            <a:br>
              <a:rPr sz="2000" b="0" i="0" dirty="0">
                <a:latin typeface="Times New Roman" panose="02020603050405020304" pitchFamily="18" charset="0"/>
                <a:cs typeface="Times New Roman" panose="02020603050405020304" pitchFamily="18" charset="0"/>
              </a:rPr>
            </a:br>
            <a:r>
              <a:rPr sz="2000" b="0" i="0" dirty="0">
                <a:latin typeface="Times New Roman" panose="02020603050405020304" pitchFamily="18" charset="0"/>
                <a:cs typeface="Times New Roman" panose="02020603050405020304" pitchFamily="18" charset="0"/>
                <a:sym typeface="+mn-ea"/>
              </a:rPr>
              <a:t>For</a:t>
            </a:r>
            <a:r>
              <a:rPr sz="2000" b="0" i="0" spc="190"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every</a:t>
            </a:r>
            <a:r>
              <a:rPr sz="2000" b="0" i="0" spc="165" dirty="0">
                <a:latin typeface="Times New Roman" panose="02020603050405020304" pitchFamily="18" charset="0"/>
                <a:cs typeface="Times New Roman" panose="02020603050405020304" pitchFamily="18" charset="0"/>
                <a:sym typeface="+mn-ea"/>
              </a:rPr>
              <a:t> </a:t>
            </a:r>
            <a:r>
              <a:rPr sz="2000" b="0" i="0" dirty="0">
                <a:latin typeface="Times New Roman" panose="02020603050405020304" pitchFamily="18" charset="0"/>
                <a:cs typeface="Times New Roman" panose="02020603050405020304" pitchFamily="18" charset="0"/>
                <a:sym typeface="+mn-ea"/>
              </a:rPr>
              <a:t>loop</a:t>
            </a:r>
            <a:r>
              <a:rPr sz="2000" b="0" i="0" spc="204"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iteration,</a:t>
            </a:r>
            <a:r>
              <a:rPr sz="2000" b="0" i="0" spc="204"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the</a:t>
            </a:r>
            <a:r>
              <a:rPr sz="2000" b="0" i="0" spc="200"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value</a:t>
            </a:r>
            <a:r>
              <a:rPr sz="2000" b="0" i="0" spc="195"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of</a:t>
            </a:r>
            <a:r>
              <a:rPr sz="2000" b="0" i="0" spc="210"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the</a:t>
            </a:r>
            <a:r>
              <a:rPr sz="2000" b="0" i="0" spc="195"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current</a:t>
            </a:r>
            <a:r>
              <a:rPr sz="2000" b="0" i="0" spc="200"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array</a:t>
            </a:r>
            <a:r>
              <a:rPr sz="2000" b="0" i="0" spc="190"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element</a:t>
            </a:r>
            <a:r>
              <a:rPr sz="2000" b="0" i="0" spc="204"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is</a:t>
            </a:r>
            <a:r>
              <a:rPr sz="2000" b="0" i="0" spc="185"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assigned</a:t>
            </a:r>
            <a:r>
              <a:rPr sz="2000" b="0" i="0" spc="190" dirty="0">
                <a:latin typeface="Times New Roman" panose="02020603050405020304" pitchFamily="18" charset="0"/>
                <a:cs typeface="Times New Roman" panose="02020603050405020304" pitchFamily="18" charset="0"/>
                <a:sym typeface="+mn-ea"/>
              </a:rPr>
              <a:t> </a:t>
            </a:r>
            <a:r>
              <a:rPr sz="2000" b="0" i="0" dirty="0">
                <a:latin typeface="Times New Roman" panose="02020603050405020304" pitchFamily="18" charset="0"/>
                <a:cs typeface="Times New Roman" panose="02020603050405020304" pitchFamily="18" charset="0"/>
                <a:sym typeface="+mn-ea"/>
              </a:rPr>
              <a:t>to</a:t>
            </a:r>
            <a:r>
              <a:rPr sz="2000" b="0" i="0" dirty="0">
                <a:latin typeface="Times New Roman" panose="02020603050405020304" pitchFamily="18" charset="0"/>
                <a:cs typeface="Times New Roman" panose="02020603050405020304" pitchFamily="18" charset="0"/>
              </a:rPr>
              <a:t/>
            </a:r>
            <a:br>
              <a:rPr sz="2000" b="0" i="0" dirty="0">
                <a:latin typeface="Times New Roman" panose="02020603050405020304" pitchFamily="18" charset="0"/>
                <a:cs typeface="Times New Roman" panose="02020603050405020304" pitchFamily="18" charset="0"/>
              </a:rPr>
            </a:br>
            <a:r>
              <a:rPr sz="2000" b="0" i="0" spc="-5" dirty="0">
                <a:latin typeface="Times New Roman" panose="02020603050405020304" pitchFamily="18" charset="0"/>
                <a:cs typeface="Times New Roman" panose="02020603050405020304" pitchFamily="18" charset="0"/>
                <a:sym typeface="+mn-ea"/>
              </a:rPr>
              <a:t>$value</a:t>
            </a:r>
            <a:r>
              <a:rPr sz="2000" b="0" i="0" spc="5"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and</a:t>
            </a:r>
            <a:r>
              <a:rPr sz="2000" b="0" i="0" spc="5"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the</a:t>
            </a:r>
            <a:r>
              <a:rPr sz="2000" b="0" i="0" spc="5"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array</a:t>
            </a:r>
            <a:r>
              <a:rPr sz="2000" b="0" i="0" spc="-10"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pointer</a:t>
            </a:r>
            <a:r>
              <a:rPr sz="2000" b="0" i="0" spc="5"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is moved</a:t>
            </a:r>
            <a:r>
              <a:rPr sz="2000" b="0" i="0" spc="5" dirty="0">
                <a:latin typeface="Times New Roman" panose="02020603050405020304" pitchFamily="18" charset="0"/>
                <a:cs typeface="Times New Roman" panose="02020603050405020304" pitchFamily="18" charset="0"/>
                <a:sym typeface="+mn-ea"/>
              </a:rPr>
              <a:t> </a:t>
            </a:r>
            <a:r>
              <a:rPr sz="2000" b="0" i="0" dirty="0">
                <a:latin typeface="Times New Roman" panose="02020603050405020304" pitchFamily="18" charset="0"/>
                <a:cs typeface="Times New Roman" panose="02020603050405020304" pitchFamily="18" charset="0"/>
                <a:sym typeface="+mn-ea"/>
              </a:rPr>
              <a:t>by</a:t>
            </a:r>
            <a:r>
              <a:rPr sz="2000" b="0" i="0" spc="-10"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one,</a:t>
            </a:r>
            <a:r>
              <a:rPr sz="2000" b="0" i="0" spc="5"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until</a:t>
            </a:r>
            <a:r>
              <a:rPr sz="2000" b="0" i="0" spc="5" dirty="0">
                <a:latin typeface="Times New Roman" panose="02020603050405020304" pitchFamily="18" charset="0"/>
                <a:cs typeface="Times New Roman" panose="02020603050405020304" pitchFamily="18" charset="0"/>
                <a:sym typeface="+mn-ea"/>
              </a:rPr>
              <a:t> </a:t>
            </a:r>
            <a:r>
              <a:rPr sz="2000" b="0" i="0" dirty="0">
                <a:latin typeface="Times New Roman" panose="02020603050405020304" pitchFamily="18" charset="0"/>
                <a:cs typeface="Times New Roman" panose="02020603050405020304" pitchFamily="18" charset="0"/>
                <a:sym typeface="+mn-ea"/>
              </a:rPr>
              <a:t>it</a:t>
            </a:r>
            <a:r>
              <a:rPr sz="2000" b="0" i="0" spc="5"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reaches</a:t>
            </a:r>
            <a:r>
              <a:rPr sz="2000" b="0" i="0" spc="5"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the</a:t>
            </a:r>
            <a:r>
              <a:rPr sz="2000" b="0" i="0" spc="5"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last</a:t>
            </a:r>
            <a:r>
              <a:rPr sz="2000" b="0" i="0" spc="5"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array </a:t>
            </a:r>
            <a:r>
              <a:rPr sz="2000" b="0" i="0" spc="-320" dirty="0">
                <a:latin typeface="Times New Roman" panose="02020603050405020304" pitchFamily="18" charset="0"/>
                <a:cs typeface="Times New Roman" panose="02020603050405020304" pitchFamily="18" charset="0"/>
                <a:sym typeface="+mn-ea"/>
              </a:rPr>
              <a:t> </a:t>
            </a:r>
            <a:r>
              <a:rPr sz="2000" b="0" i="0" dirty="0">
                <a:latin typeface="Times New Roman" panose="02020603050405020304" pitchFamily="18" charset="0"/>
                <a:cs typeface="Times New Roman" panose="02020603050405020304" pitchFamily="18" charset="0"/>
                <a:sym typeface="+mn-ea"/>
              </a:rPr>
              <a:t>element.</a:t>
            </a:r>
            <a:r>
              <a:rPr sz="2000" b="0" i="0" dirty="0">
                <a:latin typeface="Times New Roman" panose="02020603050405020304" pitchFamily="18" charset="0"/>
                <a:cs typeface="Times New Roman" panose="02020603050405020304" pitchFamily="18" charset="0"/>
              </a:rPr>
              <a:t/>
            </a:r>
            <a:br>
              <a:rPr sz="2000" b="0" i="0" dirty="0">
                <a:latin typeface="Times New Roman" panose="02020603050405020304" pitchFamily="18" charset="0"/>
                <a:cs typeface="Times New Roman" panose="02020603050405020304" pitchFamily="18" charset="0"/>
              </a:rPr>
            </a:br>
            <a:r>
              <a:rPr sz="2000" b="0" i="0" dirty="0">
                <a:latin typeface="Times New Roman" panose="02020603050405020304" pitchFamily="18" charset="0"/>
                <a:cs typeface="Times New Roman" panose="02020603050405020304" pitchFamily="18" charset="0"/>
              </a:rPr>
              <a:t/>
            </a:r>
            <a:br>
              <a:rPr sz="2000" b="0" i="0" dirty="0">
                <a:latin typeface="Times New Roman" panose="02020603050405020304" pitchFamily="18" charset="0"/>
                <a:cs typeface="Times New Roman" panose="02020603050405020304" pitchFamily="18" charset="0"/>
              </a:rPr>
            </a:br>
            <a:r>
              <a:rPr sz="2000" b="0" i="0" spc="-5" dirty="0">
                <a:latin typeface="Times New Roman" panose="02020603050405020304" pitchFamily="18" charset="0"/>
                <a:cs typeface="Times New Roman" panose="02020603050405020304" pitchFamily="18" charset="0"/>
                <a:sym typeface="+mn-ea"/>
              </a:rPr>
              <a:t>The following</a:t>
            </a:r>
            <a:r>
              <a:rPr sz="2000" b="0" i="0"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example</a:t>
            </a:r>
            <a:r>
              <a:rPr sz="2000" b="0" i="0"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demonstrates a</a:t>
            </a:r>
            <a:r>
              <a:rPr sz="2000" b="0" i="0" spc="10"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loop</a:t>
            </a:r>
            <a:r>
              <a:rPr sz="2000" b="0" i="0" spc="40"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that</a:t>
            </a:r>
            <a:r>
              <a:rPr sz="2000" b="0" i="0" spc="5" dirty="0">
                <a:latin typeface="Times New Roman" panose="02020603050405020304" pitchFamily="18" charset="0"/>
                <a:cs typeface="Times New Roman" panose="02020603050405020304" pitchFamily="18" charset="0"/>
                <a:sym typeface="+mn-ea"/>
              </a:rPr>
              <a:t> </a:t>
            </a:r>
            <a:r>
              <a:rPr sz="2000" b="0" i="0" spc="-10" dirty="0">
                <a:latin typeface="Times New Roman" panose="02020603050405020304" pitchFamily="18" charset="0"/>
                <a:cs typeface="Times New Roman" panose="02020603050405020304" pitchFamily="18" charset="0"/>
                <a:sym typeface="+mn-ea"/>
              </a:rPr>
              <a:t>will</a:t>
            </a:r>
            <a:r>
              <a:rPr sz="2000" b="0" i="0" spc="10" dirty="0">
                <a:latin typeface="Times New Roman" panose="02020603050405020304" pitchFamily="18" charset="0"/>
                <a:cs typeface="Times New Roman" panose="02020603050405020304" pitchFamily="18" charset="0"/>
                <a:sym typeface="+mn-ea"/>
              </a:rPr>
              <a:t> </a:t>
            </a:r>
            <a:r>
              <a:rPr sz="2000" b="0" i="0" dirty="0">
                <a:latin typeface="Times New Roman" panose="02020603050405020304" pitchFamily="18" charset="0"/>
                <a:cs typeface="Times New Roman" panose="02020603050405020304" pitchFamily="18" charset="0"/>
                <a:sym typeface="+mn-ea"/>
              </a:rPr>
              <a:t>output</a:t>
            </a:r>
            <a:r>
              <a:rPr sz="2000" b="0" i="0" spc="-5" dirty="0">
                <a:latin typeface="Times New Roman" panose="02020603050405020304" pitchFamily="18" charset="0"/>
                <a:cs typeface="Times New Roman" panose="02020603050405020304" pitchFamily="18" charset="0"/>
                <a:sym typeface="+mn-ea"/>
              </a:rPr>
              <a:t> </a:t>
            </a:r>
            <a:r>
              <a:rPr sz="2000" b="0" i="0" dirty="0">
                <a:latin typeface="Times New Roman" panose="02020603050405020304" pitchFamily="18" charset="0"/>
                <a:cs typeface="Times New Roman" panose="02020603050405020304" pitchFamily="18" charset="0"/>
                <a:sym typeface="+mn-ea"/>
              </a:rPr>
              <a:t>the </a:t>
            </a:r>
            <a:r>
              <a:rPr sz="2000" b="0" i="0" spc="-5" dirty="0">
                <a:latin typeface="Times New Roman" panose="02020603050405020304" pitchFamily="18" charset="0"/>
                <a:cs typeface="Times New Roman" panose="02020603050405020304" pitchFamily="18" charset="0"/>
                <a:sym typeface="+mn-ea"/>
              </a:rPr>
              <a:t>values</a:t>
            </a:r>
            <a:r>
              <a:rPr sz="2000" b="0" i="0" spc="5"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of</a:t>
            </a:r>
            <a:r>
              <a:rPr sz="2000" b="0" i="0" spc="20"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the </a:t>
            </a:r>
            <a:r>
              <a:rPr sz="2000" b="0" i="0" spc="-320"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given array</a:t>
            </a:r>
            <a:r>
              <a:rPr sz="2000" b="0" i="0" spc="-30" dirty="0">
                <a:latin typeface="Times New Roman" panose="02020603050405020304" pitchFamily="18" charset="0"/>
                <a:cs typeface="Times New Roman" panose="02020603050405020304" pitchFamily="18" charset="0"/>
                <a:sym typeface="+mn-ea"/>
              </a:rPr>
              <a:t> </a:t>
            </a:r>
            <a:r>
              <a:rPr sz="2000" b="0" i="0" spc="-5" dirty="0">
                <a:latin typeface="Times New Roman" panose="02020603050405020304" pitchFamily="18" charset="0"/>
                <a:cs typeface="Times New Roman" panose="02020603050405020304" pitchFamily="18" charset="0"/>
                <a:sym typeface="+mn-ea"/>
              </a:rPr>
              <a:t>($colors):</a:t>
            </a:r>
            <a:endParaRPr lang="en-US" sz="2000" b="0" i="0" spc="-5" dirty="0">
              <a:latin typeface="Times New Roman" panose="02020603050405020304" pitchFamily="18" charset="0"/>
              <a:cs typeface="Times New Roman" panose="02020603050405020304" pitchFamily="18" charset="0"/>
              <a:sym typeface="+mn-ea"/>
            </a:endParaRPr>
          </a:p>
        </p:txBody>
      </p:sp>
      <p:sp>
        <p:nvSpPr>
          <p:cNvPr id="4" name="Slide Number Placeholder 3">
            <a:extLst>
              <a:ext uri="{FF2B5EF4-FFF2-40B4-BE49-F238E27FC236}">
                <a16:creationId xmlns:a16="http://schemas.microsoft.com/office/drawing/2014/main" xmlns="" id="{315FDE9C-B72F-A002-C321-D7A3F85E459A}"/>
              </a:ext>
            </a:extLst>
          </p:cNvPr>
          <p:cNvSpPr>
            <a:spLocks noGrp="1"/>
          </p:cNvSpPr>
          <p:nvPr>
            <p:ph type="sldNum" idx="4"/>
          </p:nvPr>
        </p:nvSpPr>
        <p:spPr/>
        <p:txBody>
          <a:bodyPr/>
          <a:lstStyle/>
          <a:p>
            <a:pPr algn="r">
              <a:buNone/>
            </a:pPr>
            <a:fld id="{9A0DB2DC-4C9A-4742-B13C-FB6460FD3503}" type="slidenum">
              <a:rPr lang="en-GB" altLang="en-US" smtClean="0"/>
              <a:pPr algn="r">
                <a:buNone/>
              </a:pPr>
              <a:t>54</a:t>
            </a:fld>
            <a:endParaRPr lang="en-GB"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dirty="0">
                <a:latin typeface="Arial MT"/>
                <a:cs typeface="Arial MT"/>
                <a:sym typeface="+mn-ea"/>
              </a:rPr>
              <a:t>&lt;html&gt;</a:t>
            </a:r>
            <a:r>
              <a:rPr sz="2800">
                <a:latin typeface="Arial MT"/>
                <a:cs typeface="Arial MT"/>
              </a:rPr>
              <a:t/>
            </a:r>
            <a:br>
              <a:rPr sz="2800">
                <a:latin typeface="Arial MT"/>
                <a:cs typeface="Arial MT"/>
              </a:rPr>
            </a:br>
            <a:r>
              <a:rPr sz="2800" spc="-5" dirty="0">
                <a:latin typeface="Arial MT"/>
                <a:cs typeface="Arial MT"/>
                <a:sym typeface="+mn-ea"/>
              </a:rPr>
              <a:t>&lt;body&gt;</a:t>
            </a:r>
            <a:r>
              <a:rPr sz="2800">
                <a:latin typeface="Arial MT"/>
                <a:cs typeface="Arial MT"/>
              </a:rPr>
              <a:t/>
            </a:r>
            <a:br>
              <a:rPr sz="2800">
                <a:latin typeface="Arial MT"/>
                <a:cs typeface="Arial MT"/>
              </a:rPr>
            </a:br>
            <a:r>
              <a:rPr sz="2800" spc="-5" dirty="0">
                <a:latin typeface="Arial MT"/>
                <a:cs typeface="Arial MT"/>
                <a:sym typeface="+mn-ea"/>
              </a:rPr>
              <a:t>&lt;?php</a:t>
            </a:r>
            <a:r>
              <a:rPr sz="2800">
                <a:latin typeface="Arial MT"/>
                <a:cs typeface="Arial MT"/>
              </a:rPr>
              <a:t/>
            </a:r>
            <a:br>
              <a:rPr sz="2800">
                <a:latin typeface="Arial MT"/>
                <a:cs typeface="Arial MT"/>
              </a:rPr>
            </a:br>
            <a:r>
              <a:rPr sz="2800" spc="-5" dirty="0">
                <a:latin typeface="Arial MT"/>
                <a:cs typeface="Arial MT"/>
                <a:sym typeface="+mn-ea"/>
              </a:rPr>
              <a:t>$colors</a:t>
            </a:r>
            <a:r>
              <a:rPr sz="2800" spc="5" dirty="0">
                <a:latin typeface="Arial MT"/>
                <a:cs typeface="Arial MT"/>
                <a:sym typeface="+mn-ea"/>
              </a:rPr>
              <a:t> </a:t>
            </a:r>
            <a:r>
              <a:rPr sz="2800" dirty="0">
                <a:latin typeface="Arial MT"/>
                <a:cs typeface="Arial MT"/>
                <a:sym typeface="+mn-ea"/>
              </a:rPr>
              <a:t>= </a:t>
            </a:r>
            <a:r>
              <a:rPr sz="2800" spc="-5" dirty="0">
                <a:latin typeface="Arial MT"/>
                <a:cs typeface="Arial MT"/>
                <a:sym typeface="+mn-ea"/>
              </a:rPr>
              <a:t>array("red", "green", "blue", "yellow");</a:t>
            </a:r>
            <a:r>
              <a:rPr sz="2800">
                <a:latin typeface="Arial MT"/>
                <a:cs typeface="Arial MT"/>
              </a:rPr>
              <a:t/>
            </a:r>
            <a:br>
              <a:rPr sz="2800">
                <a:latin typeface="Arial MT"/>
                <a:cs typeface="Arial MT"/>
              </a:rPr>
            </a:br>
            <a:r>
              <a:rPr sz="2800">
                <a:latin typeface="Arial MT"/>
                <a:cs typeface="Arial MT"/>
              </a:rPr>
              <a:t/>
            </a:r>
            <a:br>
              <a:rPr sz="2800">
                <a:latin typeface="Arial MT"/>
                <a:cs typeface="Arial MT"/>
              </a:rPr>
            </a:br>
            <a:r>
              <a:rPr sz="2800" dirty="0">
                <a:latin typeface="Arial MT"/>
                <a:cs typeface="Arial MT"/>
                <a:sym typeface="+mn-ea"/>
              </a:rPr>
              <a:t>foreach</a:t>
            </a:r>
            <a:r>
              <a:rPr sz="2800" spc="-15" dirty="0">
                <a:latin typeface="Arial MT"/>
                <a:cs typeface="Arial MT"/>
                <a:sym typeface="+mn-ea"/>
              </a:rPr>
              <a:t> </a:t>
            </a:r>
            <a:r>
              <a:rPr sz="2800" spc="-5" dirty="0">
                <a:latin typeface="Arial MT"/>
                <a:cs typeface="Arial MT"/>
                <a:sym typeface="+mn-ea"/>
              </a:rPr>
              <a:t>($colors</a:t>
            </a:r>
            <a:r>
              <a:rPr sz="2800" spc="-20" dirty="0">
                <a:latin typeface="Arial MT"/>
                <a:cs typeface="Arial MT"/>
                <a:sym typeface="+mn-ea"/>
              </a:rPr>
              <a:t> </a:t>
            </a:r>
            <a:r>
              <a:rPr sz="2800" spc="-5" dirty="0">
                <a:latin typeface="Arial MT"/>
                <a:cs typeface="Arial MT"/>
                <a:sym typeface="+mn-ea"/>
              </a:rPr>
              <a:t>as $value)</a:t>
            </a:r>
            <a:r>
              <a:rPr sz="2800">
                <a:latin typeface="Arial MT"/>
                <a:cs typeface="Arial MT"/>
              </a:rPr>
              <a:t/>
            </a:r>
            <a:br>
              <a:rPr sz="2800">
                <a:latin typeface="Arial MT"/>
                <a:cs typeface="Arial MT"/>
              </a:rPr>
            </a:br>
            <a:r>
              <a:rPr sz="2800" dirty="0">
                <a:latin typeface="Arial MT"/>
                <a:cs typeface="Arial MT"/>
                <a:sym typeface="+mn-ea"/>
              </a:rPr>
              <a:t>{</a:t>
            </a:r>
            <a:r>
              <a:rPr sz="2800" spc="-20" dirty="0">
                <a:latin typeface="Arial MT"/>
                <a:cs typeface="Arial MT"/>
                <a:sym typeface="+mn-ea"/>
              </a:rPr>
              <a:t> </a:t>
            </a:r>
            <a:r>
              <a:rPr sz="2800" dirty="0">
                <a:latin typeface="Arial MT"/>
                <a:cs typeface="Arial MT"/>
                <a:sym typeface="+mn-ea"/>
              </a:rPr>
              <a:t>echo</a:t>
            </a:r>
            <a:r>
              <a:rPr sz="2800" spc="-25" dirty="0">
                <a:latin typeface="Arial MT"/>
                <a:cs typeface="Arial MT"/>
                <a:sym typeface="+mn-ea"/>
              </a:rPr>
              <a:t> </a:t>
            </a:r>
            <a:r>
              <a:rPr sz="2800" spc="-5" dirty="0">
                <a:latin typeface="Arial MT"/>
                <a:cs typeface="Arial MT"/>
                <a:sym typeface="+mn-ea"/>
              </a:rPr>
              <a:t>"$value &lt;br&gt;";</a:t>
            </a:r>
            <a:br>
              <a:rPr sz="2800" spc="-5" dirty="0">
                <a:latin typeface="Arial MT"/>
                <a:cs typeface="Arial MT"/>
                <a:sym typeface="+mn-ea"/>
              </a:rPr>
            </a:br>
            <a:r>
              <a:rPr sz="2800" dirty="0">
                <a:latin typeface="Arial MT"/>
                <a:cs typeface="Arial MT"/>
                <a:sym typeface="+mn-ea"/>
              </a:rPr>
              <a:t>}</a:t>
            </a:r>
            <a:r>
              <a:rPr sz="2800">
                <a:latin typeface="Arial MT"/>
                <a:cs typeface="Arial MT"/>
              </a:rPr>
              <a:t/>
            </a:r>
            <a:br>
              <a:rPr sz="2800">
                <a:latin typeface="Arial MT"/>
                <a:cs typeface="Arial MT"/>
              </a:rPr>
            </a:br>
            <a:r>
              <a:rPr sz="2800" spc="-5" dirty="0">
                <a:latin typeface="Arial MT"/>
                <a:cs typeface="Arial MT"/>
                <a:sym typeface="+mn-ea"/>
              </a:rPr>
              <a:t>?&gt;</a:t>
            </a:r>
            <a:r>
              <a:rPr sz="2800">
                <a:latin typeface="Arial MT"/>
                <a:cs typeface="Arial MT"/>
              </a:rPr>
              <a:t/>
            </a:r>
            <a:br>
              <a:rPr sz="2800">
                <a:latin typeface="Arial MT"/>
                <a:cs typeface="Arial MT"/>
              </a:rPr>
            </a:br>
            <a:r>
              <a:rPr sz="2800" spc="-5" dirty="0">
                <a:latin typeface="Arial MT"/>
                <a:cs typeface="Arial MT"/>
                <a:sym typeface="+mn-ea"/>
              </a:rPr>
              <a:t>&lt;/body&gt;</a:t>
            </a:r>
            <a:r>
              <a:rPr sz="2800">
                <a:latin typeface="Arial MT"/>
                <a:cs typeface="Arial MT"/>
              </a:rPr>
              <a:t/>
            </a:r>
            <a:br>
              <a:rPr sz="2800">
                <a:latin typeface="Arial MT"/>
                <a:cs typeface="Arial MT"/>
              </a:rPr>
            </a:br>
            <a:r>
              <a:rPr sz="2800" dirty="0">
                <a:latin typeface="Arial MT"/>
                <a:cs typeface="Arial MT"/>
                <a:sym typeface="+mn-ea"/>
              </a:rPr>
              <a:t>&lt;/html&gt;</a:t>
            </a:r>
            <a:br>
              <a:rPr sz="2800" dirty="0">
                <a:latin typeface="Arial MT"/>
                <a:cs typeface="Arial MT"/>
                <a:sym typeface="+mn-ea"/>
              </a:rPr>
            </a:br>
            <a:r>
              <a:rPr sz="2800">
                <a:latin typeface="Arial MT"/>
                <a:cs typeface="Arial MT"/>
              </a:rPr>
              <a:t/>
            </a:r>
            <a:br>
              <a:rPr sz="2800">
                <a:latin typeface="Arial MT"/>
                <a:cs typeface="Arial MT"/>
              </a:rPr>
            </a:br>
            <a:r>
              <a:rPr sz="1800" dirty="0">
                <a:latin typeface="Arial" panose="020B0604020202020204"/>
                <a:cs typeface="Arial" panose="020B0604020202020204"/>
                <a:sym typeface="+mn-ea"/>
              </a:rPr>
              <a:t>OUTPUT:</a:t>
            </a:r>
            <a:r>
              <a:rPr sz="1800">
                <a:latin typeface="Arial" panose="020B0604020202020204"/>
                <a:cs typeface="Arial" panose="020B0604020202020204"/>
              </a:rPr>
              <a:t/>
            </a:r>
            <a:br>
              <a:rPr sz="1800">
                <a:latin typeface="Arial" panose="020B0604020202020204"/>
                <a:cs typeface="Arial" panose="020B0604020202020204"/>
              </a:rPr>
            </a:br>
            <a:r>
              <a:rPr sz="1800" spc="-5" dirty="0">
                <a:latin typeface="Arial MT"/>
                <a:cs typeface="Arial MT"/>
                <a:sym typeface="+mn-ea"/>
              </a:rPr>
              <a:t>red </a:t>
            </a:r>
            <a:r>
              <a:rPr sz="1800" dirty="0">
                <a:latin typeface="Arial MT"/>
                <a:cs typeface="Arial MT"/>
                <a:sym typeface="+mn-ea"/>
              </a:rPr>
              <a:t> </a:t>
            </a:r>
            <a:br>
              <a:rPr sz="1800" dirty="0">
                <a:latin typeface="Arial MT"/>
                <a:cs typeface="Arial MT"/>
                <a:sym typeface="+mn-ea"/>
              </a:rPr>
            </a:br>
            <a:r>
              <a:rPr sz="1800" spc="-5" dirty="0">
                <a:latin typeface="Arial MT"/>
                <a:cs typeface="Arial MT"/>
                <a:sym typeface="+mn-ea"/>
              </a:rPr>
              <a:t>green </a:t>
            </a:r>
            <a:br>
              <a:rPr sz="1800" spc="-5" dirty="0">
                <a:latin typeface="Arial MT"/>
                <a:cs typeface="Arial MT"/>
                <a:sym typeface="+mn-ea"/>
              </a:rPr>
            </a:br>
            <a:r>
              <a:rPr sz="1800" spc="-305" dirty="0">
                <a:latin typeface="Arial MT"/>
                <a:cs typeface="Arial MT"/>
                <a:sym typeface="+mn-ea"/>
              </a:rPr>
              <a:t> </a:t>
            </a:r>
            <a:r>
              <a:rPr sz="1800" spc="-5" dirty="0">
                <a:latin typeface="Arial MT"/>
                <a:cs typeface="Arial MT"/>
                <a:sym typeface="+mn-ea"/>
              </a:rPr>
              <a:t>blue </a:t>
            </a:r>
            <a:r>
              <a:rPr sz="1800" dirty="0">
                <a:latin typeface="Arial MT"/>
                <a:cs typeface="Arial MT"/>
                <a:sym typeface="+mn-ea"/>
              </a:rPr>
              <a:t> </a:t>
            </a:r>
            <a:br>
              <a:rPr sz="1800" dirty="0">
                <a:latin typeface="Arial MT"/>
                <a:cs typeface="Arial MT"/>
                <a:sym typeface="+mn-ea"/>
              </a:rPr>
            </a:br>
            <a:r>
              <a:rPr sz="1800" spc="-15" dirty="0">
                <a:latin typeface="Arial MT"/>
                <a:cs typeface="Arial MT"/>
                <a:sym typeface="+mn-ea"/>
              </a:rPr>
              <a:t>y</a:t>
            </a:r>
            <a:r>
              <a:rPr sz="1800" spc="5" dirty="0">
                <a:latin typeface="Arial MT"/>
                <a:cs typeface="Arial MT"/>
                <a:sym typeface="+mn-ea"/>
              </a:rPr>
              <a:t>e</a:t>
            </a:r>
            <a:r>
              <a:rPr sz="1800" spc="-5" dirty="0">
                <a:latin typeface="Arial MT"/>
                <a:cs typeface="Arial MT"/>
                <a:sym typeface="+mn-ea"/>
              </a:rPr>
              <a:t>ll</a:t>
            </a:r>
            <a:r>
              <a:rPr sz="1800" spc="5" dirty="0">
                <a:latin typeface="Arial MT"/>
                <a:cs typeface="Arial MT"/>
                <a:sym typeface="+mn-ea"/>
              </a:rPr>
              <a:t>o</a:t>
            </a:r>
            <a:r>
              <a:rPr sz="1800" dirty="0">
                <a:latin typeface="Arial MT"/>
                <a:cs typeface="Arial MT"/>
                <a:sym typeface="+mn-ea"/>
              </a:rPr>
              <a:t>w</a:t>
            </a:r>
            <a:endParaRPr lang="en-US" sz="1800"/>
          </a:p>
        </p:txBody>
      </p:sp>
      <p:sp>
        <p:nvSpPr>
          <p:cNvPr id="4" name="Slide Number Placeholder 3">
            <a:extLst>
              <a:ext uri="{FF2B5EF4-FFF2-40B4-BE49-F238E27FC236}">
                <a16:creationId xmlns:a16="http://schemas.microsoft.com/office/drawing/2014/main" xmlns="" id="{5F08E24A-006C-8912-21C5-54360BD9A35D}"/>
              </a:ext>
            </a:extLst>
          </p:cNvPr>
          <p:cNvSpPr>
            <a:spLocks noGrp="1"/>
          </p:cNvSpPr>
          <p:nvPr>
            <p:ph type="sldNum" idx="4"/>
          </p:nvPr>
        </p:nvSpPr>
        <p:spPr/>
        <p:txBody>
          <a:bodyPr/>
          <a:lstStyle/>
          <a:p>
            <a:pPr algn="r">
              <a:buNone/>
            </a:pPr>
            <a:fld id="{9A0DB2DC-4C9A-4742-B13C-FB6460FD3503}" type="slidenum">
              <a:rPr lang="en-GB" altLang="en-US" smtClean="0"/>
              <a:pPr algn="r">
                <a:buNone/>
              </a:pPr>
              <a:t>55</a:t>
            </a:fld>
            <a:endParaRPr lang="en-GB"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800" b="0" i="0">
                <a:highlight>
                  <a:srgbClr val="FFFF00"/>
                </a:highlight>
                <a:latin typeface="Times New Roman" panose="02020603050405020304" pitchFamily="18" charset="0"/>
                <a:cs typeface="Times New Roman" panose="02020603050405020304" pitchFamily="18" charset="0"/>
              </a:rPr>
              <a:t>Functions</a:t>
            </a:r>
            <a:r>
              <a:rPr lang="en-US" sz="2800" b="0" i="0">
                <a:latin typeface="Times New Roman" panose="02020603050405020304" pitchFamily="18" charset="0"/>
                <a:cs typeface="Times New Roman" panose="02020603050405020304" pitchFamily="18" charset="0"/>
              </a:rPr>
              <a:t/>
            </a:r>
            <a:br>
              <a:rPr lang="en-US" sz="2800" b="0" i="0">
                <a:latin typeface="Times New Roman" panose="02020603050405020304" pitchFamily="18" charset="0"/>
                <a:cs typeface="Times New Roman" panose="02020603050405020304" pitchFamily="18" charset="0"/>
              </a:rPr>
            </a:br>
            <a:r>
              <a:rPr lang="en-US" sz="2800" b="0" i="0">
                <a:latin typeface="Times New Roman" panose="02020603050405020304" pitchFamily="18" charset="0"/>
                <a:cs typeface="Times New Roman" panose="02020603050405020304" pitchFamily="18" charset="0"/>
              </a:rPr>
              <a:t/>
            </a:r>
            <a:br>
              <a:rPr lang="en-US" sz="2800" b="0" i="0">
                <a:latin typeface="Times New Roman" panose="02020603050405020304" pitchFamily="18" charset="0"/>
                <a:cs typeface="Times New Roman" panose="02020603050405020304" pitchFamily="18" charset="0"/>
              </a:rPr>
            </a:br>
            <a:r>
              <a:rPr lang="en-US" sz="2800" b="0" i="0">
                <a:latin typeface="Times New Roman" panose="02020603050405020304" pitchFamily="18" charset="0"/>
                <a:cs typeface="Times New Roman" panose="02020603050405020304" pitchFamily="18" charset="0"/>
              </a:rPr>
              <a:t>• The real power of PHP comes from its functions; it has more than 1000 built-in functions.</a:t>
            </a:r>
            <a:br>
              <a:rPr lang="en-US" sz="2800" b="0" i="0">
                <a:latin typeface="Times New Roman" panose="02020603050405020304" pitchFamily="18" charset="0"/>
                <a:cs typeface="Times New Roman" panose="02020603050405020304" pitchFamily="18" charset="0"/>
              </a:rPr>
            </a:br>
            <a:r>
              <a:rPr lang="en-US" sz="2800" b="0" i="0">
                <a:latin typeface="Times New Roman" panose="02020603050405020304" pitchFamily="18" charset="0"/>
                <a:cs typeface="Times New Roman" panose="02020603050405020304" pitchFamily="18" charset="0"/>
              </a:rPr>
              <a:t>PHP User Defined Functions</a:t>
            </a:r>
            <a:br>
              <a:rPr lang="en-US" sz="2800" b="0" i="0">
                <a:latin typeface="Times New Roman" panose="02020603050405020304" pitchFamily="18" charset="0"/>
                <a:cs typeface="Times New Roman" panose="02020603050405020304" pitchFamily="18" charset="0"/>
              </a:rPr>
            </a:br>
            <a:r>
              <a:rPr lang="en-US" sz="2800" b="0" i="0">
                <a:latin typeface="Times New Roman" panose="02020603050405020304" pitchFamily="18" charset="0"/>
                <a:cs typeface="Times New Roman" panose="02020603050405020304" pitchFamily="18" charset="0"/>
              </a:rPr>
              <a:t>• Besides the built-in PHP functions, we can create our own functions.</a:t>
            </a:r>
            <a:br>
              <a:rPr lang="en-US" sz="2800" b="0" i="0">
                <a:latin typeface="Times New Roman" panose="02020603050405020304" pitchFamily="18" charset="0"/>
                <a:cs typeface="Times New Roman" panose="02020603050405020304" pitchFamily="18" charset="0"/>
              </a:rPr>
            </a:br>
            <a:r>
              <a:rPr lang="en-US" sz="2800" b="0" i="0">
                <a:latin typeface="Times New Roman" panose="02020603050405020304" pitchFamily="18" charset="0"/>
                <a:cs typeface="Times New Roman" panose="02020603050405020304" pitchFamily="18" charset="0"/>
              </a:rPr>
              <a:t>• A function is a block of statements that can be used repeatedly in a program.</a:t>
            </a:r>
            <a:br>
              <a:rPr lang="en-US" sz="2800" b="0" i="0">
                <a:latin typeface="Times New Roman" panose="02020603050405020304" pitchFamily="18" charset="0"/>
                <a:cs typeface="Times New Roman" panose="02020603050405020304" pitchFamily="18" charset="0"/>
              </a:rPr>
            </a:br>
            <a:r>
              <a:rPr lang="en-US" sz="2800" b="0" i="0">
                <a:latin typeface="Times New Roman" panose="02020603050405020304" pitchFamily="18" charset="0"/>
                <a:cs typeface="Times New Roman" panose="02020603050405020304" pitchFamily="18" charset="0"/>
              </a:rPr>
              <a:t>• A function will not execute immediately when a page loads.</a:t>
            </a:r>
            <a:br>
              <a:rPr lang="en-US" sz="2800" b="0" i="0">
                <a:latin typeface="Times New Roman" panose="02020603050405020304" pitchFamily="18" charset="0"/>
                <a:cs typeface="Times New Roman" panose="02020603050405020304" pitchFamily="18" charset="0"/>
              </a:rPr>
            </a:br>
            <a:r>
              <a:rPr lang="en-US" sz="2800" b="0" i="0">
                <a:latin typeface="Times New Roman" panose="02020603050405020304" pitchFamily="18" charset="0"/>
                <a:cs typeface="Times New Roman" panose="02020603050405020304" pitchFamily="18" charset="0"/>
              </a:rPr>
              <a:t>• A function will be executed by a call to the function.</a:t>
            </a:r>
          </a:p>
        </p:txBody>
      </p:sp>
      <p:sp>
        <p:nvSpPr>
          <p:cNvPr id="4" name="Slide Number Placeholder 3">
            <a:extLst>
              <a:ext uri="{FF2B5EF4-FFF2-40B4-BE49-F238E27FC236}">
                <a16:creationId xmlns:a16="http://schemas.microsoft.com/office/drawing/2014/main" xmlns="" id="{BBF0CA25-4895-6903-0D37-DBC973FEFA6C}"/>
              </a:ext>
            </a:extLst>
          </p:cNvPr>
          <p:cNvSpPr>
            <a:spLocks noGrp="1"/>
          </p:cNvSpPr>
          <p:nvPr>
            <p:ph type="sldNum" idx="4"/>
          </p:nvPr>
        </p:nvSpPr>
        <p:spPr/>
        <p:txBody>
          <a:bodyPr/>
          <a:lstStyle/>
          <a:p>
            <a:pPr algn="r">
              <a:buNone/>
            </a:pPr>
            <a:fld id="{9A0DB2DC-4C9A-4742-B13C-FB6460FD3503}" type="slidenum">
              <a:rPr lang="en-GB" altLang="en-US" smtClean="0"/>
              <a:pPr algn="r">
                <a:buNone/>
              </a:pPr>
              <a:t>56</a:t>
            </a:fld>
            <a:endParaRPr lang="en-GB" altLang="en-US" dirty="0"/>
          </a:p>
        </p:txBody>
      </p:sp>
    </p:spTree>
  </p:cSld>
  <p:clrMapOvr>
    <a:masterClrMapping/>
  </p:clrMapOvr>
  <p:transition spd="med">
    <p:newsflash/>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i="0">
                <a:highlight>
                  <a:srgbClr val="00FF00"/>
                </a:highlight>
                <a:latin typeface="Times New Roman" panose="02020603050405020304" pitchFamily="18" charset="0"/>
                <a:cs typeface="Times New Roman" panose="02020603050405020304" pitchFamily="18" charset="0"/>
              </a:rPr>
              <a:t>Create a User Defined Function in PHP</a:t>
            </a:r>
            <a:r>
              <a:rPr lang="en-US" b="0" i="0">
                <a:latin typeface="Times New Roman" panose="02020603050405020304" pitchFamily="18" charset="0"/>
                <a:cs typeface="Times New Roman" panose="02020603050405020304" pitchFamily="18" charset="0"/>
              </a:rPr>
              <a:t/>
            </a:r>
            <a:br>
              <a:rPr lang="en-US" b="0" i="0">
                <a:latin typeface="Times New Roman" panose="02020603050405020304" pitchFamily="18" charset="0"/>
                <a:cs typeface="Times New Roman" panose="02020603050405020304" pitchFamily="18" charset="0"/>
              </a:rPr>
            </a:br>
            <a:r>
              <a:rPr lang="en-US" b="0" i="0">
                <a:latin typeface="Times New Roman" panose="02020603050405020304" pitchFamily="18" charset="0"/>
                <a:cs typeface="Times New Roman" panose="02020603050405020304" pitchFamily="18" charset="0"/>
              </a:rPr>
              <a:t/>
            </a:r>
            <a:br>
              <a:rPr lang="en-US" b="0" i="0">
                <a:latin typeface="Times New Roman" panose="02020603050405020304" pitchFamily="18" charset="0"/>
                <a:cs typeface="Times New Roman" panose="02020603050405020304" pitchFamily="18" charset="0"/>
              </a:rPr>
            </a:br>
            <a:r>
              <a:rPr lang="en-US" b="0" i="0">
                <a:latin typeface="Times New Roman" panose="02020603050405020304" pitchFamily="18" charset="0"/>
                <a:cs typeface="Times New Roman" panose="02020603050405020304" pitchFamily="18" charset="0"/>
              </a:rPr>
              <a:t>A user-defined function declaration starts with the word function:</a:t>
            </a:r>
            <a:br>
              <a:rPr lang="en-US" b="0" i="0">
                <a:latin typeface="Times New Roman" panose="02020603050405020304" pitchFamily="18" charset="0"/>
                <a:cs typeface="Times New Roman" panose="02020603050405020304" pitchFamily="18" charset="0"/>
              </a:rPr>
            </a:br>
            <a:r>
              <a:rPr lang="en-US" b="0" i="0">
                <a:latin typeface="Times New Roman" panose="02020603050405020304" pitchFamily="18" charset="0"/>
                <a:cs typeface="Times New Roman" panose="02020603050405020304" pitchFamily="18" charset="0"/>
              </a:rPr>
              <a:t/>
            </a:r>
            <a:br>
              <a:rPr lang="en-US" b="0" i="0">
                <a:latin typeface="Times New Roman" panose="02020603050405020304" pitchFamily="18" charset="0"/>
                <a:cs typeface="Times New Roman" panose="02020603050405020304" pitchFamily="18" charset="0"/>
              </a:rPr>
            </a:br>
            <a:r>
              <a:rPr lang="en-US" b="0" i="0">
                <a:latin typeface="Times New Roman" panose="02020603050405020304" pitchFamily="18" charset="0"/>
                <a:cs typeface="Times New Roman" panose="02020603050405020304" pitchFamily="18" charset="0"/>
              </a:rPr>
              <a:t>Syntax</a:t>
            </a:r>
            <a:br>
              <a:rPr lang="en-US" b="0" i="0">
                <a:latin typeface="Times New Roman" panose="02020603050405020304" pitchFamily="18" charset="0"/>
                <a:cs typeface="Times New Roman" panose="02020603050405020304" pitchFamily="18" charset="0"/>
              </a:rPr>
            </a:br>
            <a:r>
              <a:rPr lang="en-US" b="0" i="0">
                <a:latin typeface="Times New Roman" panose="02020603050405020304" pitchFamily="18" charset="0"/>
                <a:cs typeface="Times New Roman" panose="02020603050405020304" pitchFamily="18" charset="0"/>
              </a:rPr>
              <a:t/>
            </a:r>
            <a:br>
              <a:rPr lang="en-US" b="0" i="0">
                <a:latin typeface="Times New Roman" panose="02020603050405020304" pitchFamily="18" charset="0"/>
                <a:cs typeface="Times New Roman" panose="02020603050405020304" pitchFamily="18" charset="0"/>
              </a:rPr>
            </a:br>
            <a:r>
              <a:rPr lang="en-US" b="0" i="0">
                <a:latin typeface="Times New Roman" panose="02020603050405020304" pitchFamily="18" charset="0"/>
                <a:cs typeface="Times New Roman" panose="02020603050405020304" pitchFamily="18" charset="0"/>
              </a:rPr>
              <a:t>function functionName() {</a:t>
            </a:r>
            <a:br>
              <a:rPr lang="en-US" b="0" i="0">
                <a:latin typeface="Times New Roman" panose="02020603050405020304" pitchFamily="18" charset="0"/>
                <a:cs typeface="Times New Roman" panose="02020603050405020304" pitchFamily="18" charset="0"/>
              </a:rPr>
            </a:br>
            <a:r>
              <a:rPr lang="en-US" b="0" i="0">
                <a:latin typeface="Times New Roman" panose="02020603050405020304" pitchFamily="18" charset="0"/>
                <a:cs typeface="Times New Roman" panose="02020603050405020304" pitchFamily="18" charset="0"/>
              </a:rPr>
              <a:t>code to be executed;</a:t>
            </a:r>
            <a:br>
              <a:rPr lang="en-US" b="0" i="0">
                <a:latin typeface="Times New Roman" panose="02020603050405020304" pitchFamily="18" charset="0"/>
                <a:cs typeface="Times New Roman" panose="02020603050405020304" pitchFamily="18" charset="0"/>
              </a:rPr>
            </a:br>
            <a:r>
              <a:rPr lang="en-US" b="0" i="0">
                <a:latin typeface="Times New Roman" panose="02020603050405020304" pitchFamily="18" charset="0"/>
                <a:cs typeface="Times New Roman" panose="02020603050405020304" pitchFamily="18" charset="0"/>
              </a:rPr>
              <a:t>}</a:t>
            </a:r>
          </a:p>
        </p:txBody>
      </p:sp>
      <p:sp>
        <p:nvSpPr>
          <p:cNvPr id="4" name="Slide Number Placeholder 3">
            <a:extLst>
              <a:ext uri="{FF2B5EF4-FFF2-40B4-BE49-F238E27FC236}">
                <a16:creationId xmlns:a16="http://schemas.microsoft.com/office/drawing/2014/main" xmlns="" id="{A3E9EC14-E984-5BBE-8CB5-DC6056DF2E1E}"/>
              </a:ext>
            </a:extLst>
          </p:cNvPr>
          <p:cNvSpPr>
            <a:spLocks noGrp="1"/>
          </p:cNvSpPr>
          <p:nvPr>
            <p:ph type="sldNum" idx="4"/>
          </p:nvPr>
        </p:nvSpPr>
        <p:spPr/>
        <p:txBody>
          <a:bodyPr/>
          <a:lstStyle/>
          <a:p>
            <a:pPr algn="r">
              <a:buNone/>
            </a:pPr>
            <a:fld id="{9A0DB2DC-4C9A-4742-B13C-FB6460FD3503}" type="slidenum">
              <a:rPr lang="en-GB" altLang="en-US" smtClean="0"/>
              <a:pPr algn="r">
                <a:buNone/>
              </a:pPr>
              <a:t>57</a:t>
            </a:fld>
            <a:endParaRPr lang="en-GB"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&lt;html&gt;</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&lt;body&gt;</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&lt;?</a:t>
            </a:r>
            <a:r>
              <a:rPr lang="en-US" sz="3200" dirty="0" err="1">
                <a:latin typeface="Times New Roman" panose="02020603050405020304" pitchFamily="18" charset="0"/>
                <a:cs typeface="Times New Roman" panose="02020603050405020304" pitchFamily="18" charset="0"/>
              </a:rPr>
              <a:t>php</a:t>
            </a: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function </a:t>
            </a:r>
            <a:r>
              <a:rPr lang="en-US" sz="3200" dirty="0" err="1">
                <a:latin typeface="Times New Roman" panose="02020603050405020304" pitchFamily="18" charset="0"/>
                <a:cs typeface="Times New Roman" panose="02020603050405020304" pitchFamily="18" charset="0"/>
              </a:rPr>
              <a:t>writeMsg</a:t>
            </a:r>
            <a:r>
              <a:rPr lang="en-US" sz="3200" dirty="0">
                <a:latin typeface="Times New Roman" panose="02020603050405020304" pitchFamily="18" charset="0"/>
                <a:cs typeface="Times New Roman" panose="02020603050405020304" pitchFamily="18" charset="0"/>
              </a:rPr>
              <a:t>(){</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echo "Hello world!";</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a:t>
            </a:r>
            <a:br>
              <a:rPr lang="en-US" sz="3200" dirty="0">
                <a:latin typeface="Times New Roman" panose="02020603050405020304" pitchFamily="18" charset="0"/>
                <a:cs typeface="Times New Roman" panose="02020603050405020304" pitchFamily="18" charset="0"/>
              </a:rPr>
            </a:br>
            <a:r>
              <a:rPr lang="en-US" sz="3200" dirty="0" err="1">
                <a:latin typeface="Times New Roman" panose="02020603050405020304" pitchFamily="18" charset="0"/>
                <a:cs typeface="Times New Roman" panose="02020603050405020304" pitchFamily="18" charset="0"/>
              </a:rPr>
              <a:t>writeMsg</a:t>
            </a:r>
            <a:r>
              <a:rPr lang="en-US" sz="3200" dirty="0">
                <a:latin typeface="Times New Roman" panose="02020603050405020304" pitchFamily="18" charset="0"/>
                <a:cs typeface="Times New Roman" panose="02020603050405020304" pitchFamily="18" charset="0"/>
              </a:rPr>
              <a:t>();</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?&gt;</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&lt;/body&gt;</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&lt;/html&gt;</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OUTPUT:</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Hello world!</a:t>
            </a:r>
          </a:p>
        </p:txBody>
      </p:sp>
      <p:sp>
        <p:nvSpPr>
          <p:cNvPr id="4" name="Slide Number Placeholder 3">
            <a:extLst>
              <a:ext uri="{FF2B5EF4-FFF2-40B4-BE49-F238E27FC236}">
                <a16:creationId xmlns:a16="http://schemas.microsoft.com/office/drawing/2014/main" xmlns="" id="{6C19F61F-3439-FB75-21E3-F49E20246765}"/>
              </a:ext>
            </a:extLst>
          </p:cNvPr>
          <p:cNvSpPr>
            <a:spLocks noGrp="1"/>
          </p:cNvSpPr>
          <p:nvPr>
            <p:ph type="sldNum" idx="4"/>
          </p:nvPr>
        </p:nvSpPr>
        <p:spPr/>
        <p:txBody>
          <a:bodyPr/>
          <a:lstStyle/>
          <a:p>
            <a:pPr algn="r">
              <a:buNone/>
            </a:pPr>
            <a:fld id="{9A0DB2DC-4C9A-4742-B13C-FB6460FD3503}" type="slidenum">
              <a:rPr lang="en-GB" altLang="en-US" smtClean="0"/>
              <a:pPr algn="r">
                <a:buNone/>
              </a:pPr>
              <a:t>58</a:t>
            </a:fld>
            <a:endParaRPr lang="en-GB"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highlight>
                  <a:srgbClr val="00FF00"/>
                </a:highlight>
                <a:latin typeface="Times New Roman" panose="02020603050405020304" pitchFamily="18" charset="0"/>
                <a:cs typeface="Times New Roman" panose="02020603050405020304" pitchFamily="18" charset="0"/>
              </a:rPr>
              <a:t>PHP Function Arguments</a:t>
            </a:r>
            <a:br>
              <a:rPr lang="en-US">
                <a:highlight>
                  <a:srgbClr val="00FF00"/>
                </a:highlight>
                <a:latin typeface="Times New Roman" panose="02020603050405020304" pitchFamily="18" charset="0"/>
                <a:cs typeface="Times New Roman" panose="02020603050405020304" pitchFamily="18" charset="0"/>
              </a:rPr>
            </a:br>
            <a:r>
              <a:rPr lang="en-US" sz="3000">
                <a:latin typeface="Times New Roman" panose="02020603050405020304" pitchFamily="18" charset="0"/>
                <a:cs typeface="Times New Roman" panose="02020603050405020304" pitchFamily="18" charset="0"/>
              </a:rPr>
              <a:t/>
            </a:r>
            <a:br>
              <a:rPr lang="en-US" sz="3000">
                <a:latin typeface="Times New Roman" panose="02020603050405020304" pitchFamily="18" charset="0"/>
                <a:cs typeface="Times New Roman" panose="02020603050405020304" pitchFamily="18" charset="0"/>
              </a:rPr>
            </a:br>
            <a:r>
              <a:rPr lang="en-US" sz="3000">
                <a:latin typeface="Times New Roman" panose="02020603050405020304" pitchFamily="18" charset="0"/>
                <a:cs typeface="Times New Roman" panose="02020603050405020304" pitchFamily="18" charset="0"/>
              </a:rPr>
              <a:t>• </a:t>
            </a:r>
            <a:r>
              <a:rPr lang="en-US" sz="3000" b="0" i="0">
                <a:latin typeface="Times New Roman" panose="02020603050405020304" pitchFamily="18" charset="0"/>
                <a:cs typeface="Times New Roman" panose="02020603050405020304" pitchFamily="18" charset="0"/>
              </a:rPr>
              <a:t>Information can be passed to functions through arguments. An argument is just like a variable.</a:t>
            </a:r>
            <a:br>
              <a:rPr lang="en-US" sz="3000" b="0" i="0">
                <a:latin typeface="Times New Roman" panose="02020603050405020304" pitchFamily="18" charset="0"/>
                <a:cs typeface="Times New Roman" panose="02020603050405020304" pitchFamily="18" charset="0"/>
              </a:rPr>
            </a:br>
            <a:r>
              <a:rPr lang="en-US" sz="3000" b="0" i="0">
                <a:latin typeface="Times New Roman" panose="02020603050405020304" pitchFamily="18" charset="0"/>
                <a:cs typeface="Times New Roman" panose="02020603050405020304" pitchFamily="18" charset="0"/>
              </a:rPr>
              <a:t>• Arguments are specified after the function name, inside the parentheses. You can add as many arguments as you want, just separate them with a comma.</a:t>
            </a:r>
            <a:br>
              <a:rPr lang="en-US" sz="3000" b="0" i="0">
                <a:latin typeface="Times New Roman" panose="02020603050405020304" pitchFamily="18" charset="0"/>
                <a:cs typeface="Times New Roman" panose="02020603050405020304" pitchFamily="18" charset="0"/>
              </a:rPr>
            </a:br>
            <a:r>
              <a:rPr lang="en-US" sz="2000" i="0">
                <a:latin typeface="Times New Roman" panose="02020603050405020304" pitchFamily="18" charset="0"/>
                <a:cs typeface="Times New Roman" panose="02020603050405020304" pitchFamily="18" charset="0"/>
              </a:rPr>
              <a:t>&lt;html&gt;</a:t>
            </a:r>
            <a:br>
              <a:rPr lang="en-US" sz="2000" i="0">
                <a:latin typeface="Times New Roman" panose="02020603050405020304" pitchFamily="18" charset="0"/>
                <a:cs typeface="Times New Roman" panose="02020603050405020304" pitchFamily="18" charset="0"/>
              </a:rPr>
            </a:br>
            <a:r>
              <a:rPr lang="en-US" sz="2000" i="0">
                <a:latin typeface="Times New Roman" panose="02020603050405020304" pitchFamily="18" charset="0"/>
                <a:cs typeface="Times New Roman" panose="02020603050405020304" pitchFamily="18" charset="0"/>
              </a:rPr>
              <a:t>&lt;body&gt;</a:t>
            </a:r>
            <a:br>
              <a:rPr lang="en-US" sz="2000" i="0">
                <a:latin typeface="Times New Roman" panose="02020603050405020304" pitchFamily="18" charset="0"/>
                <a:cs typeface="Times New Roman" panose="02020603050405020304" pitchFamily="18" charset="0"/>
              </a:rPr>
            </a:br>
            <a:r>
              <a:rPr lang="en-US" sz="2000" i="0">
                <a:latin typeface="Times New Roman" panose="02020603050405020304" pitchFamily="18" charset="0"/>
                <a:cs typeface="Times New Roman" panose="02020603050405020304" pitchFamily="18" charset="0"/>
              </a:rPr>
              <a:t>&lt;?php</a:t>
            </a:r>
            <a:br>
              <a:rPr lang="en-US" sz="2000" i="0">
                <a:latin typeface="Times New Roman" panose="02020603050405020304" pitchFamily="18" charset="0"/>
                <a:cs typeface="Times New Roman" panose="02020603050405020304" pitchFamily="18" charset="0"/>
              </a:rPr>
            </a:br>
            <a:r>
              <a:rPr lang="en-US" sz="2000" i="0">
                <a:latin typeface="Times New Roman" panose="02020603050405020304" pitchFamily="18" charset="0"/>
                <a:cs typeface="Times New Roman" panose="02020603050405020304" pitchFamily="18" charset="0"/>
              </a:rPr>
              <a:t>function familyName($fname) { echo "$fname Refsnes.&lt;br&gt;";</a:t>
            </a:r>
            <a:br>
              <a:rPr lang="en-US" sz="2000" i="0">
                <a:latin typeface="Times New Roman" panose="02020603050405020304" pitchFamily="18" charset="0"/>
                <a:cs typeface="Times New Roman" panose="02020603050405020304" pitchFamily="18" charset="0"/>
              </a:rPr>
            </a:br>
            <a:r>
              <a:rPr lang="en-US" sz="2000" i="0">
                <a:latin typeface="Times New Roman" panose="02020603050405020304" pitchFamily="18" charset="0"/>
                <a:cs typeface="Times New Roman" panose="02020603050405020304" pitchFamily="18" charset="0"/>
              </a:rPr>
              <a:t>}</a:t>
            </a:r>
            <a:br>
              <a:rPr lang="en-US" sz="2000" i="0">
                <a:latin typeface="Times New Roman" panose="02020603050405020304" pitchFamily="18" charset="0"/>
                <a:cs typeface="Times New Roman" panose="02020603050405020304" pitchFamily="18" charset="0"/>
              </a:rPr>
            </a:br>
            <a:r>
              <a:rPr lang="en-US" sz="2000" i="0">
                <a:latin typeface="Times New Roman" panose="02020603050405020304" pitchFamily="18" charset="0"/>
                <a:cs typeface="Times New Roman" panose="02020603050405020304" pitchFamily="18" charset="0"/>
              </a:rPr>
              <a:t>familyName("Jani"); familyName("Hege"); familyName("Stale"); familyName("Kai Jim"); familyName("Borge");</a:t>
            </a:r>
            <a:br>
              <a:rPr lang="en-US" sz="2000" i="0">
                <a:latin typeface="Times New Roman" panose="02020603050405020304" pitchFamily="18" charset="0"/>
                <a:cs typeface="Times New Roman" panose="02020603050405020304" pitchFamily="18" charset="0"/>
              </a:rPr>
            </a:br>
            <a:r>
              <a:rPr lang="en-US" sz="2000" i="0">
                <a:latin typeface="Times New Roman" panose="02020603050405020304" pitchFamily="18" charset="0"/>
                <a:cs typeface="Times New Roman" panose="02020603050405020304" pitchFamily="18" charset="0"/>
              </a:rPr>
              <a:t>?&gt;</a:t>
            </a:r>
            <a:br>
              <a:rPr lang="en-US" sz="2000" i="0">
                <a:latin typeface="Times New Roman" panose="02020603050405020304" pitchFamily="18" charset="0"/>
                <a:cs typeface="Times New Roman" panose="02020603050405020304" pitchFamily="18" charset="0"/>
              </a:rPr>
            </a:br>
            <a:r>
              <a:rPr lang="en-US" sz="2000" i="0">
                <a:latin typeface="Times New Roman" panose="02020603050405020304" pitchFamily="18" charset="0"/>
                <a:cs typeface="Times New Roman" panose="02020603050405020304" pitchFamily="18" charset="0"/>
              </a:rPr>
              <a:t>&lt;/body&gt;</a:t>
            </a:r>
            <a:br>
              <a:rPr lang="en-US" sz="2000" i="0">
                <a:latin typeface="Times New Roman" panose="02020603050405020304" pitchFamily="18" charset="0"/>
                <a:cs typeface="Times New Roman" panose="02020603050405020304" pitchFamily="18" charset="0"/>
              </a:rPr>
            </a:br>
            <a:r>
              <a:rPr lang="en-US" sz="2000" i="0">
                <a:latin typeface="Times New Roman" panose="02020603050405020304" pitchFamily="18" charset="0"/>
                <a:cs typeface="Times New Roman" panose="02020603050405020304" pitchFamily="18" charset="0"/>
              </a:rPr>
              <a:t>&lt;/html&gt;</a:t>
            </a:r>
            <a:r>
              <a:rPr lang="en-US" sz="3000" i="0">
                <a:latin typeface="Times New Roman" panose="02020603050405020304" pitchFamily="18" charset="0"/>
                <a:cs typeface="Times New Roman" panose="02020603050405020304" pitchFamily="18" charset="0"/>
              </a:rPr>
              <a:t/>
            </a:r>
            <a:br>
              <a:rPr lang="en-US" sz="3000" i="0">
                <a:latin typeface="Times New Roman" panose="02020603050405020304" pitchFamily="18" charset="0"/>
                <a:cs typeface="Times New Roman" panose="02020603050405020304" pitchFamily="18" charset="0"/>
              </a:rPr>
            </a:br>
            <a:endParaRPr lang="en-US" sz="3000" i="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97F90D4A-617C-9640-EFCC-3796BF0C8353}"/>
              </a:ext>
            </a:extLst>
          </p:cNvPr>
          <p:cNvSpPr>
            <a:spLocks noGrp="1"/>
          </p:cNvSpPr>
          <p:nvPr>
            <p:ph type="sldNum" idx="4"/>
          </p:nvPr>
        </p:nvSpPr>
        <p:spPr/>
        <p:txBody>
          <a:bodyPr/>
          <a:lstStyle/>
          <a:p>
            <a:pPr algn="r">
              <a:buNone/>
            </a:pPr>
            <a:fld id="{9A0DB2DC-4C9A-4742-B13C-FB6460FD3503}" type="slidenum">
              <a:rPr lang="en-GB" altLang="en-US" smtClean="0"/>
              <a:pPr algn="r">
                <a:buNone/>
              </a:pPr>
              <a:t>59</a:t>
            </a:fld>
            <a:endParaRPr lang="en-GB"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PHP Return Value</a:t>
            </a:r>
            <a:r>
              <a:rPr lang="en-US" sz="2800">
                <a:latin typeface="Times New Roman" panose="02020603050405020304" pitchFamily="18" charset="0"/>
                <a:cs typeface="Times New Roman" panose="02020603050405020304" pitchFamily="18" charset="0"/>
              </a:rPr>
              <a:t/>
            </a:r>
            <a:br>
              <a:rPr lang="en-US" sz="2800">
                <a:latin typeface="Times New Roman" panose="02020603050405020304" pitchFamily="18" charset="0"/>
                <a:cs typeface="Times New Roman" panose="02020603050405020304" pitchFamily="18" charset="0"/>
              </a:rPr>
            </a:br>
            <a:r>
              <a:rPr lang="en-US" sz="2800">
                <a:latin typeface="Times New Roman" panose="02020603050405020304" pitchFamily="18" charset="0"/>
                <a:cs typeface="Times New Roman" panose="02020603050405020304" pitchFamily="18" charset="0"/>
              </a:rPr>
              <a:t/>
            </a:r>
            <a:br>
              <a:rPr lang="en-US" sz="2800">
                <a:latin typeface="Times New Roman" panose="02020603050405020304" pitchFamily="18" charset="0"/>
                <a:cs typeface="Times New Roman" panose="02020603050405020304" pitchFamily="18" charset="0"/>
              </a:rPr>
            </a:br>
            <a:r>
              <a:rPr lang="en-US" sz="2600" b="0" i="0">
                <a:latin typeface="Times New Roman" panose="02020603050405020304" pitchFamily="18" charset="0"/>
                <a:cs typeface="Times New Roman" panose="02020603050405020304" pitchFamily="18" charset="0"/>
              </a:rPr>
              <a:t>&lt;html&gt;</a:t>
            </a:r>
            <a:br>
              <a:rPr lang="en-US" sz="2600" b="0" i="0">
                <a:latin typeface="Times New Roman" panose="02020603050405020304" pitchFamily="18" charset="0"/>
                <a:cs typeface="Times New Roman" panose="02020603050405020304" pitchFamily="18" charset="0"/>
              </a:rPr>
            </a:br>
            <a:r>
              <a:rPr lang="en-US" sz="2600" b="0" i="0">
                <a:latin typeface="Times New Roman" panose="02020603050405020304" pitchFamily="18" charset="0"/>
                <a:cs typeface="Times New Roman" panose="02020603050405020304" pitchFamily="18" charset="0"/>
              </a:rPr>
              <a:t>&lt;body&gt;</a:t>
            </a:r>
            <a:br>
              <a:rPr lang="en-US" sz="2600" b="0" i="0">
                <a:latin typeface="Times New Roman" panose="02020603050405020304" pitchFamily="18" charset="0"/>
                <a:cs typeface="Times New Roman" panose="02020603050405020304" pitchFamily="18" charset="0"/>
              </a:rPr>
            </a:br>
            <a:r>
              <a:rPr lang="en-US" sz="2600" b="0" i="0">
                <a:latin typeface="Times New Roman" panose="02020603050405020304" pitchFamily="18" charset="0"/>
                <a:cs typeface="Times New Roman" panose="02020603050405020304" pitchFamily="18" charset="0"/>
              </a:rPr>
              <a:t>&lt;?php</a:t>
            </a:r>
            <a:br>
              <a:rPr lang="en-US" sz="2600" b="0" i="0">
                <a:latin typeface="Times New Roman" panose="02020603050405020304" pitchFamily="18" charset="0"/>
                <a:cs typeface="Times New Roman" panose="02020603050405020304" pitchFamily="18" charset="0"/>
              </a:rPr>
            </a:br>
            <a:r>
              <a:rPr lang="en-US" sz="2600" b="0" i="0">
                <a:latin typeface="Times New Roman" panose="02020603050405020304" pitchFamily="18" charset="0"/>
                <a:cs typeface="Times New Roman" panose="02020603050405020304" pitchFamily="18" charset="0"/>
              </a:rPr>
              <a:t>function sum($x, $y) {</a:t>
            </a:r>
            <a:br>
              <a:rPr lang="en-US" sz="2600" b="0" i="0">
                <a:latin typeface="Times New Roman" panose="02020603050405020304" pitchFamily="18" charset="0"/>
                <a:cs typeface="Times New Roman" panose="02020603050405020304" pitchFamily="18" charset="0"/>
              </a:rPr>
            </a:br>
            <a:r>
              <a:rPr lang="en-US" sz="2600" b="0" i="0">
                <a:latin typeface="Times New Roman" panose="02020603050405020304" pitchFamily="18" charset="0"/>
                <a:cs typeface="Times New Roman" panose="02020603050405020304" pitchFamily="18" charset="0"/>
              </a:rPr>
              <a:t>$z = $x + $y; return $z;</a:t>
            </a:r>
            <a:br>
              <a:rPr lang="en-US" sz="2600" b="0" i="0">
                <a:latin typeface="Times New Roman" panose="02020603050405020304" pitchFamily="18" charset="0"/>
                <a:cs typeface="Times New Roman" panose="02020603050405020304" pitchFamily="18" charset="0"/>
              </a:rPr>
            </a:br>
            <a:r>
              <a:rPr lang="en-US" sz="2600" b="0" i="0">
                <a:latin typeface="Times New Roman" panose="02020603050405020304" pitchFamily="18" charset="0"/>
                <a:cs typeface="Times New Roman" panose="02020603050405020304" pitchFamily="18" charset="0"/>
              </a:rPr>
              <a:t>}</a:t>
            </a:r>
            <a:br>
              <a:rPr lang="en-US" sz="2600" b="0" i="0">
                <a:latin typeface="Times New Roman" panose="02020603050405020304" pitchFamily="18" charset="0"/>
                <a:cs typeface="Times New Roman" panose="02020603050405020304" pitchFamily="18" charset="0"/>
              </a:rPr>
            </a:br>
            <a:r>
              <a:rPr lang="en-US" sz="2600" b="0" i="0">
                <a:latin typeface="Times New Roman" panose="02020603050405020304" pitchFamily="18" charset="0"/>
                <a:cs typeface="Times New Roman" panose="02020603050405020304" pitchFamily="18" charset="0"/>
              </a:rPr>
              <a:t>echo "5 + 10 = " . sum(5,10) . "&lt;br&gt;";</a:t>
            </a:r>
            <a:br>
              <a:rPr lang="en-US" sz="2600" b="0" i="0">
                <a:latin typeface="Times New Roman" panose="02020603050405020304" pitchFamily="18" charset="0"/>
                <a:cs typeface="Times New Roman" panose="02020603050405020304" pitchFamily="18" charset="0"/>
              </a:rPr>
            </a:br>
            <a:r>
              <a:rPr lang="en-US" sz="2600" b="0" i="0">
                <a:latin typeface="Times New Roman" panose="02020603050405020304" pitchFamily="18" charset="0"/>
                <a:cs typeface="Times New Roman" panose="02020603050405020304" pitchFamily="18" charset="0"/>
              </a:rPr>
              <a:t>echo "7 + 13 = " . sum(7,13) . "&lt;br&gt;"; echo "2 + 4 = " . sum(2,4);</a:t>
            </a:r>
            <a:br>
              <a:rPr lang="en-US" sz="2600" b="0" i="0">
                <a:latin typeface="Times New Roman" panose="02020603050405020304" pitchFamily="18" charset="0"/>
                <a:cs typeface="Times New Roman" panose="02020603050405020304" pitchFamily="18" charset="0"/>
              </a:rPr>
            </a:br>
            <a:r>
              <a:rPr lang="en-US" sz="2600" b="0" i="0">
                <a:latin typeface="Times New Roman" panose="02020603050405020304" pitchFamily="18" charset="0"/>
                <a:cs typeface="Times New Roman" panose="02020603050405020304" pitchFamily="18" charset="0"/>
              </a:rPr>
              <a:t>?&gt;</a:t>
            </a:r>
            <a:br>
              <a:rPr lang="en-US" sz="2600" b="0" i="0">
                <a:latin typeface="Times New Roman" panose="02020603050405020304" pitchFamily="18" charset="0"/>
                <a:cs typeface="Times New Roman" panose="02020603050405020304" pitchFamily="18" charset="0"/>
              </a:rPr>
            </a:br>
            <a:r>
              <a:rPr lang="en-US" sz="2600" b="0" i="0">
                <a:latin typeface="Times New Roman" panose="02020603050405020304" pitchFamily="18" charset="0"/>
                <a:cs typeface="Times New Roman" panose="02020603050405020304" pitchFamily="18" charset="0"/>
              </a:rPr>
              <a:t>&lt;/body&gt;</a:t>
            </a:r>
            <a:br>
              <a:rPr lang="en-US" sz="2600" b="0" i="0">
                <a:latin typeface="Times New Roman" panose="02020603050405020304" pitchFamily="18" charset="0"/>
                <a:cs typeface="Times New Roman" panose="02020603050405020304" pitchFamily="18" charset="0"/>
              </a:rPr>
            </a:br>
            <a:r>
              <a:rPr lang="en-US" sz="2600" b="0" i="0">
                <a:latin typeface="Times New Roman" panose="02020603050405020304" pitchFamily="18" charset="0"/>
                <a:cs typeface="Times New Roman" panose="02020603050405020304" pitchFamily="18" charset="0"/>
              </a:rPr>
              <a:t>&lt;/html&gt;</a:t>
            </a:r>
            <a:br>
              <a:rPr lang="en-US" sz="2600" b="0" i="0">
                <a:latin typeface="Times New Roman" panose="02020603050405020304" pitchFamily="18" charset="0"/>
                <a:cs typeface="Times New Roman" panose="02020603050405020304" pitchFamily="18" charset="0"/>
              </a:rPr>
            </a:br>
            <a:r>
              <a:rPr lang="en-US" sz="2600" b="0" i="0">
                <a:latin typeface="Times New Roman" panose="02020603050405020304" pitchFamily="18" charset="0"/>
                <a:cs typeface="Times New Roman" panose="02020603050405020304" pitchFamily="18" charset="0"/>
              </a:rPr>
              <a:t>OUTPUT:</a:t>
            </a:r>
            <a:br>
              <a:rPr lang="en-US" sz="2600" b="0" i="0">
                <a:latin typeface="Times New Roman" panose="02020603050405020304" pitchFamily="18" charset="0"/>
                <a:cs typeface="Times New Roman" panose="02020603050405020304" pitchFamily="18" charset="0"/>
              </a:rPr>
            </a:br>
            <a:r>
              <a:rPr lang="en-US" sz="2600" b="0" i="0">
                <a:latin typeface="Times New Roman" panose="02020603050405020304" pitchFamily="18" charset="0"/>
                <a:cs typeface="Times New Roman" panose="02020603050405020304" pitchFamily="18" charset="0"/>
              </a:rPr>
              <a:t>5 + 10 = 15</a:t>
            </a:r>
          </a:p>
        </p:txBody>
      </p:sp>
      <p:sp>
        <p:nvSpPr>
          <p:cNvPr id="4" name="Slide Number Placeholder 3">
            <a:extLst>
              <a:ext uri="{FF2B5EF4-FFF2-40B4-BE49-F238E27FC236}">
                <a16:creationId xmlns:a16="http://schemas.microsoft.com/office/drawing/2014/main" xmlns="" id="{9AE2B944-7DC9-2A17-79DC-207CD9A3B80F}"/>
              </a:ext>
            </a:extLst>
          </p:cNvPr>
          <p:cNvSpPr>
            <a:spLocks noGrp="1"/>
          </p:cNvSpPr>
          <p:nvPr>
            <p:ph type="sldNum" idx="4"/>
          </p:nvPr>
        </p:nvSpPr>
        <p:spPr/>
        <p:txBody>
          <a:bodyPr/>
          <a:lstStyle/>
          <a:p>
            <a:pPr algn="r">
              <a:buNone/>
            </a:pPr>
            <a:fld id="{9A0DB2DC-4C9A-4742-B13C-FB6460FD3503}" type="slidenum">
              <a:rPr lang="en-GB" altLang="en-US" smtClean="0"/>
              <a:pPr algn="r">
                <a:buNone/>
              </a:pPr>
              <a:t>60</a:t>
            </a:fld>
            <a:endParaRPr lang="en-GB"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File handling</a:t>
            </a:r>
            <a:br>
              <a:rPr lang="en-US">
                <a:sym typeface="+mn-ea"/>
              </a:rPr>
            </a:br>
            <a:r>
              <a:rPr lang="en-US">
                <a:sym typeface="+mn-ea"/>
              </a:rPr>
              <a:t/>
            </a:r>
            <a:br>
              <a:rPr lang="en-US">
                <a:sym typeface="+mn-ea"/>
              </a:rPr>
            </a:br>
            <a:r>
              <a:rPr lang="en-US" sz="2500" i="0">
                <a:latin typeface="Times New Roman" panose="02020603050405020304" pitchFamily="18" charset="0"/>
                <a:cs typeface="Times New Roman" panose="02020603050405020304" pitchFamily="18" charset="0"/>
                <a:sym typeface="+mn-ea"/>
              </a:rPr>
              <a:t>It is an important part of any web application. You often need to open and process a file for different tasks.</a:t>
            </a:r>
            <a:br>
              <a:rPr lang="en-US" sz="2500" i="0">
                <a:latin typeface="Times New Roman" panose="02020603050405020304" pitchFamily="18" charset="0"/>
                <a:cs typeface="Times New Roman" panose="02020603050405020304" pitchFamily="18" charset="0"/>
                <a:sym typeface="+mn-ea"/>
              </a:rPr>
            </a:br>
            <a:r>
              <a:rPr lang="en-US" sz="2500" i="0">
                <a:latin typeface="Times New Roman" panose="02020603050405020304" pitchFamily="18" charset="0"/>
                <a:cs typeface="Times New Roman" panose="02020603050405020304" pitchFamily="18" charset="0"/>
                <a:sym typeface="+mn-ea"/>
              </a:rPr>
              <a:t/>
            </a:r>
            <a:br>
              <a:rPr lang="en-US" sz="2500" i="0">
                <a:latin typeface="Times New Roman" panose="02020603050405020304" pitchFamily="18" charset="0"/>
                <a:cs typeface="Times New Roman" panose="02020603050405020304" pitchFamily="18" charset="0"/>
                <a:sym typeface="+mn-ea"/>
              </a:rPr>
            </a:br>
            <a:r>
              <a:rPr lang="en-US" sz="2500" i="0">
                <a:highlight>
                  <a:srgbClr val="FFFF00"/>
                </a:highlight>
                <a:latin typeface="Times New Roman" panose="02020603050405020304" pitchFamily="18" charset="0"/>
                <a:cs typeface="Times New Roman" panose="02020603050405020304" pitchFamily="18" charset="0"/>
                <a:sym typeface="+mn-ea"/>
              </a:rPr>
              <a:t>PHP Manipulating Files</a:t>
            </a:r>
            <a:br>
              <a:rPr lang="en-US" sz="2500" i="0">
                <a:highlight>
                  <a:srgbClr val="FFFF00"/>
                </a:highlight>
                <a:latin typeface="Times New Roman" panose="02020603050405020304" pitchFamily="18" charset="0"/>
                <a:cs typeface="Times New Roman" panose="02020603050405020304" pitchFamily="18" charset="0"/>
                <a:sym typeface="+mn-ea"/>
              </a:rPr>
            </a:br>
            <a:r>
              <a:rPr lang="en-US" sz="2500" i="0">
                <a:latin typeface="Times New Roman" panose="02020603050405020304" pitchFamily="18" charset="0"/>
                <a:cs typeface="Times New Roman" panose="02020603050405020304" pitchFamily="18" charset="0"/>
                <a:sym typeface="+mn-ea"/>
              </a:rPr>
              <a:t/>
            </a:r>
            <a:br>
              <a:rPr lang="en-US" sz="2500" i="0">
                <a:latin typeface="Times New Roman" panose="02020603050405020304" pitchFamily="18" charset="0"/>
                <a:cs typeface="Times New Roman" panose="02020603050405020304" pitchFamily="18" charset="0"/>
                <a:sym typeface="+mn-ea"/>
              </a:rPr>
            </a:br>
            <a:r>
              <a:rPr lang="en-US" sz="2500" i="0">
                <a:latin typeface="Times New Roman" panose="02020603050405020304" pitchFamily="18" charset="0"/>
                <a:cs typeface="Times New Roman" panose="02020603050405020304" pitchFamily="18" charset="0"/>
                <a:sym typeface="+mn-ea"/>
              </a:rPr>
              <a:t>PHP has several functions for creating, reading, uploading, and editing files.</a:t>
            </a:r>
            <a:br>
              <a:rPr lang="en-US" sz="2500" i="0">
                <a:latin typeface="Times New Roman" panose="02020603050405020304" pitchFamily="18" charset="0"/>
                <a:cs typeface="Times New Roman" panose="02020603050405020304" pitchFamily="18" charset="0"/>
                <a:sym typeface="+mn-ea"/>
              </a:rPr>
            </a:br>
            <a:r>
              <a:rPr lang="en-US" sz="2500" i="0">
                <a:latin typeface="Times New Roman" panose="02020603050405020304" pitchFamily="18" charset="0"/>
                <a:cs typeface="Times New Roman" panose="02020603050405020304" pitchFamily="18" charset="0"/>
                <a:sym typeface="+mn-ea"/>
              </a:rPr>
              <a:t/>
            </a:r>
            <a:br>
              <a:rPr lang="en-US" sz="2500" i="0">
                <a:latin typeface="Times New Roman" panose="02020603050405020304" pitchFamily="18" charset="0"/>
                <a:cs typeface="Times New Roman" panose="02020603050405020304" pitchFamily="18" charset="0"/>
                <a:sym typeface="+mn-ea"/>
              </a:rPr>
            </a:br>
            <a:r>
              <a:rPr lang="en-US" sz="2500" i="0">
                <a:latin typeface="Times New Roman" panose="02020603050405020304" pitchFamily="18" charset="0"/>
                <a:cs typeface="Times New Roman" panose="02020603050405020304" pitchFamily="18" charset="0"/>
                <a:sym typeface="+mn-ea"/>
              </a:rPr>
              <a:t>1. The </a:t>
            </a:r>
            <a:r>
              <a:rPr lang="en-US" sz="2500" i="0">
                <a:solidFill>
                  <a:srgbClr val="FF0000"/>
                </a:solidFill>
                <a:latin typeface="Times New Roman" panose="02020603050405020304" pitchFamily="18" charset="0"/>
                <a:cs typeface="Times New Roman" panose="02020603050405020304" pitchFamily="18" charset="0"/>
                <a:sym typeface="+mn-ea"/>
              </a:rPr>
              <a:t>readfile()</a:t>
            </a:r>
            <a:r>
              <a:rPr lang="en-US" sz="2500" i="0">
                <a:latin typeface="Times New Roman" panose="02020603050405020304" pitchFamily="18" charset="0"/>
                <a:cs typeface="Times New Roman" panose="02020603050405020304" pitchFamily="18" charset="0"/>
                <a:sym typeface="+mn-ea"/>
              </a:rPr>
              <a:t> function is useful if all you want to do is open up a file and read its contents.</a:t>
            </a:r>
            <a:br>
              <a:rPr lang="en-US" sz="2500" i="0">
                <a:latin typeface="Times New Roman" panose="02020603050405020304" pitchFamily="18" charset="0"/>
                <a:cs typeface="Times New Roman" panose="02020603050405020304" pitchFamily="18" charset="0"/>
                <a:sym typeface="+mn-ea"/>
              </a:rPr>
            </a:br>
            <a:r>
              <a:rPr lang="en-US" sz="2500" i="0">
                <a:latin typeface="Times New Roman" panose="02020603050405020304" pitchFamily="18" charset="0"/>
                <a:cs typeface="Times New Roman" panose="02020603050405020304" pitchFamily="18" charset="0"/>
                <a:sym typeface="+mn-ea"/>
              </a:rPr>
              <a:t>2. A better method to open files is with the </a:t>
            </a:r>
            <a:r>
              <a:rPr lang="en-US" sz="2500" i="0">
                <a:solidFill>
                  <a:srgbClr val="FF0000"/>
                </a:solidFill>
                <a:latin typeface="Times New Roman" panose="02020603050405020304" pitchFamily="18" charset="0"/>
                <a:cs typeface="Times New Roman" panose="02020603050405020304" pitchFamily="18" charset="0"/>
                <a:sym typeface="+mn-ea"/>
              </a:rPr>
              <a:t>fopen()</a:t>
            </a:r>
            <a:r>
              <a:rPr lang="en-US" sz="2500" i="0">
                <a:latin typeface="Times New Roman" panose="02020603050405020304" pitchFamily="18" charset="0"/>
                <a:cs typeface="Times New Roman" panose="02020603050405020304" pitchFamily="18" charset="0"/>
                <a:sym typeface="+mn-ea"/>
              </a:rPr>
              <a:t> function. This function gives you more options than the readfile() function.</a:t>
            </a:r>
            <a:br>
              <a:rPr lang="en-US" sz="2500" i="0">
                <a:latin typeface="Times New Roman" panose="02020603050405020304" pitchFamily="18" charset="0"/>
                <a:cs typeface="Times New Roman" panose="02020603050405020304" pitchFamily="18" charset="0"/>
                <a:sym typeface="+mn-ea"/>
              </a:rPr>
            </a:br>
            <a:r>
              <a:rPr lang="en-US" sz="2500" i="0">
                <a:latin typeface="Times New Roman" panose="02020603050405020304" pitchFamily="18" charset="0"/>
                <a:cs typeface="Times New Roman" panose="02020603050405020304" pitchFamily="18" charset="0"/>
                <a:sym typeface="+mn-ea"/>
              </a:rPr>
              <a:t>3. PHP Read Single Character - </a:t>
            </a:r>
            <a:r>
              <a:rPr lang="en-US" sz="2500" i="0">
                <a:solidFill>
                  <a:srgbClr val="FF0000"/>
                </a:solidFill>
                <a:latin typeface="Times New Roman" panose="02020603050405020304" pitchFamily="18" charset="0"/>
                <a:cs typeface="Times New Roman" panose="02020603050405020304" pitchFamily="18" charset="0"/>
                <a:sym typeface="+mn-ea"/>
              </a:rPr>
              <a:t>fgetc()</a:t>
            </a:r>
            <a:br>
              <a:rPr lang="en-US" sz="2500" i="0">
                <a:solidFill>
                  <a:srgbClr val="FF0000"/>
                </a:solidFill>
                <a:latin typeface="Times New Roman" panose="02020603050405020304" pitchFamily="18" charset="0"/>
                <a:cs typeface="Times New Roman" panose="02020603050405020304" pitchFamily="18" charset="0"/>
                <a:sym typeface="+mn-ea"/>
              </a:rPr>
            </a:br>
            <a:r>
              <a:rPr lang="en-US" sz="2500" i="0">
                <a:latin typeface="Times New Roman" panose="02020603050405020304" pitchFamily="18" charset="0"/>
                <a:cs typeface="Times New Roman" panose="02020603050405020304" pitchFamily="18" charset="0"/>
                <a:sym typeface="+mn-ea"/>
              </a:rPr>
              <a:t/>
            </a:r>
            <a:br>
              <a:rPr lang="en-US" sz="2500" i="0">
                <a:latin typeface="Times New Roman" panose="02020603050405020304" pitchFamily="18" charset="0"/>
                <a:cs typeface="Times New Roman" panose="02020603050405020304" pitchFamily="18" charset="0"/>
                <a:sym typeface="+mn-ea"/>
              </a:rPr>
            </a:br>
            <a:endParaRPr lang="en-US" sz="2500" i="0">
              <a:latin typeface="Times New Roman" panose="02020603050405020304" pitchFamily="18" charset="0"/>
              <a:cs typeface="Times New Roman" panose="02020603050405020304" pitchFamily="18" charset="0"/>
              <a:sym typeface="+mn-ea"/>
            </a:endParaRPr>
          </a:p>
        </p:txBody>
      </p:sp>
      <p:sp>
        <p:nvSpPr>
          <p:cNvPr id="4" name="Slide Number Placeholder 3">
            <a:extLst>
              <a:ext uri="{FF2B5EF4-FFF2-40B4-BE49-F238E27FC236}">
                <a16:creationId xmlns:a16="http://schemas.microsoft.com/office/drawing/2014/main" xmlns="" id="{C94B3971-2CE9-269E-32DE-3487856C1445}"/>
              </a:ext>
            </a:extLst>
          </p:cNvPr>
          <p:cNvSpPr>
            <a:spLocks noGrp="1"/>
          </p:cNvSpPr>
          <p:nvPr>
            <p:ph type="sldNum" idx="4"/>
          </p:nvPr>
        </p:nvSpPr>
        <p:spPr/>
        <p:txBody>
          <a:bodyPr/>
          <a:lstStyle/>
          <a:p>
            <a:pPr algn="r">
              <a:buNone/>
            </a:pPr>
            <a:fld id="{9A0DB2DC-4C9A-4742-B13C-FB6460FD3503}" type="slidenum">
              <a:rPr lang="en-GB" altLang="en-US" smtClean="0"/>
              <a:pPr algn="r">
                <a:buNone/>
              </a:pPr>
              <a:t>61</a:t>
            </a:fld>
            <a:endParaRPr lang="en-GB"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i="0" dirty="0">
                <a:latin typeface="Times New Roman" panose="02020603050405020304" pitchFamily="18" charset="0"/>
                <a:cs typeface="Times New Roman" panose="02020603050405020304" pitchFamily="18" charset="0"/>
              </a:rPr>
              <a:t>&lt;?</a:t>
            </a:r>
            <a:r>
              <a:rPr lang="en-US" b="0" i="0" dirty="0" err="1">
                <a:latin typeface="Times New Roman" panose="02020603050405020304" pitchFamily="18" charset="0"/>
                <a:cs typeface="Times New Roman" panose="02020603050405020304" pitchFamily="18" charset="0"/>
              </a:rPr>
              <a:t>php</a:t>
            </a:r>
            <a:r>
              <a:rPr lang="en-US" b="0" i="0" dirty="0">
                <a:latin typeface="Times New Roman" panose="02020603050405020304" pitchFamily="18" charset="0"/>
                <a:cs typeface="Times New Roman" panose="02020603050405020304" pitchFamily="18" charset="0"/>
              </a:rPr>
              <a:t/>
            </a:r>
            <a:br>
              <a:rPr lang="en-US" b="0" i="0" dirty="0">
                <a:latin typeface="Times New Roman" panose="02020603050405020304" pitchFamily="18" charset="0"/>
                <a:cs typeface="Times New Roman" panose="02020603050405020304" pitchFamily="18" charset="0"/>
              </a:rPr>
            </a:br>
            <a:r>
              <a:rPr lang="en-US" b="0" i="0" dirty="0">
                <a:latin typeface="Times New Roman" panose="02020603050405020304" pitchFamily="18" charset="0"/>
                <a:cs typeface="Times New Roman" panose="02020603050405020304" pitchFamily="18" charset="0"/>
              </a:rPr>
              <a:t>$</a:t>
            </a:r>
            <a:r>
              <a:rPr lang="en-US" b="0" i="0" dirty="0" err="1">
                <a:latin typeface="Times New Roman" panose="02020603050405020304" pitchFamily="18" charset="0"/>
                <a:cs typeface="Times New Roman" panose="02020603050405020304" pitchFamily="18" charset="0"/>
              </a:rPr>
              <a:t>myfile</a:t>
            </a:r>
            <a:r>
              <a:rPr lang="en-US" b="0" i="0" dirty="0">
                <a:latin typeface="Times New Roman" panose="02020603050405020304" pitchFamily="18" charset="0"/>
                <a:cs typeface="Times New Roman" panose="02020603050405020304" pitchFamily="18" charset="0"/>
              </a:rPr>
              <a:t> = </a:t>
            </a:r>
            <a:r>
              <a:rPr lang="en-US" b="0" i="0" dirty="0" err="1">
                <a:latin typeface="Times New Roman" panose="02020603050405020304" pitchFamily="18" charset="0"/>
                <a:cs typeface="Times New Roman" panose="02020603050405020304" pitchFamily="18" charset="0"/>
              </a:rPr>
              <a:t>fopen</a:t>
            </a:r>
            <a:r>
              <a:rPr lang="en-US" b="0" i="0" dirty="0">
                <a:latin typeface="Times New Roman" panose="02020603050405020304" pitchFamily="18" charset="0"/>
                <a:cs typeface="Times New Roman" panose="02020603050405020304" pitchFamily="18" charset="0"/>
              </a:rPr>
              <a:t>("any.txt", "r") or die("Unable to open file!"); echo </a:t>
            </a:r>
            <a:r>
              <a:rPr lang="en-US" b="0" i="0" dirty="0" err="1">
                <a:latin typeface="Times New Roman" panose="02020603050405020304" pitchFamily="18" charset="0"/>
                <a:cs typeface="Times New Roman" panose="02020603050405020304" pitchFamily="18" charset="0"/>
              </a:rPr>
              <a:t>fread</a:t>
            </a:r>
            <a:r>
              <a:rPr lang="en-US" b="0" i="0" dirty="0">
                <a:latin typeface="Times New Roman" panose="02020603050405020304" pitchFamily="18" charset="0"/>
                <a:cs typeface="Times New Roman" panose="02020603050405020304" pitchFamily="18" charset="0"/>
              </a:rPr>
              <a:t>($</a:t>
            </a:r>
            <a:r>
              <a:rPr lang="en-US" b="0" i="0" dirty="0" err="1">
                <a:latin typeface="Times New Roman" panose="02020603050405020304" pitchFamily="18" charset="0"/>
                <a:cs typeface="Times New Roman" panose="02020603050405020304" pitchFamily="18" charset="0"/>
              </a:rPr>
              <a:t>myfile,filesize</a:t>
            </a:r>
            <a:r>
              <a:rPr lang="en-US" b="0" i="0" dirty="0">
                <a:latin typeface="Times New Roman" panose="02020603050405020304" pitchFamily="18" charset="0"/>
                <a:cs typeface="Times New Roman" panose="02020603050405020304" pitchFamily="18" charset="0"/>
              </a:rPr>
              <a:t>("any.txt"));</a:t>
            </a:r>
            <a:br>
              <a:rPr lang="en-US" b="0" i="0" dirty="0">
                <a:latin typeface="Times New Roman" panose="02020603050405020304" pitchFamily="18" charset="0"/>
                <a:cs typeface="Times New Roman" panose="02020603050405020304" pitchFamily="18" charset="0"/>
              </a:rPr>
            </a:br>
            <a:r>
              <a:rPr lang="en-US" b="0" i="0" dirty="0" err="1">
                <a:latin typeface="Times New Roman" panose="02020603050405020304" pitchFamily="18" charset="0"/>
                <a:cs typeface="Times New Roman" panose="02020603050405020304" pitchFamily="18" charset="0"/>
              </a:rPr>
              <a:t>fclose</a:t>
            </a:r>
            <a:r>
              <a:rPr lang="en-US" b="0" i="0" dirty="0">
                <a:latin typeface="Times New Roman" panose="02020603050405020304" pitchFamily="18" charset="0"/>
                <a:cs typeface="Times New Roman" panose="02020603050405020304" pitchFamily="18" charset="0"/>
              </a:rPr>
              <a:t>($</a:t>
            </a:r>
            <a:r>
              <a:rPr lang="en-US" b="0" i="0" dirty="0" err="1">
                <a:latin typeface="Times New Roman" panose="02020603050405020304" pitchFamily="18" charset="0"/>
                <a:cs typeface="Times New Roman" panose="02020603050405020304" pitchFamily="18" charset="0"/>
              </a:rPr>
              <a:t>myfile</a:t>
            </a:r>
            <a:r>
              <a:rPr lang="en-US" b="0" i="0" dirty="0">
                <a:latin typeface="Times New Roman" panose="02020603050405020304" pitchFamily="18" charset="0"/>
                <a:cs typeface="Times New Roman" panose="02020603050405020304" pitchFamily="18" charset="0"/>
              </a:rPr>
              <a:t>);</a:t>
            </a:r>
            <a:br>
              <a:rPr lang="en-US" b="0" i="0" dirty="0">
                <a:latin typeface="Times New Roman" panose="02020603050405020304" pitchFamily="18" charset="0"/>
                <a:cs typeface="Times New Roman" panose="02020603050405020304" pitchFamily="18" charset="0"/>
              </a:rPr>
            </a:br>
            <a:r>
              <a:rPr lang="en-US" b="0" i="0" dirty="0">
                <a:latin typeface="Times New Roman" panose="02020603050405020304" pitchFamily="18" charset="0"/>
                <a:cs typeface="Times New Roman" panose="02020603050405020304" pitchFamily="18" charset="0"/>
              </a:rPr>
              <a:t>?&gt;</a:t>
            </a:r>
            <a:br>
              <a:rPr lang="en-US" b="0" i="0" dirty="0">
                <a:latin typeface="Times New Roman" panose="02020603050405020304" pitchFamily="18" charset="0"/>
                <a:cs typeface="Times New Roman" panose="02020603050405020304" pitchFamily="18" charset="0"/>
              </a:rPr>
            </a:br>
            <a:r>
              <a:rPr lang="en-US" b="0" i="0" dirty="0">
                <a:latin typeface="Times New Roman" panose="02020603050405020304" pitchFamily="18" charset="0"/>
                <a:cs typeface="Times New Roman" panose="02020603050405020304" pitchFamily="18" charset="0"/>
              </a:rPr>
              <a:t/>
            </a:r>
            <a:br>
              <a:rPr lang="en-US" b="0" i="0" dirty="0">
                <a:latin typeface="Times New Roman" panose="02020603050405020304" pitchFamily="18" charset="0"/>
                <a:cs typeface="Times New Roman" panose="02020603050405020304" pitchFamily="18" charset="0"/>
              </a:rPr>
            </a:br>
            <a:endParaRPr lang="en-US" b="0" i="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3367405" y="4398010"/>
            <a:ext cx="5895975" cy="2263140"/>
          </a:xfrm>
          <a:prstGeom prst="rect">
            <a:avLst/>
          </a:prstGeom>
        </p:spPr>
      </p:pic>
      <p:sp>
        <p:nvSpPr>
          <p:cNvPr id="5" name="Slide Number Placeholder 4">
            <a:extLst>
              <a:ext uri="{FF2B5EF4-FFF2-40B4-BE49-F238E27FC236}">
                <a16:creationId xmlns:a16="http://schemas.microsoft.com/office/drawing/2014/main" xmlns="" id="{3309328C-083E-6EEE-06C5-8A31D5E47556}"/>
              </a:ext>
            </a:extLst>
          </p:cNvPr>
          <p:cNvSpPr>
            <a:spLocks noGrp="1"/>
          </p:cNvSpPr>
          <p:nvPr>
            <p:ph type="sldNum" idx="4"/>
          </p:nvPr>
        </p:nvSpPr>
        <p:spPr/>
        <p:txBody>
          <a:bodyPr/>
          <a:lstStyle/>
          <a:p>
            <a:pPr algn="r">
              <a:buNone/>
            </a:pPr>
            <a:fld id="{9A0DB2DC-4C9A-4742-B13C-FB6460FD3503}" type="slidenum">
              <a:rPr lang="en-GB" altLang="en-US" smtClean="0"/>
              <a:pPr algn="r">
                <a:buNone/>
              </a:pPr>
              <a:t>62</a:t>
            </a:fld>
            <a:endParaRPr lang="en-GB"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
          <p:cNvSpPr>
            <a:spLocks noGrp="1"/>
          </p:cNvSpPr>
          <p:nvPr>
            <p:ph type="title"/>
          </p:nvPr>
        </p:nvSpPr>
        <p:spPr>
          <a:xfrm>
            <a:off x="128905" y="273050"/>
            <a:ext cx="4965065" cy="1146175"/>
          </a:xfrm>
        </p:spPr>
        <p:txBody>
          <a:bodyPr vert="horz" wrap="square" lIns="92075" tIns="46038" rIns="92075" bIns="46038" anchor="t" anchorCtr="0"/>
          <a:lstStyle/>
          <a:p>
            <a:pPr defTabSz="914400">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GB" altLang="en-US" i="0" dirty="0">
                <a:latin typeface="Times New Roman" panose="02020603050405020304" pitchFamily="18" charset="0"/>
                <a:cs typeface="Times New Roman" panose="02020603050405020304" pitchFamily="18" charset="0"/>
              </a:rPr>
              <a:t>PHP Form Handling</a:t>
            </a:r>
          </a:p>
        </p:txBody>
      </p:sp>
      <p:sp>
        <p:nvSpPr>
          <p:cNvPr id="16387" name="Rectangle 2"/>
          <p:cNvSpPr>
            <a:spLocks noGrp="1" noChangeArrowheads="1"/>
          </p:cNvSpPr>
          <p:nvPr>
            <p:ph type="subTitle" idx="1"/>
          </p:nvPr>
        </p:nvSpPr>
        <p:spPr bwMode="auto">
          <a:xfrm>
            <a:off x="128588" y="1196975"/>
            <a:ext cx="9504930" cy="5661025"/>
          </a:xfrm>
          <a:effectLst/>
          <a:scene3d>
            <a:camera prst="orthographicFront"/>
            <a:lightRig rig="balanced" dir="t"/>
          </a:scene3d>
          <a:sp3d prstMaterial="plastic"/>
        </p:spPr>
        <p:txBody>
          <a:bodyPr vert="horz" wrap="square" lIns="0" tIns="0" rIns="0" bIns="0" numCol="1" anchor="ctr" anchorCtr="0" compatLnSpc="1"/>
          <a:lstStyle/>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tabLst>
                <a:tab pos="655320" algn="l"/>
                <a:tab pos="1312545" algn="l"/>
                <a:tab pos="1969770" algn="l"/>
                <a:tab pos="2625725" algn="l"/>
                <a:tab pos="3282950" algn="l"/>
                <a:tab pos="3940175" algn="l"/>
                <a:tab pos="4595495" algn="l"/>
                <a:tab pos="5252720" algn="l"/>
                <a:tab pos="5909945" algn="l"/>
                <a:tab pos="6565900" algn="l"/>
                <a:tab pos="7223125" algn="l"/>
                <a:tab pos="7880350" algn="l"/>
              </a:tabLst>
              <a:defRPr/>
            </a:pPr>
            <a:endParaRPr kumimoji="0" lang="en-US"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tabLst>
                <a:tab pos="655320" algn="l"/>
                <a:tab pos="1312545" algn="l"/>
                <a:tab pos="1969770" algn="l"/>
                <a:tab pos="2625725" algn="l"/>
                <a:tab pos="3282950" algn="l"/>
                <a:tab pos="3940175" algn="l"/>
                <a:tab pos="4595495" algn="l"/>
                <a:tab pos="5252720" algn="l"/>
                <a:tab pos="5909945" algn="l"/>
                <a:tab pos="6565900" algn="l"/>
                <a:tab pos="7223125" algn="l"/>
                <a:tab pos="7880350" algn="l"/>
              </a:tabLst>
              <a:defRPr/>
            </a:pPr>
            <a:endParaRPr kumimoji="0" lang="en-US"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tabLst>
                <a:tab pos="655320" algn="l"/>
                <a:tab pos="1312545" algn="l"/>
                <a:tab pos="1969770" algn="l"/>
                <a:tab pos="2625725" algn="l"/>
                <a:tab pos="3282950" algn="l"/>
                <a:tab pos="3940175" algn="l"/>
                <a:tab pos="4595495" algn="l"/>
                <a:tab pos="5252720" algn="l"/>
                <a:tab pos="5909945" algn="l"/>
                <a:tab pos="6565900" algn="l"/>
                <a:tab pos="7223125" algn="l"/>
                <a:tab pos="7880350" algn="l"/>
              </a:tabLst>
              <a:defRPr/>
            </a:pPr>
            <a:endParaRPr kumimoji="0" lang="en-US"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tabLst>
                <a:tab pos="655320" algn="l"/>
                <a:tab pos="1312545" algn="l"/>
                <a:tab pos="1969770" algn="l"/>
                <a:tab pos="2625725" algn="l"/>
                <a:tab pos="3282950" algn="l"/>
                <a:tab pos="3940175" algn="l"/>
                <a:tab pos="4595495" algn="l"/>
                <a:tab pos="5252720" algn="l"/>
                <a:tab pos="5909945" algn="l"/>
                <a:tab pos="6565900" algn="l"/>
                <a:tab pos="7223125" algn="l"/>
                <a:tab pos="7880350" algn="l"/>
              </a:tabLst>
              <a:defRPr/>
            </a:pPr>
            <a:r>
              <a:rPr kumimoji="0" lang="en-US"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 PHP </a:t>
            </a:r>
            <a:r>
              <a:rPr kumimoji="0" lang="en-US" altLang="en-US" sz="24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superglobals</a:t>
            </a:r>
            <a:r>
              <a:rPr kumimoji="0" lang="en-US"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$_GET and $_POST are used to collect form-data.</a:t>
            </a: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tabLst>
                <a:tab pos="655320" algn="l"/>
                <a:tab pos="1312545" algn="l"/>
                <a:tab pos="1969770" algn="l"/>
                <a:tab pos="2625725" algn="l"/>
                <a:tab pos="3282950" algn="l"/>
                <a:tab pos="3940175" algn="l"/>
                <a:tab pos="4595495" algn="l"/>
                <a:tab pos="5252720" algn="l"/>
                <a:tab pos="5909945" algn="l"/>
                <a:tab pos="6565900" algn="l"/>
                <a:tab pos="7223125" algn="l"/>
                <a:tab pos="7880350" algn="l"/>
              </a:tabLst>
              <a:defRPr/>
            </a:pPr>
            <a:r>
              <a:rPr kumimoji="0" lang="en-GB"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&lt;html&gt;  </a:t>
            </a: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tabLst>
                <a:tab pos="655320" algn="l"/>
                <a:tab pos="1312545" algn="l"/>
                <a:tab pos="1969770" algn="l"/>
                <a:tab pos="2625725" algn="l"/>
                <a:tab pos="3282950" algn="l"/>
                <a:tab pos="3940175" algn="l"/>
                <a:tab pos="4595495" algn="l"/>
                <a:tab pos="5252720" algn="l"/>
                <a:tab pos="5909945" algn="l"/>
                <a:tab pos="6565900" algn="l"/>
                <a:tab pos="7223125" algn="l"/>
                <a:tab pos="7880350" algn="l"/>
              </a:tabLst>
              <a:defRPr/>
            </a:pPr>
            <a:r>
              <a:rPr kumimoji="0" lang="en-GB"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&lt;body&gt;</a:t>
            </a: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tabLst>
                <a:tab pos="655320" algn="l"/>
                <a:tab pos="1312545" algn="l"/>
                <a:tab pos="1969770" algn="l"/>
                <a:tab pos="2625725" algn="l"/>
                <a:tab pos="3282950" algn="l"/>
                <a:tab pos="3940175" algn="l"/>
                <a:tab pos="4595495" algn="l"/>
                <a:tab pos="5252720" algn="l"/>
                <a:tab pos="5909945" algn="l"/>
                <a:tab pos="6565900" algn="l"/>
                <a:tab pos="7223125" algn="l"/>
                <a:tab pos="7880350" algn="l"/>
              </a:tabLst>
              <a:defRPr/>
            </a:pPr>
            <a:r>
              <a:rPr kumimoji="0" lang="en-GB"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&lt;form action="</a:t>
            </a:r>
            <a:r>
              <a:rPr kumimoji="0" lang="en-GB" altLang="en-US" sz="240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welcome.php</a:t>
            </a:r>
            <a:r>
              <a:rPr kumimoji="0" lang="en-GB"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method="post"&gt;</a:t>
            </a: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tabLst>
                <a:tab pos="655320" algn="l"/>
                <a:tab pos="1312545" algn="l"/>
                <a:tab pos="1969770" algn="l"/>
                <a:tab pos="2625725" algn="l"/>
                <a:tab pos="3282950" algn="l"/>
                <a:tab pos="3940175" algn="l"/>
                <a:tab pos="4595495" algn="l"/>
                <a:tab pos="5252720" algn="l"/>
                <a:tab pos="5909945" algn="l"/>
                <a:tab pos="6565900" algn="l"/>
                <a:tab pos="7223125" algn="l"/>
                <a:tab pos="7880350" algn="l"/>
              </a:tabLst>
              <a:defRPr/>
            </a:pPr>
            <a:r>
              <a:rPr kumimoji="0" lang="en-GB"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Name: &lt;input type="text" name="name"&gt;&lt;</a:t>
            </a:r>
            <a:r>
              <a:rPr kumimoji="0" lang="en-GB" altLang="en-US" sz="240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br</a:t>
            </a:r>
            <a:r>
              <a:rPr kumimoji="0" lang="en-GB"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&gt;</a:t>
            </a: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tabLst>
                <a:tab pos="655320" algn="l"/>
                <a:tab pos="1312545" algn="l"/>
                <a:tab pos="1969770" algn="l"/>
                <a:tab pos="2625725" algn="l"/>
                <a:tab pos="3282950" algn="l"/>
                <a:tab pos="3940175" algn="l"/>
                <a:tab pos="4595495" algn="l"/>
                <a:tab pos="5252720" algn="l"/>
                <a:tab pos="5909945" algn="l"/>
                <a:tab pos="6565900" algn="l"/>
                <a:tab pos="7223125" algn="l"/>
                <a:tab pos="7880350" algn="l"/>
              </a:tabLst>
              <a:defRPr/>
            </a:pPr>
            <a:r>
              <a:rPr kumimoji="0" lang="en-GB"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E-mail: &lt;input type="text" name="email"&gt;&lt;</a:t>
            </a:r>
            <a:r>
              <a:rPr kumimoji="0" lang="en-GB" altLang="en-US" sz="240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br</a:t>
            </a:r>
            <a:r>
              <a:rPr kumimoji="0" lang="en-GB"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&gt;</a:t>
            </a: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tabLst>
                <a:tab pos="655320" algn="l"/>
                <a:tab pos="1312545" algn="l"/>
                <a:tab pos="1969770" algn="l"/>
                <a:tab pos="2625725" algn="l"/>
                <a:tab pos="3282950" algn="l"/>
                <a:tab pos="3940175" algn="l"/>
                <a:tab pos="4595495" algn="l"/>
                <a:tab pos="5252720" algn="l"/>
                <a:tab pos="5909945" algn="l"/>
                <a:tab pos="6565900" algn="l"/>
                <a:tab pos="7223125" algn="l"/>
                <a:tab pos="7880350" algn="l"/>
              </a:tabLst>
              <a:defRPr/>
            </a:pPr>
            <a:r>
              <a:rPr kumimoji="0" lang="en-GB"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&lt;input type="submit"&gt;</a:t>
            </a: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tabLst>
                <a:tab pos="655320" algn="l"/>
                <a:tab pos="1312545" algn="l"/>
                <a:tab pos="1969770" algn="l"/>
                <a:tab pos="2625725" algn="l"/>
                <a:tab pos="3282950" algn="l"/>
                <a:tab pos="3940175" algn="l"/>
                <a:tab pos="4595495" algn="l"/>
                <a:tab pos="5252720" algn="l"/>
                <a:tab pos="5909945" algn="l"/>
                <a:tab pos="6565900" algn="l"/>
                <a:tab pos="7223125" algn="l"/>
                <a:tab pos="7880350" algn="l"/>
              </a:tabLst>
              <a:defRPr/>
            </a:pPr>
            <a:r>
              <a:rPr kumimoji="0" lang="en-GB"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&lt;/form&gt;</a:t>
            </a: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tabLst>
                <a:tab pos="655320" algn="l"/>
                <a:tab pos="1312545" algn="l"/>
                <a:tab pos="1969770" algn="l"/>
                <a:tab pos="2625725" algn="l"/>
                <a:tab pos="3282950" algn="l"/>
                <a:tab pos="3940175" algn="l"/>
                <a:tab pos="4595495" algn="l"/>
                <a:tab pos="5252720" algn="l"/>
                <a:tab pos="5909945" algn="l"/>
                <a:tab pos="6565900" algn="l"/>
                <a:tab pos="7223125" algn="l"/>
                <a:tab pos="7880350" algn="l"/>
              </a:tabLst>
              <a:defRPr/>
            </a:pPr>
            <a:r>
              <a:rPr kumimoji="0" lang="en-GB"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&lt;/body&gt;</a:t>
            </a: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tabLst>
                <a:tab pos="655320" algn="l"/>
                <a:tab pos="1312545" algn="l"/>
                <a:tab pos="1969770" algn="l"/>
                <a:tab pos="2625725" algn="l"/>
                <a:tab pos="3282950" algn="l"/>
                <a:tab pos="3940175" algn="l"/>
                <a:tab pos="4595495" algn="l"/>
                <a:tab pos="5252720" algn="l"/>
                <a:tab pos="5909945" algn="l"/>
                <a:tab pos="6565900" algn="l"/>
                <a:tab pos="7223125" algn="l"/>
                <a:tab pos="7880350" algn="l"/>
              </a:tabLst>
              <a:defRPr/>
            </a:pPr>
            <a:r>
              <a:rPr kumimoji="0" lang="en-GB"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&lt;/html&gt;</a:t>
            </a:r>
            <a:r>
              <a:rPr kumimoji="0" lang="en-US" altLang="en-GB" sz="24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en-GB" sz="2400" i="0" u="none" strike="noStrike" kern="1200" cap="none" spc="0" normalizeH="0" baseline="0" noProof="0" dirty="0">
                <a:ln>
                  <a:noFill/>
                </a:ln>
                <a:solidFill>
                  <a:schemeClr val="tx1"/>
                </a:solidFill>
                <a:effectLst/>
                <a:highlight>
                  <a:srgbClr val="FF0000"/>
                </a:highlight>
                <a:uLnTx/>
                <a:uFillTx/>
                <a:latin typeface="Times New Roman" panose="02020603050405020304" pitchFamily="18" charset="0"/>
                <a:ea typeface="+mn-ea"/>
                <a:cs typeface="Times New Roman" panose="02020603050405020304" pitchFamily="18" charset="0"/>
              </a:rPr>
              <a:t>GET may be used for sending non-sensitive data.</a:t>
            </a:r>
          </a:p>
        </p:txBody>
      </p:sp>
      <p:pic>
        <p:nvPicPr>
          <p:cNvPr id="2" name="Picture 1"/>
          <p:cNvPicPr>
            <a:picLocks noChangeAspect="1"/>
          </p:cNvPicPr>
          <p:nvPr/>
        </p:nvPicPr>
        <p:blipFill>
          <a:blip r:embed="rId3"/>
          <a:stretch>
            <a:fillRect/>
          </a:stretch>
        </p:blipFill>
        <p:spPr>
          <a:xfrm>
            <a:off x="4953000" y="404495"/>
            <a:ext cx="4648200" cy="2200275"/>
          </a:xfrm>
          <a:prstGeom prst="rect">
            <a:avLst/>
          </a:prstGeom>
        </p:spPr>
      </p:pic>
      <p:sp>
        <p:nvSpPr>
          <p:cNvPr id="4" name="Slide Number Placeholder 3">
            <a:extLst>
              <a:ext uri="{FF2B5EF4-FFF2-40B4-BE49-F238E27FC236}">
                <a16:creationId xmlns:a16="http://schemas.microsoft.com/office/drawing/2014/main" xmlns="" id="{61F00B5B-326B-8DD4-E789-B1A61FFE613D}"/>
              </a:ext>
            </a:extLst>
          </p:cNvPr>
          <p:cNvSpPr>
            <a:spLocks noGrp="1"/>
          </p:cNvSpPr>
          <p:nvPr>
            <p:ph type="sldNum" idx="4"/>
          </p:nvPr>
        </p:nvSpPr>
        <p:spPr/>
        <p:txBody>
          <a:bodyPr/>
          <a:lstStyle/>
          <a:p>
            <a:pPr algn="r">
              <a:buNone/>
            </a:pPr>
            <a:fld id="{9A0DB2DC-4C9A-4742-B13C-FB6460FD3503}" type="slidenum">
              <a:rPr lang="en-GB" altLang="en-US" smtClean="0"/>
              <a:pPr algn="r">
                <a:buNone/>
              </a:pPr>
              <a:t>63</a:t>
            </a:fld>
            <a:endParaRPr lang="en-GB" altLang="en-US" dirty="0"/>
          </a:p>
        </p:txBody>
      </p:sp>
    </p:spTree>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
          <p:cNvSpPr>
            <a:spLocks noGrp="1"/>
          </p:cNvSpPr>
          <p:nvPr>
            <p:ph type="title"/>
          </p:nvPr>
        </p:nvSpPr>
        <p:spPr>
          <a:xfrm>
            <a:off x="836613" y="273050"/>
            <a:ext cx="8231187" cy="1146175"/>
          </a:xfrm>
        </p:spPr>
        <p:txBody>
          <a:bodyPr vert="horz" wrap="square" lIns="92075" tIns="46038" rIns="92075" bIns="46038" anchor="t" anchorCtr="0"/>
          <a:lstStyle/>
          <a:p>
            <a:pPr defTabSz="914400">
              <a:tabLst>
                <a:tab pos="655955" algn="l"/>
                <a:tab pos="1313180" algn="l"/>
                <a:tab pos="1970405" algn="l"/>
                <a:tab pos="2625725" algn="l"/>
                <a:tab pos="3282950" algn="l"/>
                <a:tab pos="3940175" algn="l"/>
                <a:tab pos="4596130" algn="l"/>
                <a:tab pos="5253355" algn="l"/>
                <a:tab pos="5910580" algn="l"/>
                <a:tab pos="6565900" algn="l"/>
                <a:tab pos="7223125" algn="l"/>
                <a:tab pos="7880350" algn="l"/>
              </a:tabLst>
            </a:pPr>
            <a:r>
              <a:rPr lang="en-GB" altLang="en-US" dirty="0"/>
              <a:t>PHP Date and Time</a:t>
            </a:r>
          </a:p>
        </p:txBody>
      </p:sp>
      <p:sp>
        <p:nvSpPr>
          <p:cNvPr id="16387" name="Rectangle 2"/>
          <p:cNvSpPr>
            <a:spLocks noGrp="1" noChangeArrowheads="1"/>
          </p:cNvSpPr>
          <p:nvPr>
            <p:ph type="subTitle" idx="1"/>
          </p:nvPr>
        </p:nvSpPr>
        <p:spPr bwMode="auto">
          <a:xfrm>
            <a:off x="272480" y="1412776"/>
            <a:ext cx="9361039" cy="4176464"/>
          </a:xfrm>
          <a:effectLst/>
          <a:scene3d>
            <a:camera prst="orthographicFront"/>
            <a:lightRig rig="balanced" dir="t"/>
          </a:scene3d>
          <a:sp3d prstMaterial="plastic"/>
        </p:spPr>
        <p:txBody>
          <a:bodyPr vert="horz" wrap="square" lIns="0" tIns="0" rIns="0" bIns="0" numCol="1" anchor="ctr" anchorCtr="0" compatLnSpc="1"/>
          <a:lstStyle/>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tabLst>
                <a:tab pos="655320" algn="l"/>
                <a:tab pos="1312545" algn="l"/>
                <a:tab pos="1969770" algn="l"/>
                <a:tab pos="2625725" algn="l"/>
                <a:tab pos="3282950" algn="l"/>
                <a:tab pos="3940175" algn="l"/>
                <a:tab pos="4595495" algn="l"/>
                <a:tab pos="5252720" algn="l"/>
                <a:tab pos="5909945" algn="l"/>
                <a:tab pos="6565900" algn="l"/>
                <a:tab pos="7223125" algn="l"/>
                <a:tab pos="7880350" algn="l"/>
              </a:tabLst>
              <a:defRPr/>
            </a:pPr>
            <a:r>
              <a:rPr kumimoji="0" lang="en-GB" altLang="en-US" sz="2400" b="0" i="0" u="none" strike="noStrike" kern="1200" cap="none" spc="0" normalizeH="0" baseline="0" noProof="0" dirty="0">
                <a:ln>
                  <a:noFill/>
                </a:ln>
                <a:solidFill>
                  <a:schemeClr val="tx1"/>
                </a:solidFill>
                <a:effectLst/>
                <a:highlight>
                  <a:srgbClr val="99FF33"/>
                </a:highlight>
                <a:uLnTx/>
                <a:uFillTx/>
                <a:latin typeface="Times New Roman" panose="02020603050405020304" pitchFamily="18" charset="0"/>
                <a:ea typeface="+mn-ea"/>
                <a:cs typeface="Times New Roman" panose="02020603050405020304" pitchFamily="18" charset="0"/>
              </a:rPr>
              <a:t>date(</a:t>
            </a:r>
            <a:r>
              <a:rPr kumimoji="0" lang="en-GB" altLang="en-US" sz="2400" b="0" i="0" u="none" strike="noStrike" kern="1200" cap="none" spc="0" normalizeH="0" baseline="0" noProof="0" dirty="0" err="1">
                <a:ln>
                  <a:noFill/>
                </a:ln>
                <a:solidFill>
                  <a:schemeClr val="tx1"/>
                </a:solidFill>
                <a:effectLst/>
                <a:highlight>
                  <a:srgbClr val="99FF33"/>
                </a:highlight>
                <a:uLnTx/>
                <a:uFillTx/>
                <a:latin typeface="Times New Roman" panose="02020603050405020304" pitchFamily="18" charset="0"/>
                <a:ea typeface="+mn-ea"/>
                <a:cs typeface="Times New Roman" panose="02020603050405020304" pitchFamily="18" charset="0"/>
              </a:rPr>
              <a:t>format,timestamp</a:t>
            </a:r>
            <a:r>
              <a:rPr kumimoji="0" lang="en-GB" altLang="en-US" sz="2400" b="0" i="0" u="none" strike="noStrike" kern="1200" cap="none" spc="0" normalizeH="0" baseline="0" noProof="0" dirty="0">
                <a:ln>
                  <a:noFill/>
                </a:ln>
                <a:solidFill>
                  <a:schemeClr val="tx1"/>
                </a:solidFill>
                <a:effectLst/>
                <a:highlight>
                  <a:srgbClr val="99FF33"/>
                </a:highlight>
                <a:uLnTx/>
                <a:uFillTx/>
                <a:latin typeface="Times New Roman" panose="02020603050405020304" pitchFamily="18" charset="0"/>
                <a:ea typeface="+mn-ea"/>
                <a:cs typeface="Times New Roman" panose="02020603050405020304" pitchFamily="18" charset="0"/>
              </a:rPr>
              <a:t>)</a:t>
            </a: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tabLst>
                <a:tab pos="655320" algn="l"/>
                <a:tab pos="1312545" algn="l"/>
                <a:tab pos="1969770" algn="l"/>
                <a:tab pos="2625725" algn="l"/>
                <a:tab pos="3282950" algn="l"/>
                <a:tab pos="3940175" algn="l"/>
                <a:tab pos="4595495" algn="l"/>
                <a:tab pos="5252720" algn="l"/>
                <a:tab pos="5909945" algn="l"/>
                <a:tab pos="6565900" algn="l"/>
                <a:tab pos="7223125" algn="l"/>
                <a:tab pos="7880350" algn="l"/>
              </a:tabLst>
              <a:defRPr/>
            </a:pPr>
            <a:endParaRPr kumimoji="0" lang="en-GB" altLang="en-US" sz="2400" b="0" i="0" u="none" strike="noStrike" kern="1200" cap="none" spc="0" normalizeH="0" baseline="0" noProof="0" dirty="0">
              <a:ln>
                <a:noFill/>
              </a:ln>
              <a:solidFill>
                <a:schemeClr val="tx1"/>
              </a:solidFill>
              <a:effectLst/>
              <a:highlight>
                <a:srgbClr val="99FF33"/>
              </a:highligh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tabLst>
                <a:tab pos="655320" algn="l"/>
                <a:tab pos="1312545" algn="l"/>
                <a:tab pos="1969770" algn="l"/>
                <a:tab pos="2625725" algn="l"/>
                <a:tab pos="3282950" algn="l"/>
                <a:tab pos="3940175" algn="l"/>
                <a:tab pos="4595495" algn="l"/>
                <a:tab pos="5252720" algn="l"/>
                <a:tab pos="5909945" algn="l"/>
                <a:tab pos="6565900" algn="l"/>
                <a:tab pos="7223125" algn="l"/>
                <a:tab pos="7880350" algn="l"/>
              </a:tabLst>
              <a:defRPr/>
            </a:pPr>
            <a:endParaRPr kumimoji="0" lang="en-GB" altLang="en-US" sz="2400" b="0" i="0" u="none" strike="noStrike" kern="1200" cap="none" spc="0" normalizeH="0" baseline="0" noProof="0" dirty="0">
              <a:ln>
                <a:noFill/>
              </a:ln>
              <a:solidFill>
                <a:schemeClr val="tx1"/>
              </a:solidFill>
              <a:effectLst/>
              <a:highlight>
                <a:srgbClr val="99FF33"/>
              </a:highligh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tabLst>
                <a:tab pos="655320" algn="l"/>
                <a:tab pos="1312545" algn="l"/>
                <a:tab pos="1969770" algn="l"/>
                <a:tab pos="2625725" algn="l"/>
                <a:tab pos="3282950" algn="l"/>
                <a:tab pos="3940175" algn="l"/>
                <a:tab pos="4595495" algn="l"/>
                <a:tab pos="5252720" algn="l"/>
                <a:tab pos="5909945" algn="l"/>
                <a:tab pos="6565900" algn="l"/>
                <a:tab pos="7223125" algn="l"/>
                <a:tab pos="7880350" algn="l"/>
              </a:tabLst>
              <a:defRPr/>
            </a:pPr>
            <a:endParaRPr kumimoji="0" lang="en-GB" altLang="en-US" sz="2400" b="0" i="0" u="none" strike="noStrike" kern="1200" cap="none" spc="0" normalizeH="0" baseline="0" noProof="0" dirty="0">
              <a:ln>
                <a:noFill/>
              </a:ln>
              <a:solidFill>
                <a:schemeClr val="tx1"/>
              </a:solidFill>
              <a:effectLst/>
              <a:highlight>
                <a:srgbClr val="99FF33"/>
              </a:highligh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tabLst>
                <a:tab pos="655320" algn="l"/>
                <a:tab pos="1312545" algn="l"/>
                <a:tab pos="1969770" algn="l"/>
                <a:tab pos="2625725" algn="l"/>
                <a:tab pos="3282950" algn="l"/>
                <a:tab pos="3940175" algn="l"/>
                <a:tab pos="4595495" algn="l"/>
                <a:tab pos="5252720" algn="l"/>
                <a:tab pos="5909945" algn="l"/>
                <a:tab pos="6565900" algn="l"/>
                <a:tab pos="7223125" algn="l"/>
                <a:tab pos="7880350" algn="l"/>
              </a:tabLst>
              <a:defRPr/>
            </a:pPr>
            <a:r>
              <a:rPr kumimoji="0" lang="en-US" altLang="en-US" sz="2400" b="0" i="0" u="none" strike="noStrike" kern="1200" cap="none" spc="0" normalizeH="0" baseline="0" noProof="0" dirty="0">
                <a:ln>
                  <a:noFill/>
                </a:ln>
                <a:solidFill>
                  <a:schemeClr val="tx1"/>
                </a:solidFill>
                <a:effectLst/>
                <a:highlight>
                  <a:srgbClr val="99FF33"/>
                </a:highlight>
                <a:uLnTx/>
                <a:uFillTx/>
                <a:latin typeface="Times New Roman" panose="02020603050405020304" pitchFamily="18" charset="0"/>
                <a:ea typeface="+mn-ea"/>
                <a:cs typeface="Times New Roman" panose="02020603050405020304" pitchFamily="18" charset="0"/>
              </a:rPr>
              <a:t>&lt;?</a:t>
            </a:r>
            <a:r>
              <a:rPr kumimoji="0" lang="en-US" altLang="en-US" sz="2400" b="0" i="0" u="none" strike="noStrike" kern="1200" cap="none" spc="0" normalizeH="0" baseline="0" noProof="0" dirty="0" err="1">
                <a:ln>
                  <a:noFill/>
                </a:ln>
                <a:solidFill>
                  <a:schemeClr val="tx1"/>
                </a:solidFill>
                <a:effectLst/>
                <a:highlight>
                  <a:srgbClr val="99FF33"/>
                </a:highlight>
                <a:uLnTx/>
                <a:uFillTx/>
                <a:latin typeface="Times New Roman" panose="02020603050405020304" pitchFamily="18" charset="0"/>
                <a:ea typeface="+mn-ea"/>
                <a:cs typeface="Times New Roman" panose="02020603050405020304" pitchFamily="18" charset="0"/>
              </a:rPr>
              <a:t>php</a:t>
            </a:r>
            <a:endParaRPr kumimoji="0" lang="en-US" altLang="en-US" sz="2400" b="0" i="0" u="none" strike="noStrike" kern="1200" cap="none" spc="0" normalizeH="0" baseline="0" noProof="0" dirty="0">
              <a:ln>
                <a:noFill/>
              </a:ln>
              <a:solidFill>
                <a:schemeClr val="tx1"/>
              </a:solidFill>
              <a:effectLst/>
              <a:highlight>
                <a:srgbClr val="99FF33"/>
              </a:highligh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tabLst>
                <a:tab pos="655320" algn="l"/>
                <a:tab pos="1312545" algn="l"/>
                <a:tab pos="1969770" algn="l"/>
                <a:tab pos="2625725" algn="l"/>
                <a:tab pos="3282950" algn="l"/>
                <a:tab pos="3940175" algn="l"/>
                <a:tab pos="4595495" algn="l"/>
                <a:tab pos="5252720" algn="l"/>
                <a:tab pos="5909945" algn="l"/>
                <a:tab pos="6565900" algn="l"/>
                <a:tab pos="7223125" algn="l"/>
                <a:tab pos="7880350" algn="l"/>
              </a:tabLst>
              <a:defRPr/>
            </a:pPr>
            <a:r>
              <a:rPr kumimoji="0" lang="en-US" altLang="en-US" sz="2400" b="0" i="0" u="none" strike="noStrike" kern="1200" cap="none" spc="0" normalizeH="0" baseline="0" noProof="0" dirty="0">
                <a:ln>
                  <a:noFill/>
                </a:ln>
                <a:solidFill>
                  <a:schemeClr val="tx1"/>
                </a:solidFill>
                <a:effectLst/>
                <a:highlight>
                  <a:srgbClr val="99FF33"/>
                </a:highlight>
                <a:uLnTx/>
                <a:uFillTx/>
                <a:latin typeface="Times New Roman" panose="02020603050405020304" pitchFamily="18" charset="0"/>
                <a:ea typeface="+mn-ea"/>
                <a:cs typeface="Times New Roman" panose="02020603050405020304" pitchFamily="18" charset="0"/>
              </a:rPr>
              <a:t>echo "Today is " . date("Y/m/d") . "&lt;</a:t>
            </a:r>
            <a:r>
              <a:rPr kumimoji="0" lang="en-US" altLang="en-US" sz="2400" b="0" i="0" u="none" strike="noStrike" kern="1200" cap="none" spc="0" normalizeH="0" baseline="0" noProof="0" dirty="0" err="1">
                <a:ln>
                  <a:noFill/>
                </a:ln>
                <a:solidFill>
                  <a:schemeClr val="tx1"/>
                </a:solidFill>
                <a:effectLst/>
                <a:highlight>
                  <a:srgbClr val="99FF33"/>
                </a:highlight>
                <a:uLnTx/>
                <a:uFillTx/>
                <a:latin typeface="Times New Roman" panose="02020603050405020304" pitchFamily="18" charset="0"/>
                <a:ea typeface="+mn-ea"/>
                <a:cs typeface="Times New Roman" panose="02020603050405020304" pitchFamily="18" charset="0"/>
              </a:rPr>
              <a:t>br</a:t>
            </a:r>
            <a:r>
              <a:rPr kumimoji="0" lang="en-US" altLang="en-US" sz="2400" b="0" i="0" u="none" strike="noStrike" kern="1200" cap="none" spc="0" normalizeH="0" baseline="0" noProof="0" dirty="0">
                <a:ln>
                  <a:noFill/>
                </a:ln>
                <a:solidFill>
                  <a:schemeClr val="tx1"/>
                </a:solidFill>
                <a:effectLst/>
                <a:highlight>
                  <a:srgbClr val="99FF33"/>
                </a:highlight>
                <a:uLnTx/>
                <a:uFillTx/>
                <a:latin typeface="Times New Roman" panose="02020603050405020304" pitchFamily="18" charset="0"/>
                <a:ea typeface="+mn-ea"/>
                <a:cs typeface="Times New Roman" panose="02020603050405020304" pitchFamily="18" charset="0"/>
              </a:rPr>
              <a:t>&gt;"</a:t>
            </a:r>
            <a:r>
              <a:rPr kumimoji="0" lang="en-US"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O/P= </a:t>
            </a:r>
            <a:endParaRPr kumimoji="0" lang="en-US" altLang="en-US" sz="2400" b="0" i="0" u="none" strike="noStrike" kern="1200" cap="none" spc="0" normalizeH="0" baseline="0" noProof="0" dirty="0">
              <a:ln>
                <a:noFill/>
              </a:ln>
              <a:solidFill>
                <a:schemeClr val="tx1"/>
              </a:solidFill>
              <a:effectLst/>
              <a:highlight>
                <a:srgbClr val="99FF33"/>
              </a:highligh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tabLst>
                <a:tab pos="655320" algn="l"/>
                <a:tab pos="1312545" algn="l"/>
                <a:tab pos="1969770" algn="l"/>
                <a:tab pos="2625725" algn="l"/>
                <a:tab pos="3282950" algn="l"/>
                <a:tab pos="3940175" algn="l"/>
                <a:tab pos="4595495" algn="l"/>
                <a:tab pos="5252720" algn="l"/>
                <a:tab pos="5909945" algn="l"/>
                <a:tab pos="6565900" algn="l"/>
                <a:tab pos="7223125" algn="l"/>
                <a:tab pos="7880350" algn="l"/>
              </a:tabLst>
              <a:defRPr/>
            </a:pPr>
            <a:r>
              <a:rPr kumimoji="0" lang="en-US" altLang="en-US" sz="2400" b="0" i="0" u="none" strike="noStrike" kern="1200" cap="none" spc="0" normalizeH="0" baseline="0" noProof="0" dirty="0">
                <a:ln>
                  <a:noFill/>
                </a:ln>
                <a:solidFill>
                  <a:schemeClr val="tx1"/>
                </a:solidFill>
                <a:effectLst/>
                <a:highlight>
                  <a:srgbClr val="99FF33"/>
                </a:highlight>
                <a:uLnTx/>
                <a:uFillTx/>
                <a:latin typeface="Times New Roman" panose="02020603050405020304" pitchFamily="18" charset="0"/>
                <a:ea typeface="+mn-ea"/>
                <a:cs typeface="Times New Roman" panose="02020603050405020304" pitchFamily="18" charset="0"/>
              </a:rPr>
              <a:t>echo "Today is " . date("</a:t>
            </a:r>
            <a:r>
              <a:rPr kumimoji="0" lang="en-US" altLang="en-US" sz="2400" b="0" i="0" u="none" strike="noStrike" kern="1200" cap="none" spc="0" normalizeH="0" baseline="0" noProof="0" dirty="0" err="1">
                <a:ln>
                  <a:noFill/>
                </a:ln>
                <a:solidFill>
                  <a:schemeClr val="tx1"/>
                </a:solidFill>
                <a:effectLst/>
                <a:highlight>
                  <a:srgbClr val="99FF33"/>
                </a:highlight>
                <a:uLnTx/>
                <a:uFillTx/>
                <a:latin typeface="Times New Roman" panose="02020603050405020304" pitchFamily="18" charset="0"/>
                <a:ea typeface="+mn-ea"/>
                <a:cs typeface="Times New Roman" panose="02020603050405020304" pitchFamily="18" charset="0"/>
              </a:rPr>
              <a:t>Y.m.d</a:t>
            </a:r>
            <a:r>
              <a:rPr kumimoji="0" lang="en-US" altLang="en-US" sz="2400" b="0" i="0" u="none" strike="noStrike" kern="1200" cap="none" spc="0" normalizeH="0" baseline="0" noProof="0" dirty="0">
                <a:ln>
                  <a:noFill/>
                </a:ln>
                <a:solidFill>
                  <a:schemeClr val="tx1"/>
                </a:solidFill>
                <a:effectLst/>
                <a:highlight>
                  <a:srgbClr val="99FF33"/>
                </a:highlight>
                <a:uLnTx/>
                <a:uFillTx/>
                <a:latin typeface="Times New Roman" panose="02020603050405020304" pitchFamily="18" charset="0"/>
                <a:ea typeface="+mn-ea"/>
                <a:cs typeface="Times New Roman" panose="02020603050405020304" pitchFamily="18" charset="0"/>
              </a:rPr>
              <a:t>") . "&lt;</a:t>
            </a:r>
            <a:r>
              <a:rPr kumimoji="0" lang="en-US" altLang="en-US" sz="2400" b="0" i="0" u="none" strike="noStrike" kern="1200" cap="none" spc="0" normalizeH="0" baseline="0" noProof="0" dirty="0" err="1">
                <a:ln>
                  <a:noFill/>
                </a:ln>
                <a:solidFill>
                  <a:schemeClr val="tx1"/>
                </a:solidFill>
                <a:effectLst/>
                <a:highlight>
                  <a:srgbClr val="99FF33"/>
                </a:highlight>
                <a:uLnTx/>
                <a:uFillTx/>
                <a:latin typeface="Times New Roman" panose="02020603050405020304" pitchFamily="18" charset="0"/>
                <a:ea typeface="+mn-ea"/>
                <a:cs typeface="Times New Roman" panose="02020603050405020304" pitchFamily="18" charset="0"/>
              </a:rPr>
              <a:t>br</a:t>
            </a:r>
            <a:r>
              <a:rPr kumimoji="0" lang="en-US" altLang="en-US" sz="2400" b="0" i="0" u="none" strike="noStrike" kern="1200" cap="none" spc="0" normalizeH="0" baseline="0" noProof="0" dirty="0">
                <a:ln>
                  <a:noFill/>
                </a:ln>
                <a:solidFill>
                  <a:schemeClr val="tx1"/>
                </a:solidFill>
                <a:effectLst/>
                <a:highlight>
                  <a:srgbClr val="99FF33"/>
                </a:highlight>
                <a:uLnTx/>
                <a:uFillTx/>
                <a:latin typeface="Times New Roman" panose="02020603050405020304" pitchFamily="18" charset="0"/>
                <a:ea typeface="+mn-ea"/>
                <a:cs typeface="Times New Roman" panose="02020603050405020304" pitchFamily="18" charset="0"/>
              </a:rPr>
              <a:t>&gt;";</a:t>
            </a: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tabLst>
                <a:tab pos="655320" algn="l"/>
                <a:tab pos="1312545" algn="l"/>
                <a:tab pos="1969770" algn="l"/>
                <a:tab pos="2625725" algn="l"/>
                <a:tab pos="3282950" algn="l"/>
                <a:tab pos="3940175" algn="l"/>
                <a:tab pos="4595495" algn="l"/>
                <a:tab pos="5252720" algn="l"/>
                <a:tab pos="5909945" algn="l"/>
                <a:tab pos="6565900" algn="l"/>
                <a:tab pos="7223125" algn="l"/>
                <a:tab pos="7880350" algn="l"/>
              </a:tabLst>
              <a:defRPr/>
            </a:pPr>
            <a:r>
              <a:rPr kumimoji="0" lang="en-US" altLang="en-US" sz="2400" b="0" i="0" u="none" strike="noStrike" kern="1200" cap="none" spc="0" normalizeH="0" baseline="0" noProof="0" dirty="0">
                <a:ln>
                  <a:noFill/>
                </a:ln>
                <a:solidFill>
                  <a:schemeClr val="tx1"/>
                </a:solidFill>
                <a:effectLst/>
                <a:highlight>
                  <a:srgbClr val="99FF33"/>
                </a:highlight>
                <a:uLnTx/>
                <a:uFillTx/>
                <a:latin typeface="Times New Roman" panose="02020603050405020304" pitchFamily="18" charset="0"/>
                <a:ea typeface="+mn-ea"/>
                <a:cs typeface="Times New Roman" panose="02020603050405020304" pitchFamily="18" charset="0"/>
              </a:rPr>
              <a:t>echo "Today is " . date("Y-m-d") . "&lt;</a:t>
            </a:r>
            <a:r>
              <a:rPr kumimoji="0" lang="en-US" altLang="en-US" sz="2400" b="0" i="0" u="none" strike="noStrike" kern="1200" cap="none" spc="0" normalizeH="0" baseline="0" noProof="0" dirty="0" err="1">
                <a:ln>
                  <a:noFill/>
                </a:ln>
                <a:solidFill>
                  <a:schemeClr val="tx1"/>
                </a:solidFill>
                <a:effectLst/>
                <a:highlight>
                  <a:srgbClr val="99FF33"/>
                </a:highlight>
                <a:uLnTx/>
                <a:uFillTx/>
                <a:latin typeface="Times New Roman" panose="02020603050405020304" pitchFamily="18" charset="0"/>
                <a:ea typeface="+mn-ea"/>
                <a:cs typeface="Times New Roman" panose="02020603050405020304" pitchFamily="18" charset="0"/>
              </a:rPr>
              <a:t>br</a:t>
            </a:r>
            <a:r>
              <a:rPr kumimoji="0" lang="en-US" altLang="en-US" sz="2400" b="0" i="0" u="none" strike="noStrike" kern="1200" cap="none" spc="0" normalizeH="0" baseline="0" noProof="0" dirty="0">
                <a:ln>
                  <a:noFill/>
                </a:ln>
                <a:solidFill>
                  <a:schemeClr val="tx1"/>
                </a:solidFill>
                <a:effectLst/>
                <a:highlight>
                  <a:srgbClr val="99FF33"/>
                </a:highlight>
                <a:uLnTx/>
                <a:uFillTx/>
                <a:latin typeface="Times New Roman" panose="02020603050405020304" pitchFamily="18" charset="0"/>
                <a:ea typeface="+mn-ea"/>
                <a:cs typeface="Times New Roman" panose="02020603050405020304" pitchFamily="18" charset="0"/>
              </a:rPr>
              <a:t>&gt;";</a:t>
            </a: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tabLst>
                <a:tab pos="655320" algn="l"/>
                <a:tab pos="1312545" algn="l"/>
                <a:tab pos="1969770" algn="l"/>
                <a:tab pos="2625725" algn="l"/>
                <a:tab pos="3282950" algn="l"/>
                <a:tab pos="3940175" algn="l"/>
                <a:tab pos="4595495" algn="l"/>
                <a:tab pos="5252720" algn="l"/>
                <a:tab pos="5909945" algn="l"/>
                <a:tab pos="6565900" algn="l"/>
                <a:tab pos="7223125" algn="l"/>
                <a:tab pos="7880350" algn="l"/>
              </a:tabLst>
              <a:defRPr/>
            </a:pPr>
            <a:r>
              <a:rPr kumimoji="0" lang="en-US" altLang="en-US" sz="2400" b="0" i="0" u="none" strike="noStrike" kern="1200" cap="none" spc="0" normalizeH="0" baseline="0" noProof="0" dirty="0">
                <a:ln>
                  <a:noFill/>
                </a:ln>
                <a:solidFill>
                  <a:schemeClr val="tx1"/>
                </a:solidFill>
                <a:effectLst/>
                <a:highlight>
                  <a:srgbClr val="99FF33"/>
                </a:highlight>
                <a:uLnTx/>
                <a:uFillTx/>
                <a:latin typeface="Times New Roman" panose="02020603050405020304" pitchFamily="18" charset="0"/>
                <a:ea typeface="+mn-ea"/>
                <a:cs typeface="Times New Roman" panose="02020603050405020304" pitchFamily="18" charset="0"/>
              </a:rPr>
              <a:t>echo "Today is " . date("l");</a:t>
            </a:r>
          </a:p>
          <a:p>
            <a:pPr marL="0" marR="0" lvl="0" indent="0" algn="l" defTabSz="914400" rtl="0" eaLnBrk="0" fontAlgn="base" latinLnBrk="0" hangingPunct="0">
              <a:lnSpc>
                <a:spcPct val="100000"/>
              </a:lnSpc>
              <a:spcBef>
                <a:spcPct val="20000"/>
              </a:spcBef>
              <a:spcAft>
                <a:spcPct val="0"/>
              </a:spcAft>
              <a:buClr>
                <a:srgbClr val="640064"/>
              </a:buClr>
              <a:buSzPct val="75000"/>
              <a:buFont typeface="Wingdings" panose="05000000000000000000" pitchFamily="2" charset="2"/>
              <a:buNone/>
              <a:tabLst>
                <a:tab pos="655320" algn="l"/>
                <a:tab pos="1312545" algn="l"/>
                <a:tab pos="1969770" algn="l"/>
                <a:tab pos="2625725" algn="l"/>
                <a:tab pos="3282950" algn="l"/>
                <a:tab pos="3940175" algn="l"/>
                <a:tab pos="4595495" algn="l"/>
                <a:tab pos="5252720" algn="l"/>
                <a:tab pos="5909945" algn="l"/>
                <a:tab pos="6565900" algn="l"/>
                <a:tab pos="7223125" algn="l"/>
                <a:tab pos="7880350" algn="l"/>
              </a:tabLst>
              <a:defRPr/>
            </a:pPr>
            <a:r>
              <a:rPr kumimoji="0" lang="en-US" altLang="en-US" sz="2400" b="0" i="0" u="none" strike="noStrike" kern="1200" cap="none" spc="0" normalizeH="0" baseline="0" noProof="0" dirty="0">
                <a:ln>
                  <a:noFill/>
                </a:ln>
                <a:solidFill>
                  <a:schemeClr val="tx1"/>
                </a:solidFill>
                <a:effectLst/>
                <a:highlight>
                  <a:srgbClr val="99FF33"/>
                </a:highlight>
                <a:uLnTx/>
                <a:uFillTx/>
                <a:latin typeface="Times New Roman" panose="02020603050405020304" pitchFamily="18" charset="0"/>
                <a:ea typeface="+mn-ea"/>
                <a:cs typeface="Times New Roman" panose="02020603050405020304" pitchFamily="18" charset="0"/>
              </a:rPr>
              <a:t>?&gt;</a:t>
            </a:r>
            <a:endParaRPr kumimoji="0" lang="en-GB" altLang="en-US" sz="2400" b="0" i="0" u="none" strike="noStrike" kern="1200" cap="none" spc="0" normalizeH="0" baseline="0" noProof="0" dirty="0">
              <a:ln>
                <a:noFill/>
              </a:ln>
              <a:solidFill>
                <a:schemeClr val="tx1"/>
              </a:solidFill>
              <a:effectLst/>
              <a:highlight>
                <a:srgbClr val="99FF33"/>
              </a:highlight>
              <a:uLnTx/>
              <a:uFillTx/>
              <a:latin typeface="Times New Roman" panose="02020603050405020304" pitchFamily="18" charset="0"/>
              <a:ea typeface="+mn-ea"/>
              <a:cs typeface="Times New Roman" panose="02020603050405020304" pitchFamily="18" charset="0"/>
            </a:endParaRPr>
          </a:p>
        </p:txBody>
      </p:sp>
      <p:cxnSp>
        <p:nvCxnSpPr>
          <p:cNvPr id="36868" name="Straight Connector 2"/>
          <p:cNvCxnSpPr/>
          <p:nvPr/>
        </p:nvCxnSpPr>
        <p:spPr>
          <a:xfrm>
            <a:off x="0" y="2276475"/>
            <a:ext cx="9274175" cy="0"/>
          </a:xfrm>
          <a:prstGeom prst="line">
            <a:avLst/>
          </a:prstGeom>
          <a:ln w="12700" cap="flat" cmpd="sng">
            <a:solidFill>
              <a:schemeClr val="tx1"/>
            </a:solidFill>
            <a:prstDash val="solid"/>
            <a:headEnd type="none" w="sm" len="sm"/>
            <a:tailEnd type="none" w="sm" len="sm"/>
          </a:ln>
        </p:spPr>
      </p:cxnSp>
      <p:sp>
        <p:nvSpPr>
          <p:cNvPr id="2" name="Text Box 1"/>
          <p:cNvSpPr txBox="1"/>
          <p:nvPr/>
        </p:nvSpPr>
        <p:spPr>
          <a:xfrm>
            <a:off x="6759576" y="4110355"/>
            <a:ext cx="2874417" cy="2474595"/>
          </a:xfrm>
          <a:prstGeom prst="rect">
            <a:avLst/>
          </a:prstGeom>
          <a:noFill/>
        </p:spPr>
        <p:txBody>
          <a:bodyPr wrap="square" rtlCol="0">
            <a:noAutofit/>
          </a:bodyPr>
          <a:lstStyle/>
          <a:p>
            <a:r>
              <a:rPr lang="en-US" dirty="0"/>
              <a:t>Today is 2025/09/25</a:t>
            </a:r>
          </a:p>
          <a:p>
            <a:endParaRPr lang="en-US" dirty="0"/>
          </a:p>
          <a:p>
            <a:r>
              <a:rPr lang="en-US" dirty="0"/>
              <a:t>Today is 2025.09.25</a:t>
            </a:r>
          </a:p>
          <a:p>
            <a:endParaRPr lang="en-US" dirty="0"/>
          </a:p>
          <a:p>
            <a:r>
              <a:rPr lang="en-US" dirty="0"/>
              <a:t>Today is 2025-09-25</a:t>
            </a:r>
          </a:p>
          <a:p>
            <a:endParaRPr lang="en-US" dirty="0"/>
          </a:p>
          <a:p>
            <a:r>
              <a:rPr lang="en-US" dirty="0"/>
              <a:t>Today is Thursday</a:t>
            </a:r>
          </a:p>
        </p:txBody>
      </p:sp>
      <p:sp>
        <p:nvSpPr>
          <p:cNvPr id="4" name="Slide Number Placeholder 3">
            <a:extLst>
              <a:ext uri="{FF2B5EF4-FFF2-40B4-BE49-F238E27FC236}">
                <a16:creationId xmlns:a16="http://schemas.microsoft.com/office/drawing/2014/main" xmlns="" id="{2FD6C582-C90B-60C9-CC32-7577F9314B7F}"/>
              </a:ext>
            </a:extLst>
          </p:cNvPr>
          <p:cNvSpPr>
            <a:spLocks noGrp="1"/>
          </p:cNvSpPr>
          <p:nvPr>
            <p:ph type="sldNum" idx="4"/>
          </p:nvPr>
        </p:nvSpPr>
        <p:spPr/>
        <p:txBody>
          <a:bodyPr/>
          <a:lstStyle/>
          <a:p>
            <a:pPr algn="r">
              <a:buNone/>
            </a:pPr>
            <a:fld id="{9A0DB2DC-4C9A-4742-B13C-FB6460FD3503}" type="slidenum">
              <a:rPr lang="en-GB" altLang="en-US" smtClean="0"/>
              <a:pPr algn="r">
                <a:buNone/>
              </a:pPr>
              <a:t>64</a:t>
            </a:fld>
            <a:endParaRPr lang="en-GB" altLang="en-US" dirty="0"/>
          </a:p>
        </p:txBody>
      </p:sp>
    </p:spTree>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700" b="0" i="0">
                <a:solidFill>
                  <a:schemeClr val="tx1"/>
                </a:solidFill>
                <a:latin typeface="Times New Roman" panose="02020603050405020304" pitchFamily="18" charset="0"/>
                <a:cs typeface="Times New Roman" panose="02020603050405020304" pitchFamily="18" charset="0"/>
              </a:rPr>
              <a:t/>
            </a:r>
            <a:br>
              <a:rPr lang="en-US" sz="2700" b="0" i="0">
                <a:solidFill>
                  <a:schemeClr val="tx1"/>
                </a:solidFill>
                <a:latin typeface="Times New Roman" panose="02020603050405020304" pitchFamily="18" charset="0"/>
                <a:cs typeface="Times New Roman" panose="02020603050405020304" pitchFamily="18" charset="0"/>
              </a:rPr>
            </a:br>
            <a:r>
              <a:rPr lang="en-US" sz="2700" b="0" i="0">
                <a:solidFill>
                  <a:schemeClr val="tx1"/>
                </a:solidFill>
                <a:latin typeface="Times New Roman" panose="02020603050405020304" pitchFamily="18" charset="0"/>
                <a:cs typeface="Times New Roman" panose="02020603050405020304" pitchFamily="18" charset="0"/>
              </a:rPr>
              <a:t>&lt;html&gt;</a:t>
            </a:r>
            <a:br>
              <a:rPr lang="en-US" sz="2700" b="0" i="0">
                <a:solidFill>
                  <a:schemeClr val="tx1"/>
                </a:solidFill>
                <a:latin typeface="Times New Roman" panose="02020603050405020304" pitchFamily="18" charset="0"/>
                <a:cs typeface="Times New Roman" panose="02020603050405020304" pitchFamily="18" charset="0"/>
              </a:rPr>
            </a:br>
            <a:r>
              <a:rPr lang="en-US" sz="2700" b="0" i="0">
                <a:solidFill>
                  <a:schemeClr val="tx1"/>
                </a:solidFill>
                <a:latin typeface="Times New Roman" panose="02020603050405020304" pitchFamily="18" charset="0"/>
                <a:cs typeface="Times New Roman" panose="02020603050405020304" pitchFamily="18" charset="0"/>
              </a:rPr>
              <a:t>&lt;body&gt;</a:t>
            </a:r>
            <a:br>
              <a:rPr lang="en-US" sz="2700" b="0" i="0">
                <a:solidFill>
                  <a:schemeClr val="tx1"/>
                </a:solidFill>
                <a:latin typeface="Times New Roman" panose="02020603050405020304" pitchFamily="18" charset="0"/>
                <a:cs typeface="Times New Roman" panose="02020603050405020304" pitchFamily="18" charset="0"/>
              </a:rPr>
            </a:br>
            <a:r>
              <a:rPr lang="en-US" sz="2700" b="0" i="0">
                <a:solidFill>
                  <a:schemeClr val="tx1"/>
                </a:solidFill>
                <a:latin typeface="Times New Roman" panose="02020603050405020304" pitchFamily="18" charset="0"/>
                <a:cs typeface="Times New Roman" panose="02020603050405020304" pitchFamily="18" charset="0"/>
              </a:rPr>
              <a:t>© 2020-&lt;?php echo date("Y");?&gt;</a:t>
            </a:r>
            <a:br>
              <a:rPr lang="en-US" sz="2700" b="0" i="0">
                <a:solidFill>
                  <a:schemeClr val="tx1"/>
                </a:solidFill>
                <a:latin typeface="Times New Roman" panose="02020603050405020304" pitchFamily="18" charset="0"/>
                <a:cs typeface="Times New Roman" panose="02020603050405020304" pitchFamily="18" charset="0"/>
              </a:rPr>
            </a:br>
            <a:r>
              <a:rPr lang="en-US" sz="2700" b="0" i="0">
                <a:solidFill>
                  <a:schemeClr val="tx1"/>
                </a:solidFill>
                <a:latin typeface="Times New Roman" panose="02020603050405020304" pitchFamily="18" charset="0"/>
                <a:cs typeface="Times New Roman" panose="02020603050405020304" pitchFamily="18" charset="0"/>
              </a:rPr>
              <a:t>&lt;/body&gt;                            </a:t>
            </a:r>
            <a:br>
              <a:rPr lang="en-US" sz="2700" b="0" i="0">
                <a:solidFill>
                  <a:schemeClr val="tx1"/>
                </a:solidFill>
                <a:latin typeface="Times New Roman" panose="02020603050405020304" pitchFamily="18" charset="0"/>
                <a:cs typeface="Times New Roman" panose="02020603050405020304" pitchFamily="18" charset="0"/>
              </a:rPr>
            </a:br>
            <a:r>
              <a:rPr lang="en-US" sz="2700" b="0" i="0">
                <a:solidFill>
                  <a:schemeClr val="tx1"/>
                </a:solidFill>
                <a:latin typeface="Times New Roman" panose="02020603050405020304" pitchFamily="18" charset="0"/>
                <a:cs typeface="Times New Roman" panose="02020603050405020304" pitchFamily="18" charset="0"/>
              </a:rPr>
              <a:t>&lt;/html&gt;                               O/P=© 2020-2024</a:t>
            </a:r>
            <a:br>
              <a:rPr lang="en-US" sz="2700" b="0" i="0">
                <a:solidFill>
                  <a:schemeClr val="tx1"/>
                </a:solidFill>
                <a:latin typeface="Times New Roman" panose="02020603050405020304" pitchFamily="18" charset="0"/>
                <a:cs typeface="Times New Roman" panose="02020603050405020304" pitchFamily="18" charset="0"/>
              </a:rPr>
            </a:br>
            <a:r>
              <a:rPr lang="en-US" sz="2700" b="0" i="0">
                <a:solidFill>
                  <a:schemeClr val="tx1"/>
                </a:solidFill>
                <a:latin typeface="Times New Roman" panose="02020603050405020304" pitchFamily="18" charset="0"/>
                <a:cs typeface="Times New Roman" panose="02020603050405020304" pitchFamily="18" charset="0"/>
              </a:rPr>
              <a:t/>
            </a:r>
            <a:br>
              <a:rPr lang="en-US" sz="2700" b="0" i="0">
                <a:solidFill>
                  <a:schemeClr val="tx1"/>
                </a:solidFill>
                <a:latin typeface="Times New Roman" panose="02020603050405020304" pitchFamily="18" charset="0"/>
                <a:cs typeface="Times New Roman" panose="02020603050405020304" pitchFamily="18" charset="0"/>
              </a:rPr>
            </a:br>
            <a:r>
              <a:rPr lang="en-US" sz="2700" b="0" i="0">
                <a:solidFill>
                  <a:schemeClr val="tx1"/>
                </a:solidFill>
                <a:latin typeface="Times New Roman" panose="02020603050405020304" pitchFamily="18" charset="0"/>
                <a:cs typeface="Times New Roman" panose="02020603050405020304" pitchFamily="18" charset="0"/>
              </a:rPr>
              <a:t>&lt;html&gt;</a:t>
            </a:r>
            <a:br>
              <a:rPr lang="en-US" sz="2700" b="0" i="0">
                <a:solidFill>
                  <a:schemeClr val="tx1"/>
                </a:solidFill>
                <a:latin typeface="Times New Roman" panose="02020603050405020304" pitchFamily="18" charset="0"/>
                <a:cs typeface="Times New Roman" panose="02020603050405020304" pitchFamily="18" charset="0"/>
              </a:rPr>
            </a:br>
            <a:r>
              <a:rPr lang="en-US" sz="2700" b="0" i="0">
                <a:solidFill>
                  <a:schemeClr val="tx1"/>
                </a:solidFill>
                <a:latin typeface="Times New Roman" panose="02020603050405020304" pitchFamily="18" charset="0"/>
                <a:cs typeface="Times New Roman" panose="02020603050405020304" pitchFamily="18" charset="0"/>
              </a:rPr>
              <a:t>&lt;body&gt;</a:t>
            </a:r>
            <a:br>
              <a:rPr lang="en-US" sz="2700" b="0" i="0">
                <a:solidFill>
                  <a:schemeClr val="tx1"/>
                </a:solidFill>
                <a:latin typeface="Times New Roman" panose="02020603050405020304" pitchFamily="18" charset="0"/>
                <a:cs typeface="Times New Roman" panose="02020603050405020304" pitchFamily="18" charset="0"/>
              </a:rPr>
            </a:br>
            <a:r>
              <a:rPr lang="en-US" sz="2700" b="0" i="0">
                <a:solidFill>
                  <a:schemeClr val="tx1"/>
                </a:solidFill>
                <a:latin typeface="Times New Roman" panose="02020603050405020304" pitchFamily="18" charset="0"/>
                <a:cs typeface="Times New Roman" panose="02020603050405020304" pitchFamily="18" charset="0"/>
              </a:rPr>
              <a:t>&lt;?php</a:t>
            </a:r>
            <a:br>
              <a:rPr lang="en-US" sz="2700" b="0" i="0">
                <a:solidFill>
                  <a:schemeClr val="tx1"/>
                </a:solidFill>
                <a:latin typeface="Times New Roman" panose="02020603050405020304" pitchFamily="18" charset="0"/>
                <a:cs typeface="Times New Roman" panose="02020603050405020304" pitchFamily="18" charset="0"/>
              </a:rPr>
            </a:br>
            <a:r>
              <a:rPr lang="en-US" sz="2700" b="0" i="0">
                <a:solidFill>
                  <a:schemeClr val="tx1"/>
                </a:solidFill>
                <a:latin typeface="Times New Roman" panose="02020603050405020304" pitchFamily="18" charset="0"/>
                <a:cs typeface="Times New Roman" panose="02020603050405020304" pitchFamily="18" charset="0"/>
              </a:rPr>
              <a:t>echo "The time is " . date("h:i:sa");</a:t>
            </a:r>
            <a:br>
              <a:rPr lang="en-US" sz="2700" b="0" i="0">
                <a:solidFill>
                  <a:schemeClr val="tx1"/>
                </a:solidFill>
                <a:latin typeface="Times New Roman" panose="02020603050405020304" pitchFamily="18" charset="0"/>
                <a:cs typeface="Times New Roman" panose="02020603050405020304" pitchFamily="18" charset="0"/>
              </a:rPr>
            </a:br>
            <a:r>
              <a:rPr lang="en-US" sz="2700" b="0" i="0">
                <a:solidFill>
                  <a:schemeClr val="tx1"/>
                </a:solidFill>
                <a:latin typeface="Times New Roman" panose="02020603050405020304" pitchFamily="18" charset="0"/>
                <a:cs typeface="Times New Roman" panose="02020603050405020304" pitchFamily="18" charset="0"/>
              </a:rPr>
              <a:t>?&gt;</a:t>
            </a:r>
            <a:br>
              <a:rPr lang="en-US" sz="2700" b="0" i="0">
                <a:solidFill>
                  <a:schemeClr val="tx1"/>
                </a:solidFill>
                <a:latin typeface="Times New Roman" panose="02020603050405020304" pitchFamily="18" charset="0"/>
                <a:cs typeface="Times New Roman" panose="02020603050405020304" pitchFamily="18" charset="0"/>
              </a:rPr>
            </a:br>
            <a:r>
              <a:rPr lang="en-US" sz="2700" b="0" i="0">
                <a:solidFill>
                  <a:schemeClr val="tx1"/>
                </a:solidFill>
                <a:latin typeface="Times New Roman" panose="02020603050405020304" pitchFamily="18" charset="0"/>
                <a:cs typeface="Times New Roman" panose="02020603050405020304" pitchFamily="18" charset="0"/>
              </a:rPr>
              <a:t>&lt;/body&gt;</a:t>
            </a:r>
            <a:br>
              <a:rPr lang="en-US" sz="2700" b="0" i="0">
                <a:solidFill>
                  <a:schemeClr val="tx1"/>
                </a:solidFill>
                <a:latin typeface="Times New Roman" panose="02020603050405020304" pitchFamily="18" charset="0"/>
                <a:cs typeface="Times New Roman" panose="02020603050405020304" pitchFamily="18" charset="0"/>
              </a:rPr>
            </a:br>
            <a:r>
              <a:rPr lang="en-US" sz="2700" b="0" i="0">
                <a:solidFill>
                  <a:schemeClr val="tx1"/>
                </a:solidFill>
                <a:latin typeface="Times New Roman" panose="02020603050405020304" pitchFamily="18" charset="0"/>
                <a:cs typeface="Times New Roman" panose="02020603050405020304" pitchFamily="18" charset="0"/>
              </a:rPr>
              <a:t>&lt;/html&gt;                                       O/P  = The time is 11:51:05am</a:t>
            </a:r>
          </a:p>
        </p:txBody>
      </p:sp>
      <p:sp>
        <p:nvSpPr>
          <p:cNvPr id="4" name="Slide Number Placeholder 3">
            <a:extLst>
              <a:ext uri="{FF2B5EF4-FFF2-40B4-BE49-F238E27FC236}">
                <a16:creationId xmlns:a16="http://schemas.microsoft.com/office/drawing/2014/main" xmlns="" id="{0580FD49-AE85-740A-024C-783401968005}"/>
              </a:ext>
            </a:extLst>
          </p:cNvPr>
          <p:cNvSpPr>
            <a:spLocks noGrp="1"/>
          </p:cNvSpPr>
          <p:nvPr>
            <p:ph type="sldNum" idx="4"/>
          </p:nvPr>
        </p:nvSpPr>
        <p:spPr/>
        <p:txBody>
          <a:bodyPr/>
          <a:lstStyle/>
          <a:p>
            <a:pPr algn="r">
              <a:buNone/>
            </a:pPr>
            <a:fld id="{9A0DB2DC-4C9A-4742-B13C-FB6460FD3503}" type="slidenum">
              <a:rPr lang="en-GB" altLang="en-US" smtClean="0"/>
              <a:pPr algn="r">
                <a:buNone/>
              </a:pPr>
              <a:t>65</a:t>
            </a:fld>
            <a:endParaRPr lang="en-GB" alt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b="0" i="0">
                <a:latin typeface="Times New Roman" panose="02020603050405020304" pitchFamily="18" charset="0"/>
                <a:cs typeface="Times New Roman" panose="02020603050405020304" pitchFamily="18" charset="0"/>
              </a:rPr>
              <a:t>1.Demonstrate the need for PHD and PHP features with neat sketch in details. Implement an online quiz application using PHP where the questions and answers are maintained in database.</a:t>
            </a:r>
            <a:br>
              <a:rPr lang="en-US" sz="3000" b="0" i="0">
                <a:latin typeface="Times New Roman" panose="02020603050405020304" pitchFamily="18" charset="0"/>
                <a:cs typeface="Times New Roman" panose="02020603050405020304" pitchFamily="18" charset="0"/>
              </a:rPr>
            </a:br>
            <a:r>
              <a:rPr lang="en-US" sz="3000" b="0" i="0">
                <a:latin typeface="Times New Roman" panose="02020603050405020304" pitchFamily="18" charset="0"/>
                <a:cs typeface="Times New Roman" panose="02020603050405020304" pitchFamily="18" charset="0"/>
              </a:rPr>
              <a:t/>
            </a:r>
            <a:br>
              <a:rPr lang="en-US" sz="3000" b="0" i="0">
                <a:latin typeface="Times New Roman" panose="02020603050405020304" pitchFamily="18" charset="0"/>
                <a:cs typeface="Times New Roman" panose="02020603050405020304" pitchFamily="18" charset="0"/>
              </a:rPr>
            </a:br>
            <a:r>
              <a:rPr lang="en-US" sz="3000" b="0" i="0">
                <a:latin typeface="Times New Roman" panose="02020603050405020304" pitchFamily="18" charset="0"/>
                <a:cs typeface="Times New Roman" panose="02020603050405020304" pitchFamily="18" charset="0"/>
              </a:rPr>
              <a:t>2.Classify the types of Array in PHP with suitable example. Implement an employee details like name, ID, dept, gender and salary using PHP Associative Arrays with output.</a:t>
            </a:r>
            <a:br>
              <a:rPr lang="en-US" sz="3000" b="0" i="0">
                <a:latin typeface="Times New Roman" panose="02020603050405020304" pitchFamily="18" charset="0"/>
                <a:cs typeface="Times New Roman" panose="02020603050405020304" pitchFamily="18" charset="0"/>
              </a:rPr>
            </a:br>
            <a:r>
              <a:rPr lang="en-US" sz="3000" b="0" i="0">
                <a:latin typeface="Times New Roman" panose="02020603050405020304" pitchFamily="18" charset="0"/>
                <a:cs typeface="Times New Roman" panose="02020603050405020304" pitchFamily="18" charset="0"/>
              </a:rPr>
              <a:t/>
            </a:r>
            <a:br>
              <a:rPr lang="en-US" sz="3000" b="0" i="0">
                <a:latin typeface="Times New Roman" panose="02020603050405020304" pitchFamily="18" charset="0"/>
                <a:cs typeface="Times New Roman" panose="02020603050405020304" pitchFamily="18" charset="0"/>
              </a:rPr>
            </a:br>
            <a:r>
              <a:rPr lang="en-US" sz="3000" b="0" i="0">
                <a:latin typeface="Times New Roman" panose="02020603050405020304" pitchFamily="18" charset="0"/>
                <a:cs typeface="Times New Roman" panose="02020603050405020304" pitchFamily="18" charset="0"/>
              </a:rPr>
              <a:t>3.Implement a Library management details to check whether the user return the book correct date or check the fine using PHP functions with output.</a:t>
            </a:r>
            <a:br>
              <a:rPr lang="en-US" sz="3000" b="0" i="0">
                <a:latin typeface="Times New Roman" panose="02020603050405020304" pitchFamily="18" charset="0"/>
                <a:cs typeface="Times New Roman" panose="02020603050405020304" pitchFamily="18" charset="0"/>
              </a:rPr>
            </a:br>
            <a:r>
              <a:rPr lang="en-US" sz="3000" b="0" i="0">
                <a:latin typeface="Times New Roman" panose="02020603050405020304" pitchFamily="18" charset="0"/>
                <a:cs typeface="Times New Roman" panose="02020603050405020304" pitchFamily="18" charset="0"/>
              </a:rPr>
              <a:t/>
            </a:r>
            <a:br>
              <a:rPr lang="en-US" sz="3000" b="0" i="0">
                <a:latin typeface="Times New Roman" panose="02020603050405020304" pitchFamily="18" charset="0"/>
                <a:cs typeface="Times New Roman" panose="02020603050405020304" pitchFamily="18" charset="0"/>
              </a:rPr>
            </a:br>
            <a:endParaRPr lang="en-US" sz="3000" b="0" i="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074A84C3-FF1E-57F5-094A-51E118F16B82}"/>
              </a:ext>
            </a:extLst>
          </p:cNvPr>
          <p:cNvSpPr>
            <a:spLocks noGrp="1"/>
          </p:cNvSpPr>
          <p:nvPr>
            <p:ph type="sldNum" idx="4"/>
          </p:nvPr>
        </p:nvSpPr>
        <p:spPr/>
        <p:txBody>
          <a:bodyPr/>
          <a:lstStyle/>
          <a:p>
            <a:pPr algn="r">
              <a:buNone/>
            </a:pPr>
            <a:fld id="{9A0DB2DC-4C9A-4742-B13C-FB6460FD3503}" type="slidenum">
              <a:rPr lang="en-GB" altLang="en-US" smtClean="0"/>
              <a:pPr algn="r">
                <a:buNone/>
              </a:pPr>
              <a:t>66</a:t>
            </a:fld>
            <a:endParaRPr lang="en-GB"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b="0" i="0">
                <a:latin typeface="Times New Roman" panose="02020603050405020304" pitchFamily="18" charset="0"/>
                <a:cs typeface="Times New Roman" panose="02020603050405020304" pitchFamily="18" charset="0"/>
                <a:sym typeface="+mn-ea"/>
              </a:rPr>
              <a:t>4.Differentiate Get and post method. Implement the event registration using PHP Form Handling operations with Get and post method with suitable output.</a:t>
            </a:r>
            <a:br>
              <a:rPr lang="en-US" sz="3400" b="0" i="0">
                <a:latin typeface="Times New Roman" panose="02020603050405020304" pitchFamily="18" charset="0"/>
                <a:cs typeface="Times New Roman" panose="02020603050405020304" pitchFamily="18" charset="0"/>
                <a:sym typeface="+mn-ea"/>
              </a:rPr>
            </a:br>
            <a:r>
              <a:rPr lang="en-US" sz="3400" b="0" i="0">
                <a:latin typeface="Times New Roman" panose="02020603050405020304" pitchFamily="18" charset="0"/>
                <a:cs typeface="Times New Roman" panose="02020603050405020304" pitchFamily="18" charset="0"/>
                <a:sym typeface="+mn-ea"/>
              </a:rPr>
              <a:t/>
            </a:r>
            <a:br>
              <a:rPr lang="en-US" sz="3400" b="0" i="0">
                <a:latin typeface="Times New Roman" panose="02020603050405020304" pitchFamily="18" charset="0"/>
                <a:cs typeface="Times New Roman" panose="02020603050405020304" pitchFamily="18" charset="0"/>
                <a:sym typeface="+mn-ea"/>
              </a:rPr>
            </a:br>
            <a:r>
              <a:rPr lang="en-US" sz="3400" b="0" i="0">
                <a:latin typeface="Times New Roman" panose="02020603050405020304" pitchFamily="18" charset="0"/>
                <a:cs typeface="Times New Roman" panose="02020603050405020304" pitchFamily="18" charset="0"/>
                <a:sym typeface="+mn-ea"/>
              </a:rPr>
              <a:t>5.Describe the file handling functions and file modes in details. Implement the PHP File handling operations like file open, read, write and close with output.</a:t>
            </a:r>
            <a:br>
              <a:rPr lang="en-US" sz="3400" b="0" i="0">
                <a:latin typeface="Times New Roman" panose="02020603050405020304" pitchFamily="18" charset="0"/>
                <a:cs typeface="Times New Roman" panose="02020603050405020304" pitchFamily="18" charset="0"/>
                <a:sym typeface="+mn-ea"/>
              </a:rPr>
            </a:br>
            <a:r>
              <a:rPr lang="en-US" sz="3400" b="0" i="0">
                <a:latin typeface="Times New Roman" panose="02020603050405020304" pitchFamily="18" charset="0"/>
                <a:cs typeface="Times New Roman" panose="02020603050405020304" pitchFamily="18" charset="0"/>
                <a:sym typeface="+mn-ea"/>
              </a:rPr>
              <a:t/>
            </a:r>
            <a:br>
              <a:rPr lang="en-US" sz="3400" b="0" i="0">
                <a:latin typeface="Times New Roman" panose="02020603050405020304" pitchFamily="18" charset="0"/>
                <a:cs typeface="Times New Roman" panose="02020603050405020304" pitchFamily="18" charset="0"/>
                <a:sym typeface="+mn-ea"/>
              </a:rPr>
            </a:br>
            <a:r>
              <a:rPr lang="en-US" sz="3400" b="0" i="0">
                <a:latin typeface="Times New Roman" panose="02020603050405020304" pitchFamily="18" charset="0"/>
                <a:cs typeface="Times New Roman" panose="02020603050405020304" pitchFamily="18" charset="0"/>
                <a:sym typeface="+mn-ea"/>
              </a:rPr>
              <a:t>6.Identify the need for Date and Time in PHP with suitable example.</a:t>
            </a:r>
            <a:br>
              <a:rPr lang="en-US" sz="3400" b="0" i="0">
                <a:latin typeface="Times New Roman" panose="02020603050405020304" pitchFamily="18" charset="0"/>
                <a:cs typeface="Times New Roman" panose="02020603050405020304" pitchFamily="18" charset="0"/>
                <a:sym typeface="+mn-ea"/>
              </a:rPr>
            </a:br>
            <a:endParaRPr lang="en-US" sz="3400" b="0" i="0"/>
          </a:p>
        </p:txBody>
      </p:sp>
      <p:sp>
        <p:nvSpPr>
          <p:cNvPr id="4" name="Slide Number Placeholder 3">
            <a:extLst>
              <a:ext uri="{FF2B5EF4-FFF2-40B4-BE49-F238E27FC236}">
                <a16:creationId xmlns:a16="http://schemas.microsoft.com/office/drawing/2014/main" xmlns="" id="{187A0CE4-12AE-AE27-BF00-2132DEDAFB81}"/>
              </a:ext>
            </a:extLst>
          </p:cNvPr>
          <p:cNvSpPr>
            <a:spLocks noGrp="1"/>
          </p:cNvSpPr>
          <p:nvPr>
            <p:ph type="sldNum" idx="4"/>
          </p:nvPr>
        </p:nvSpPr>
        <p:spPr/>
        <p:txBody>
          <a:bodyPr/>
          <a:lstStyle/>
          <a:p>
            <a:pPr algn="r">
              <a:buNone/>
            </a:pPr>
            <a:fld id="{9A0DB2DC-4C9A-4742-B13C-FB6460FD3503}" type="slidenum">
              <a:rPr lang="en-GB" altLang="en-US" smtClean="0"/>
              <a:pPr algn="r">
                <a:buNone/>
              </a:pPr>
              <a:t>67</a:t>
            </a:fld>
            <a:endParaRPr lang="en-GB"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i="0">
                <a:latin typeface="Times New Roman" panose="02020603050405020304" pitchFamily="18" charset="0"/>
                <a:cs typeface="Times New Roman" panose="02020603050405020304" pitchFamily="18" charset="0"/>
              </a:rPr>
              <a:t>PHP MySQL Database</a:t>
            </a:r>
            <a:r>
              <a:rPr lang="en-US" sz="2600" b="0" i="0">
                <a:latin typeface="Times New Roman" panose="02020603050405020304" pitchFamily="18" charset="0"/>
                <a:cs typeface="Times New Roman" panose="02020603050405020304" pitchFamily="18" charset="0"/>
              </a:rPr>
              <a:t/>
            </a:r>
            <a:br>
              <a:rPr lang="en-US" sz="2600" b="0" i="0">
                <a:latin typeface="Times New Roman" panose="02020603050405020304" pitchFamily="18" charset="0"/>
                <a:cs typeface="Times New Roman" panose="02020603050405020304" pitchFamily="18" charset="0"/>
              </a:rPr>
            </a:br>
            <a:r>
              <a:rPr lang="en-US" sz="2600" b="0" i="0">
                <a:latin typeface="Times New Roman" panose="02020603050405020304" pitchFamily="18" charset="0"/>
                <a:cs typeface="Times New Roman" panose="02020603050405020304" pitchFamily="18" charset="0"/>
              </a:rPr>
              <a:t/>
            </a:r>
            <a:br>
              <a:rPr lang="en-US" sz="2600" b="0" i="0">
                <a:latin typeface="Times New Roman" panose="02020603050405020304" pitchFamily="18" charset="0"/>
                <a:cs typeface="Times New Roman" panose="02020603050405020304" pitchFamily="18" charset="0"/>
              </a:rPr>
            </a:br>
            <a:r>
              <a:rPr lang="en-US" sz="2600" b="0" i="0">
                <a:latin typeface="Times New Roman" panose="02020603050405020304" pitchFamily="18" charset="0"/>
                <a:cs typeface="Times New Roman" panose="02020603050405020304" pitchFamily="18" charset="0"/>
              </a:rPr>
              <a:t>• With PHP, you can connect to and manipulate databases.</a:t>
            </a:r>
            <a:br>
              <a:rPr lang="en-US" sz="2600" b="0" i="0">
                <a:latin typeface="Times New Roman" panose="02020603050405020304" pitchFamily="18" charset="0"/>
                <a:cs typeface="Times New Roman" panose="02020603050405020304" pitchFamily="18" charset="0"/>
              </a:rPr>
            </a:br>
            <a:r>
              <a:rPr lang="en-US" sz="2600" b="0" i="0">
                <a:latin typeface="Times New Roman" panose="02020603050405020304" pitchFamily="18" charset="0"/>
                <a:cs typeface="Times New Roman" panose="02020603050405020304" pitchFamily="18" charset="0"/>
              </a:rPr>
              <a:t>• MySQL is the most popular database system used with PHP.</a:t>
            </a:r>
            <a:br>
              <a:rPr lang="en-US" sz="2600" b="0" i="0">
                <a:latin typeface="Times New Roman" panose="02020603050405020304" pitchFamily="18" charset="0"/>
                <a:cs typeface="Times New Roman" panose="02020603050405020304" pitchFamily="18" charset="0"/>
              </a:rPr>
            </a:br>
            <a:r>
              <a:rPr lang="en-US" sz="2600" b="0" i="0">
                <a:latin typeface="Times New Roman" panose="02020603050405020304" pitchFamily="18" charset="0"/>
                <a:cs typeface="Times New Roman" panose="02020603050405020304" pitchFamily="18" charset="0"/>
              </a:rPr>
              <a:t/>
            </a:r>
            <a:br>
              <a:rPr lang="en-US" sz="2600" b="0" i="0">
                <a:latin typeface="Times New Roman" panose="02020603050405020304" pitchFamily="18" charset="0"/>
                <a:cs typeface="Times New Roman" panose="02020603050405020304" pitchFamily="18" charset="0"/>
              </a:rPr>
            </a:br>
            <a:r>
              <a:rPr lang="en-US" sz="2600" b="0" i="0">
                <a:highlight>
                  <a:srgbClr val="FFFF00"/>
                </a:highlight>
                <a:latin typeface="Times New Roman" panose="02020603050405020304" pitchFamily="18" charset="0"/>
                <a:cs typeface="Times New Roman" panose="02020603050405020304" pitchFamily="18" charset="0"/>
              </a:rPr>
              <a:t>What is MySQL?</a:t>
            </a:r>
            <a:r>
              <a:rPr lang="en-US" sz="2600" b="0" i="0">
                <a:latin typeface="Times New Roman" panose="02020603050405020304" pitchFamily="18" charset="0"/>
                <a:cs typeface="Times New Roman" panose="02020603050405020304" pitchFamily="18" charset="0"/>
              </a:rPr>
              <a:t/>
            </a:r>
            <a:br>
              <a:rPr lang="en-US" sz="2600" b="0" i="0">
                <a:latin typeface="Times New Roman" panose="02020603050405020304" pitchFamily="18" charset="0"/>
                <a:cs typeface="Times New Roman" panose="02020603050405020304" pitchFamily="18" charset="0"/>
              </a:rPr>
            </a:br>
            <a:r>
              <a:rPr lang="en-US" sz="2600" b="0" i="0">
                <a:latin typeface="Times New Roman" panose="02020603050405020304" pitchFamily="18" charset="0"/>
                <a:cs typeface="Times New Roman" panose="02020603050405020304" pitchFamily="18" charset="0"/>
              </a:rPr>
              <a:t>• MySQL is a database system used on the web</a:t>
            </a:r>
            <a:br>
              <a:rPr lang="en-US" sz="2600" b="0" i="0">
                <a:latin typeface="Times New Roman" panose="02020603050405020304" pitchFamily="18" charset="0"/>
                <a:cs typeface="Times New Roman" panose="02020603050405020304" pitchFamily="18" charset="0"/>
              </a:rPr>
            </a:br>
            <a:r>
              <a:rPr lang="en-US" sz="2600" b="0" i="0">
                <a:latin typeface="Times New Roman" panose="02020603050405020304" pitchFamily="18" charset="0"/>
                <a:cs typeface="Times New Roman" panose="02020603050405020304" pitchFamily="18" charset="0"/>
              </a:rPr>
              <a:t>• MySQL is a database system that runs on a server</a:t>
            </a:r>
            <a:br>
              <a:rPr lang="en-US" sz="2600" b="0" i="0">
                <a:latin typeface="Times New Roman" panose="02020603050405020304" pitchFamily="18" charset="0"/>
                <a:cs typeface="Times New Roman" panose="02020603050405020304" pitchFamily="18" charset="0"/>
              </a:rPr>
            </a:br>
            <a:r>
              <a:rPr lang="en-US" sz="2600" b="0" i="0">
                <a:latin typeface="Times New Roman" panose="02020603050405020304" pitchFamily="18" charset="0"/>
                <a:cs typeface="Times New Roman" panose="02020603050405020304" pitchFamily="18" charset="0"/>
              </a:rPr>
              <a:t>• MySQL is ideal for both small and large applications</a:t>
            </a:r>
            <a:br>
              <a:rPr lang="en-US" sz="2600" b="0" i="0">
                <a:latin typeface="Times New Roman" panose="02020603050405020304" pitchFamily="18" charset="0"/>
                <a:cs typeface="Times New Roman" panose="02020603050405020304" pitchFamily="18" charset="0"/>
              </a:rPr>
            </a:br>
            <a:r>
              <a:rPr lang="en-US" sz="2600" b="0" i="0">
                <a:latin typeface="Times New Roman" panose="02020603050405020304" pitchFamily="18" charset="0"/>
                <a:cs typeface="Times New Roman" panose="02020603050405020304" pitchFamily="18" charset="0"/>
              </a:rPr>
              <a:t>• MySQL is very fast, reliable, and easy to use</a:t>
            </a:r>
            <a:br>
              <a:rPr lang="en-US" sz="2600" b="0" i="0">
                <a:latin typeface="Times New Roman" panose="02020603050405020304" pitchFamily="18" charset="0"/>
                <a:cs typeface="Times New Roman" panose="02020603050405020304" pitchFamily="18" charset="0"/>
              </a:rPr>
            </a:br>
            <a:r>
              <a:rPr lang="en-US" sz="2600" b="0" i="0">
                <a:latin typeface="Times New Roman" panose="02020603050405020304" pitchFamily="18" charset="0"/>
                <a:cs typeface="Times New Roman" panose="02020603050405020304" pitchFamily="18" charset="0"/>
              </a:rPr>
              <a:t>• MySQL uses standard SQL</a:t>
            </a:r>
            <a:br>
              <a:rPr lang="en-US" sz="2600" b="0" i="0">
                <a:latin typeface="Times New Roman" panose="02020603050405020304" pitchFamily="18" charset="0"/>
                <a:cs typeface="Times New Roman" panose="02020603050405020304" pitchFamily="18" charset="0"/>
              </a:rPr>
            </a:br>
            <a:r>
              <a:rPr lang="en-US" sz="2600" b="0" i="0">
                <a:latin typeface="Times New Roman" panose="02020603050405020304" pitchFamily="18" charset="0"/>
                <a:cs typeface="Times New Roman" panose="02020603050405020304" pitchFamily="18" charset="0"/>
              </a:rPr>
              <a:t>• MySQL compiles on a number of platforms</a:t>
            </a:r>
            <a:br>
              <a:rPr lang="en-US" sz="2600" b="0" i="0">
                <a:latin typeface="Times New Roman" panose="02020603050405020304" pitchFamily="18" charset="0"/>
                <a:cs typeface="Times New Roman" panose="02020603050405020304" pitchFamily="18" charset="0"/>
              </a:rPr>
            </a:br>
            <a:r>
              <a:rPr lang="en-US" sz="2600" b="0" i="0">
                <a:latin typeface="Times New Roman" panose="02020603050405020304" pitchFamily="18" charset="0"/>
                <a:cs typeface="Times New Roman" panose="02020603050405020304" pitchFamily="18" charset="0"/>
              </a:rPr>
              <a:t>• MySQL is free to download and use</a:t>
            </a:r>
            <a:br>
              <a:rPr lang="en-US" sz="2600" b="0" i="0">
                <a:latin typeface="Times New Roman" panose="02020603050405020304" pitchFamily="18" charset="0"/>
                <a:cs typeface="Times New Roman" panose="02020603050405020304" pitchFamily="18" charset="0"/>
              </a:rPr>
            </a:br>
            <a:r>
              <a:rPr lang="en-US" sz="2600" b="0" i="0">
                <a:latin typeface="Times New Roman" panose="02020603050405020304" pitchFamily="18" charset="0"/>
                <a:cs typeface="Times New Roman" panose="02020603050405020304" pitchFamily="18" charset="0"/>
              </a:rPr>
              <a:t>• MySQL is developed, distributed, and supported by Oracle Corporation</a:t>
            </a:r>
          </a:p>
        </p:txBody>
      </p:sp>
      <p:sp>
        <p:nvSpPr>
          <p:cNvPr id="4" name="Slide Number Placeholder 3">
            <a:extLst>
              <a:ext uri="{FF2B5EF4-FFF2-40B4-BE49-F238E27FC236}">
                <a16:creationId xmlns:a16="http://schemas.microsoft.com/office/drawing/2014/main" xmlns="" id="{0EB5382C-9DE2-1928-12D0-F7D930B5F5AF}"/>
              </a:ext>
            </a:extLst>
          </p:cNvPr>
          <p:cNvSpPr>
            <a:spLocks noGrp="1"/>
          </p:cNvSpPr>
          <p:nvPr>
            <p:ph type="sldNum" idx="4"/>
          </p:nvPr>
        </p:nvSpPr>
        <p:spPr/>
        <p:txBody>
          <a:bodyPr/>
          <a:lstStyle/>
          <a:p>
            <a:pPr algn="r">
              <a:buNone/>
            </a:pPr>
            <a:fld id="{9A0DB2DC-4C9A-4742-B13C-FB6460FD3503}" type="slidenum">
              <a:rPr lang="en-GB" altLang="en-US" smtClean="0"/>
              <a:pPr algn="r">
                <a:buNone/>
              </a:pPr>
              <a:t>68</a:t>
            </a:fld>
            <a:endParaRPr lang="en-GB" alt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300" b="0" i="0">
                <a:latin typeface="Times New Roman" panose="02020603050405020304" pitchFamily="18" charset="0"/>
                <a:cs typeface="Times New Roman" panose="02020603050405020304" pitchFamily="18" charset="0"/>
              </a:rPr>
              <a:t>MySQLi extension (the "i" stands for improved)</a:t>
            </a:r>
            <a:br>
              <a:rPr lang="en-US" sz="2300" b="0" i="0">
                <a:latin typeface="Times New Roman" panose="02020603050405020304" pitchFamily="18" charset="0"/>
                <a:cs typeface="Times New Roman" panose="02020603050405020304" pitchFamily="18" charset="0"/>
              </a:rPr>
            </a:br>
            <a:r>
              <a:rPr lang="en-US" sz="2300" b="0" i="0">
                <a:latin typeface="Times New Roman" panose="02020603050405020304" pitchFamily="18" charset="0"/>
                <a:cs typeface="Times New Roman" panose="02020603050405020304" pitchFamily="18" charset="0"/>
              </a:rPr>
              <a:t>• PDO (PHP Data Objects)</a:t>
            </a:r>
            <a:br>
              <a:rPr lang="en-US" sz="2300" b="0" i="0">
                <a:latin typeface="Times New Roman" panose="02020603050405020304" pitchFamily="18" charset="0"/>
                <a:cs typeface="Times New Roman" panose="02020603050405020304" pitchFamily="18" charset="0"/>
              </a:rPr>
            </a:br>
            <a:r>
              <a:rPr lang="en-US" sz="2300" b="0" i="0">
                <a:latin typeface="Times New Roman" panose="02020603050405020304" pitchFamily="18" charset="0"/>
                <a:cs typeface="Times New Roman" panose="02020603050405020304" pitchFamily="18" charset="0"/>
              </a:rPr>
              <a:t/>
            </a:r>
            <a:br>
              <a:rPr lang="en-US" sz="2300" b="0" i="0">
                <a:latin typeface="Times New Roman" panose="02020603050405020304" pitchFamily="18" charset="0"/>
                <a:cs typeface="Times New Roman" panose="02020603050405020304" pitchFamily="18" charset="0"/>
              </a:rPr>
            </a:br>
            <a:r>
              <a:rPr lang="en-US" sz="2300" b="0" i="0">
                <a:highlight>
                  <a:srgbClr val="00FFFF"/>
                </a:highlight>
                <a:latin typeface="Times New Roman" panose="02020603050405020304" pitchFamily="18" charset="0"/>
                <a:cs typeface="Times New Roman" panose="02020603050405020304" pitchFamily="18" charset="0"/>
              </a:rPr>
              <a:t>Both MySQLi and PDO have their advantages:</a:t>
            </a:r>
            <a:br>
              <a:rPr lang="en-US" sz="2300" b="0" i="0">
                <a:highlight>
                  <a:srgbClr val="00FFFF"/>
                </a:highlight>
                <a:latin typeface="Times New Roman" panose="02020603050405020304" pitchFamily="18" charset="0"/>
                <a:cs typeface="Times New Roman" panose="02020603050405020304" pitchFamily="18" charset="0"/>
              </a:rPr>
            </a:br>
            <a:r>
              <a:rPr lang="en-US" sz="2300" b="0" i="0">
                <a:latin typeface="Times New Roman" panose="02020603050405020304" pitchFamily="18" charset="0"/>
                <a:cs typeface="Times New Roman" panose="02020603050405020304" pitchFamily="18" charset="0"/>
              </a:rPr>
              <a:t/>
            </a:r>
            <a:br>
              <a:rPr lang="en-US" sz="2300" b="0" i="0">
                <a:latin typeface="Times New Roman" panose="02020603050405020304" pitchFamily="18" charset="0"/>
                <a:cs typeface="Times New Roman" panose="02020603050405020304" pitchFamily="18" charset="0"/>
              </a:rPr>
            </a:br>
            <a:r>
              <a:rPr lang="en-US" sz="2300" b="0" i="0">
                <a:latin typeface="Times New Roman" panose="02020603050405020304" pitchFamily="18" charset="0"/>
                <a:cs typeface="Times New Roman" panose="02020603050405020304" pitchFamily="18" charset="0"/>
              </a:rPr>
              <a:t>• PDO will work on 12 different database systems, whereas MySQLi will only work with MySQL databases.</a:t>
            </a:r>
            <a:br>
              <a:rPr lang="en-US" sz="2300" b="0" i="0">
                <a:latin typeface="Times New Roman" panose="02020603050405020304" pitchFamily="18" charset="0"/>
                <a:cs typeface="Times New Roman" panose="02020603050405020304" pitchFamily="18" charset="0"/>
              </a:rPr>
            </a:br>
            <a:r>
              <a:rPr lang="en-US" sz="2300" b="0" i="0">
                <a:latin typeface="Times New Roman" panose="02020603050405020304" pitchFamily="18" charset="0"/>
                <a:cs typeface="Times New Roman" panose="02020603050405020304" pitchFamily="18" charset="0"/>
              </a:rPr>
              <a:t>• So, if you have to switch your project to use another database, PDO makes the process easy. You only have to change the connection string and a few queries. With MySQLi, you will need to rewrite the entire code - queries included.</a:t>
            </a:r>
            <a:br>
              <a:rPr lang="en-US" sz="2300" b="0" i="0">
                <a:latin typeface="Times New Roman" panose="02020603050405020304" pitchFamily="18" charset="0"/>
                <a:cs typeface="Times New Roman" panose="02020603050405020304" pitchFamily="18" charset="0"/>
              </a:rPr>
            </a:br>
            <a:r>
              <a:rPr lang="en-US" sz="2300" b="0" i="0">
                <a:latin typeface="Times New Roman" panose="02020603050405020304" pitchFamily="18" charset="0"/>
                <a:cs typeface="Times New Roman" panose="02020603050405020304" pitchFamily="18" charset="0"/>
              </a:rPr>
              <a:t>• Both are object-oriented, but MySQLi also offers a procedural API.</a:t>
            </a:r>
            <a:br>
              <a:rPr lang="en-US" sz="2300" b="0" i="0">
                <a:latin typeface="Times New Roman" panose="02020603050405020304" pitchFamily="18" charset="0"/>
                <a:cs typeface="Times New Roman" panose="02020603050405020304" pitchFamily="18" charset="0"/>
              </a:rPr>
            </a:br>
            <a:r>
              <a:rPr lang="en-US" sz="2300" b="0" i="0">
                <a:latin typeface="Times New Roman" panose="02020603050405020304" pitchFamily="18" charset="0"/>
                <a:cs typeface="Times New Roman" panose="02020603050405020304" pitchFamily="18" charset="0"/>
              </a:rPr>
              <a:t/>
            </a:r>
            <a:br>
              <a:rPr lang="en-US" sz="2300" b="0" i="0">
                <a:latin typeface="Times New Roman" panose="02020603050405020304" pitchFamily="18" charset="0"/>
                <a:cs typeface="Times New Roman" panose="02020603050405020304" pitchFamily="18" charset="0"/>
              </a:rPr>
            </a:br>
            <a:r>
              <a:rPr lang="en-US" sz="1900" i="0">
                <a:latin typeface="Times New Roman" panose="02020603050405020304" pitchFamily="18" charset="0"/>
                <a:cs typeface="Times New Roman" panose="02020603050405020304" pitchFamily="18" charset="0"/>
              </a:rPr>
              <a:t>MySQLi Installation</a:t>
            </a:r>
            <a:r>
              <a:rPr lang="en-US" sz="1900" b="0" i="0">
                <a:latin typeface="Times New Roman" panose="02020603050405020304" pitchFamily="18" charset="0"/>
                <a:cs typeface="Times New Roman" panose="02020603050405020304" pitchFamily="18" charset="0"/>
              </a:rPr>
              <a:t/>
            </a:r>
            <a:br>
              <a:rPr lang="en-US" sz="1900" b="0" i="0">
                <a:latin typeface="Times New Roman" panose="02020603050405020304" pitchFamily="18" charset="0"/>
                <a:cs typeface="Times New Roman" panose="02020603050405020304" pitchFamily="18" charset="0"/>
              </a:rPr>
            </a:br>
            <a:r>
              <a:rPr lang="en-US" sz="1900" b="0" i="0">
                <a:latin typeface="Times New Roman" panose="02020603050405020304" pitchFamily="18" charset="0"/>
                <a:cs typeface="Times New Roman" panose="02020603050405020304" pitchFamily="18" charset="0"/>
              </a:rPr>
              <a:t>•For Linux and Windows: The MySQLi extension is automatically installed in most cases, when php5 mysql package is installed.</a:t>
            </a:r>
            <a:br>
              <a:rPr lang="en-US" sz="1900" b="0" i="0">
                <a:latin typeface="Times New Roman" panose="02020603050405020304" pitchFamily="18" charset="0"/>
                <a:cs typeface="Times New Roman" panose="02020603050405020304" pitchFamily="18" charset="0"/>
              </a:rPr>
            </a:br>
            <a:r>
              <a:rPr lang="en-US" sz="1900" b="0" i="0">
                <a:latin typeface="Times New Roman" panose="02020603050405020304" pitchFamily="18" charset="0"/>
                <a:cs typeface="Times New Roman" panose="02020603050405020304" pitchFamily="18" charset="0"/>
              </a:rPr>
              <a:t>• For installation details, go to: </a:t>
            </a:r>
            <a:r>
              <a:rPr lang="en-US" sz="1900" b="0" i="0">
                <a:solidFill>
                  <a:srgbClr val="FF0000"/>
                </a:solidFill>
                <a:latin typeface="Times New Roman" panose="02020603050405020304" pitchFamily="18" charset="0"/>
                <a:cs typeface="Times New Roman" panose="02020603050405020304" pitchFamily="18" charset="0"/>
              </a:rPr>
              <a:t>http://php.net/manual/en/mysqli.installation.php</a:t>
            </a:r>
            <a:r>
              <a:rPr lang="en-US" sz="1900" b="0" i="0">
                <a:latin typeface="Times New Roman" panose="02020603050405020304" pitchFamily="18" charset="0"/>
                <a:cs typeface="Times New Roman" panose="02020603050405020304" pitchFamily="18" charset="0"/>
              </a:rPr>
              <a:t/>
            </a:r>
            <a:br>
              <a:rPr lang="en-US" sz="1900" b="0" i="0">
                <a:latin typeface="Times New Roman" panose="02020603050405020304" pitchFamily="18" charset="0"/>
                <a:cs typeface="Times New Roman" panose="02020603050405020304" pitchFamily="18" charset="0"/>
              </a:rPr>
            </a:br>
            <a:r>
              <a:rPr lang="en-US" sz="1900" b="0" i="0">
                <a:latin typeface="Times New Roman" panose="02020603050405020304" pitchFamily="18" charset="0"/>
                <a:cs typeface="Times New Roman" panose="02020603050405020304" pitchFamily="18" charset="0"/>
              </a:rPr>
              <a:t> </a:t>
            </a:r>
            <a:r>
              <a:rPr lang="en-US" sz="1900" i="0">
                <a:latin typeface="Times New Roman" panose="02020603050405020304" pitchFamily="18" charset="0"/>
                <a:cs typeface="Times New Roman" panose="02020603050405020304" pitchFamily="18" charset="0"/>
              </a:rPr>
              <a:t>PDO Installation</a:t>
            </a:r>
            <a:r>
              <a:rPr lang="en-US" sz="1900" b="0" i="0">
                <a:latin typeface="Times New Roman" panose="02020603050405020304" pitchFamily="18" charset="0"/>
                <a:cs typeface="Times New Roman" panose="02020603050405020304" pitchFamily="18" charset="0"/>
              </a:rPr>
              <a:t/>
            </a:r>
            <a:br>
              <a:rPr lang="en-US" sz="1900" b="0" i="0">
                <a:latin typeface="Times New Roman" panose="02020603050405020304" pitchFamily="18" charset="0"/>
                <a:cs typeface="Times New Roman" panose="02020603050405020304" pitchFamily="18" charset="0"/>
              </a:rPr>
            </a:br>
            <a:r>
              <a:rPr lang="en-US" sz="1900" b="0" i="0">
                <a:latin typeface="Times New Roman" panose="02020603050405020304" pitchFamily="18" charset="0"/>
                <a:cs typeface="Times New Roman" panose="02020603050405020304" pitchFamily="18" charset="0"/>
              </a:rPr>
              <a:t>• For installation details, go to:</a:t>
            </a:r>
            <a:r>
              <a:rPr lang="en-US" sz="1900" b="0" i="0">
                <a:solidFill>
                  <a:srgbClr val="FF0000"/>
                </a:solidFill>
                <a:latin typeface="Times New Roman" panose="02020603050405020304" pitchFamily="18" charset="0"/>
                <a:cs typeface="Times New Roman" panose="02020603050405020304" pitchFamily="18" charset="0"/>
              </a:rPr>
              <a:t> http://php.net/manual/en/pdo.installation.php</a:t>
            </a:r>
            <a:br>
              <a:rPr lang="en-US" sz="1900" b="0" i="0">
                <a:solidFill>
                  <a:srgbClr val="FF0000"/>
                </a:solidFill>
                <a:latin typeface="Times New Roman" panose="02020603050405020304" pitchFamily="18" charset="0"/>
                <a:cs typeface="Times New Roman" panose="02020603050405020304" pitchFamily="18" charset="0"/>
              </a:rPr>
            </a:br>
            <a:endParaRPr lang="en-US" sz="1900" b="0" i="0">
              <a:solidFill>
                <a:srgbClr val="FF0000"/>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7935DEB0-2F8A-0B72-9E30-64C3CEAFEFFC}"/>
              </a:ext>
            </a:extLst>
          </p:cNvPr>
          <p:cNvSpPr>
            <a:spLocks noGrp="1"/>
          </p:cNvSpPr>
          <p:nvPr>
            <p:ph type="sldNum" idx="4"/>
          </p:nvPr>
        </p:nvSpPr>
        <p:spPr/>
        <p:txBody>
          <a:bodyPr/>
          <a:lstStyle/>
          <a:p>
            <a:pPr algn="r">
              <a:buNone/>
            </a:pPr>
            <a:fld id="{9A0DB2DC-4C9A-4742-B13C-FB6460FD3503}" type="slidenum">
              <a:rPr lang="en-GB" altLang="en-US" smtClean="0"/>
              <a:pPr algn="r">
                <a:buNone/>
              </a:pPr>
              <a:t>69</a:t>
            </a:fld>
            <a:endParaRPr lang="en-GB" alt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i="0" dirty="0">
                <a:solidFill>
                  <a:schemeClr val="tx1"/>
                </a:solidFill>
                <a:latin typeface="Times New Roman" panose="02020603050405020304" pitchFamily="18" charset="0"/>
                <a:cs typeface="Times New Roman" panose="02020603050405020304" pitchFamily="18" charset="0"/>
              </a:rPr>
              <a:t>Open a Connection to MySQL</a:t>
            </a:r>
            <a:r>
              <a:rPr lang="en-US" sz="1800" b="0" i="0" dirty="0">
                <a:solidFill>
                  <a:schemeClr val="tx1"/>
                </a:solidFill>
                <a:latin typeface="Times New Roman" panose="02020603050405020304" pitchFamily="18" charset="0"/>
                <a:cs typeface="Times New Roman" panose="02020603050405020304" pitchFamily="18" charset="0"/>
              </a:rPr>
              <a:t/>
            </a:r>
            <a:br>
              <a:rPr lang="en-US" sz="1800" b="0" i="0" dirty="0">
                <a:solidFill>
                  <a:schemeClr val="tx1"/>
                </a:solidFill>
                <a:latin typeface="Times New Roman" panose="02020603050405020304" pitchFamily="18" charset="0"/>
                <a:cs typeface="Times New Roman" panose="02020603050405020304" pitchFamily="18" charset="0"/>
              </a:rPr>
            </a:br>
            <a:r>
              <a:rPr lang="en-US" sz="1800" b="0" i="0" dirty="0">
                <a:solidFill>
                  <a:schemeClr val="tx1"/>
                </a:solidFill>
                <a:latin typeface="Times New Roman" panose="02020603050405020304" pitchFamily="18" charset="0"/>
                <a:cs typeface="Times New Roman" panose="02020603050405020304" pitchFamily="18" charset="0"/>
              </a:rPr>
              <a:t>• Before we can access data in the MySQL database, we need to be able to connect to the server:</a:t>
            </a:r>
            <a:br>
              <a:rPr lang="en-US" sz="1800" b="0" i="0" dirty="0">
                <a:solidFill>
                  <a:schemeClr val="tx1"/>
                </a:solidFill>
                <a:latin typeface="Times New Roman" panose="02020603050405020304" pitchFamily="18" charset="0"/>
                <a:cs typeface="Times New Roman" panose="02020603050405020304" pitchFamily="18" charset="0"/>
              </a:rPr>
            </a:br>
            <a:r>
              <a:rPr lang="en-US" sz="1800" b="0" i="0" dirty="0">
                <a:solidFill>
                  <a:schemeClr val="tx1"/>
                </a:solidFill>
                <a:latin typeface="Times New Roman" panose="02020603050405020304" pitchFamily="18" charset="0"/>
                <a:cs typeface="Times New Roman" panose="02020603050405020304" pitchFamily="18" charset="0"/>
              </a:rPr>
              <a:t>&lt;?</a:t>
            </a:r>
            <a:r>
              <a:rPr lang="en-US" sz="1800" b="0" i="0" dirty="0" err="1">
                <a:solidFill>
                  <a:schemeClr val="tx1"/>
                </a:solidFill>
                <a:latin typeface="Times New Roman" panose="02020603050405020304" pitchFamily="18" charset="0"/>
                <a:cs typeface="Times New Roman" panose="02020603050405020304" pitchFamily="18" charset="0"/>
              </a:rPr>
              <a:t>php</a:t>
            </a:r>
            <a:r>
              <a:rPr lang="en-US" sz="1800" b="0" i="0" dirty="0">
                <a:solidFill>
                  <a:schemeClr val="tx1"/>
                </a:solidFill>
                <a:latin typeface="Times New Roman" panose="02020603050405020304" pitchFamily="18" charset="0"/>
                <a:cs typeface="Times New Roman" panose="02020603050405020304" pitchFamily="18" charset="0"/>
              </a:rPr>
              <a:t/>
            </a:r>
            <a:br>
              <a:rPr lang="en-US" sz="1800" b="0" i="0" dirty="0">
                <a:solidFill>
                  <a:schemeClr val="tx1"/>
                </a:solidFill>
                <a:latin typeface="Times New Roman" panose="02020603050405020304" pitchFamily="18" charset="0"/>
                <a:cs typeface="Times New Roman" panose="02020603050405020304" pitchFamily="18" charset="0"/>
              </a:rPr>
            </a:br>
            <a:r>
              <a:rPr lang="en-US" sz="1800" b="0" i="0" dirty="0">
                <a:solidFill>
                  <a:schemeClr val="tx1"/>
                </a:solidFill>
                <a:latin typeface="Times New Roman" panose="02020603050405020304" pitchFamily="18" charset="0"/>
                <a:cs typeface="Times New Roman" panose="02020603050405020304" pitchFamily="18" charset="0"/>
              </a:rPr>
              <a:t>$</a:t>
            </a:r>
            <a:r>
              <a:rPr lang="en-US" sz="1800" b="0" i="0" dirty="0" err="1">
                <a:solidFill>
                  <a:schemeClr val="tx1"/>
                </a:solidFill>
                <a:latin typeface="Times New Roman" panose="02020603050405020304" pitchFamily="18" charset="0"/>
                <a:cs typeface="Times New Roman" panose="02020603050405020304" pitchFamily="18" charset="0"/>
              </a:rPr>
              <a:t>servername</a:t>
            </a:r>
            <a:r>
              <a:rPr lang="en-US" sz="1800" b="0" i="0" dirty="0">
                <a:solidFill>
                  <a:schemeClr val="tx1"/>
                </a:solidFill>
                <a:latin typeface="Times New Roman" panose="02020603050405020304" pitchFamily="18" charset="0"/>
                <a:cs typeface="Times New Roman" panose="02020603050405020304" pitchFamily="18" charset="0"/>
              </a:rPr>
              <a:t> = "localhost";</a:t>
            </a:r>
            <a:br>
              <a:rPr lang="en-US" sz="1800" b="0" i="0" dirty="0">
                <a:solidFill>
                  <a:schemeClr val="tx1"/>
                </a:solidFill>
                <a:latin typeface="Times New Roman" panose="02020603050405020304" pitchFamily="18" charset="0"/>
                <a:cs typeface="Times New Roman" panose="02020603050405020304" pitchFamily="18" charset="0"/>
              </a:rPr>
            </a:br>
            <a:r>
              <a:rPr lang="en-US" sz="1800" b="0" i="0" dirty="0">
                <a:solidFill>
                  <a:schemeClr val="tx1"/>
                </a:solidFill>
                <a:latin typeface="Times New Roman" panose="02020603050405020304" pitchFamily="18" charset="0"/>
                <a:cs typeface="Times New Roman" panose="02020603050405020304" pitchFamily="18" charset="0"/>
              </a:rPr>
              <a:t>$username = "username";</a:t>
            </a:r>
            <a:br>
              <a:rPr lang="en-US" sz="1800" b="0" i="0" dirty="0">
                <a:solidFill>
                  <a:schemeClr val="tx1"/>
                </a:solidFill>
                <a:latin typeface="Times New Roman" panose="02020603050405020304" pitchFamily="18" charset="0"/>
                <a:cs typeface="Times New Roman" panose="02020603050405020304" pitchFamily="18" charset="0"/>
              </a:rPr>
            </a:br>
            <a:r>
              <a:rPr lang="en-US" sz="1800" b="0" i="0" dirty="0">
                <a:solidFill>
                  <a:schemeClr val="tx1"/>
                </a:solidFill>
                <a:latin typeface="Times New Roman" panose="02020603050405020304" pitchFamily="18" charset="0"/>
                <a:cs typeface="Times New Roman" panose="02020603050405020304" pitchFamily="18" charset="0"/>
              </a:rPr>
              <a:t>$password = "password";</a:t>
            </a:r>
            <a:br>
              <a:rPr lang="en-US" sz="1800" b="0" i="0" dirty="0">
                <a:solidFill>
                  <a:schemeClr val="tx1"/>
                </a:solidFill>
                <a:latin typeface="Times New Roman" panose="02020603050405020304" pitchFamily="18" charset="0"/>
                <a:cs typeface="Times New Roman" panose="02020603050405020304" pitchFamily="18" charset="0"/>
              </a:rPr>
            </a:br>
            <a:r>
              <a:rPr lang="en-US" sz="1800" b="0" i="0" dirty="0">
                <a:solidFill>
                  <a:schemeClr val="tx1"/>
                </a:solidFill>
                <a:latin typeface="Times New Roman" panose="02020603050405020304" pitchFamily="18" charset="0"/>
                <a:cs typeface="Times New Roman" panose="02020603050405020304" pitchFamily="18" charset="0"/>
              </a:rPr>
              <a:t>$conn = new </a:t>
            </a:r>
            <a:r>
              <a:rPr lang="en-US" sz="1800" b="0" i="0" dirty="0" err="1">
                <a:solidFill>
                  <a:schemeClr val="tx1"/>
                </a:solidFill>
                <a:latin typeface="Times New Roman" panose="02020603050405020304" pitchFamily="18" charset="0"/>
                <a:cs typeface="Times New Roman" panose="02020603050405020304" pitchFamily="18" charset="0"/>
              </a:rPr>
              <a:t>mysqli</a:t>
            </a:r>
            <a:r>
              <a:rPr lang="en-US" sz="1800" b="0" i="0" dirty="0">
                <a:solidFill>
                  <a:schemeClr val="tx1"/>
                </a:solidFill>
                <a:latin typeface="Times New Roman" panose="02020603050405020304" pitchFamily="18" charset="0"/>
                <a:cs typeface="Times New Roman" panose="02020603050405020304" pitchFamily="18" charset="0"/>
              </a:rPr>
              <a:t>($</a:t>
            </a:r>
            <a:r>
              <a:rPr lang="en-US" sz="1800" b="0" i="0" dirty="0" err="1">
                <a:solidFill>
                  <a:schemeClr val="tx1"/>
                </a:solidFill>
                <a:latin typeface="Times New Roman" panose="02020603050405020304" pitchFamily="18" charset="0"/>
                <a:cs typeface="Times New Roman" panose="02020603050405020304" pitchFamily="18" charset="0"/>
              </a:rPr>
              <a:t>servername</a:t>
            </a:r>
            <a:r>
              <a:rPr lang="en-US" sz="1800" b="0" i="0" dirty="0">
                <a:solidFill>
                  <a:schemeClr val="tx1"/>
                </a:solidFill>
                <a:latin typeface="Times New Roman" panose="02020603050405020304" pitchFamily="18" charset="0"/>
                <a:cs typeface="Times New Roman" panose="02020603050405020304" pitchFamily="18" charset="0"/>
              </a:rPr>
              <a:t>, $username, $password);</a:t>
            </a:r>
            <a:br>
              <a:rPr lang="en-US" sz="1800" b="0" i="0" dirty="0">
                <a:solidFill>
                  <a:schemeClr val="tx1"/>
                </a:solidFill>
                <a:latin typeface="Times New Roman" panose="02020603050405020304" pitchFamily="18" charset="0"/>
                <a:cs typeface="Times New Roman" panose="02020603050405020304" pitchFamily="18" charset="0"/>
              </a:rPr>
            </a:br>
            <a:r>
              <a:rPr lang="en-US" sz="1800" b="0" i="0" dirty="0">
                <a:solidFill>
                  <a:schemeClr val="tx1"/>
                </a:solidFill>
                <a:latin typeface="Times New Roman" panose="02020603050405020304" pitchFamily="18" charset="0"/>
                <a:cs typeface="Times New Roman" panose="02020603050405020304" pitchFamily="18" charset="0"/>
              </a:rPr>
              <a:t>if ($conn-&gt;</a:t>
            </a:r>
            <a:r>
              <a:rPr lang="en-US" sz="1800" b="0" i="0" dirty="0" err="1">
                <a:solidFill>
                  <a:schemeClr val="tx1"/>
                </a:solidFill>
                <a:latin typeface="Times New Roman" panose="02020603050405020304" pitchFamily="18" charset="0"/>
                <a:cs typeface="Times New Roman" panose="02020603050405020304" pitchFamily="18" charset="0"/>
              </a:rPr>
              <a:t>connect_error</a:t>
            </a:r>
            <a:r>
              <a:rPr lang="en-US" sz="1800" b="0" i="0" dirty="0">
                <a:solidFill>
                  <a:schemeClr val="tx1"/>
                </a:solidFill>
                <a:latin typeface="Times New Roman" panose="02020603050405020304" pitchFamily="18" charset="0"/>
                <a:cs typeface="Times New Roman" panose="02020603050405020304" pitchFamily="18" charset="0"/>
              </a:rPr>
              <a:t>) {</a:t>
            </a:r>
            <a:br>
              <a:rPr lang="en-US" sz="1800" b="0" i="0" dirty="0">
                <a:solidFill>
                  <a:schemeClr val="tx1"/>
                </a:solidFill>
                <a:latin typeface="Times New Roman" panose="02020603050405020304" pitchFamily="18" charset="0"/>
                <a:cs typeface="Times New Roman" panose="02020603050405020304" pitchFamily="18" charset="0"/>
              </a:rPr>
            </a:br>
            <a:r>
              <a:rPr lang="en-US" sz="1800" b="0" i="0" dirty="0">
                <a:solidFill>
                  <a:schemeClr val="tx1"/>
                </a:solidFill>
                <a:latin typeface="Times New Roman" panose="02020603050405020304" pitchFamily="18" charset="0"/>
                <a:cs typeface="Times New Roman" panose="02020603050405020304" pitchFamily="18" charset="0"/>
              </a:rPr>
              <a:t>die("Connection failed: " . $conn-&gt;</a:t>
            </a:r>
            <a:r>
              <a:rPr lang="en-US" sz="1800" b="0" i="0" dirty="0" err="1">
                <a:solidFill>
                  <a:schemeClr val="tx1"/>
                </a:solidFill>
                <a:latin typeface="Times New Roman" panose="02020603050405020304" pitchFamily="18" charset="0"/>
                <a:cs typeface="Times New Roman" panose="02020603050405020304" pitchFamily="18" charset="0"/>
              </a:rPr>
              <a:t>connect_error</a:t>
            </a:r>
            <a:r>
              <a:rPr lang="en-US" sz="1800" b="0" i="0" dirty="0">
                <a:solidFill>
                  <a:schemeClr val="tx1"/>
                </a:solidFill>
                <a:latin typeface="Times New Roman" panose="02020603050405020304" pitchFamily="18" charset="0"/>
                <a:cs typeface="Times New Roman" panose="02020603050405020304" pitchFamily="18" charset="0"/>
              </a:rPr>
              <a:t>);</a:t>
            </a:r>
            <a:br>
              <a:rPr lang="en-US" sz="1800" b="0" i="0" dirty="0">
                <a:solidFill>
                  <a:schemeClr val="tx1"/>
                </a:solidFill>
                <a:latin typeface="Times New Roman" panose="02020603050405020304" pitchFamily="18" charset="0"/>
                <a:cs typeface="Times New Roman" panose="02020603050405020304" pitchFamily="18" charset="0"/>
              </a:rPr>
            </a:br>
            <a:r>
              <a:rPr lang="en-US" sz="1800" b="0" i="0" dirty="0">
                <a:solidFill>
                  <a:schemeClr val="tx1"/>
                </a:solidFill>
                <a:latin typeface="Times New Roman" panose="02020603050405020304" pitchFamily="18" charset="0"/>
                <a:cs typeface="Times New Roman" panose="02020603050405020304" pitchFamily="18" charset="0"/>
              </a:rPr>
              <a:t>}</a:t>
            </a:r>
            <a:br>
              <a:rPr lang="en-US" sz="1800" b="0" i="0" dirty="0">
                <a:solidFill>
                  <a:schemeClr val="tx1"/>
                </a:solidFill>
                <a:latin typeface="Times New Roman" panose="02020603050405020304" pitchFamily="18" charset="0"/>
                <a:cs typeface="Times New Roman" panose="02020603050405020304" pitchFamily="18" charset="0"/>
              </a:rPr>
            </a:br>
            <a:r>
              <a:rPr lang="en-US" sz="1800" b="0" i="0" dirty="0">
                <a:solidFill>
                  <a:schemeClr val="tx1"/>
                </a:solidFill>
                <a:latin typeface="Times New Roman" panose="02020603050405020304" pitchFamily="18" charset="0"/>
                <a:cs typeface="Times New Roman" panose="02020603050405020304" pitchFamily="18" charset="0"/>
              </a:rPr>
              <a:t>echo "Connected successfully"; ?&gt;</a:t>
            </a:r>
            <a:br>
              <a:rPr lang="en-US" sz="1800" b="0" i="0" dirty="0">
                <a:solidFill>
                  <a:schemeClr val="tx1"/>
                </a:solidFill>
                <a:latin typeface="Times New Roman" panose="02020603050405020304" pitchFamily="18" charset="0"/>
                <a:cs typeface="Times New Roman" panose="02020603050405020304" pitchFamily="18" charset="0"/>
              </a:rPr>
            </a:br>
            <a:r>
              <a:rPr lang="en-US" sz="1800" b="0" i="0" dirty="0">
                <a:solidFill>
                  <a:schemeClr val="tx1"/>
                </a:solidFill>
                <a:latin typeface="Times New Roman" panose="02020603050405020304" pitchFamily="18" charset="0"/>
                <a:cs typeface="Times New Roman" panose="02020603050405020304" pitchFamily="18" charset="0"/>
              </a:rPr>
              <a:t>&lt;?</a:t>
            </a:r>
            <a:r>
              <a:rPr lang="en-US" sz="1800" b="0" i="0" dirty="0" err="1">
                <a:solidFill>
                  <a:schemeClr val="tx1"/>
                </a:solidFill>
                <a:latin typeface="Times New Roman" panose="02020603050405020304" pitchFamily="18" charset="0"/>
                <a:cs typeface="Times New Roman" panose="02020603050405020304" pitchFamily="18" charset="0"/>
              </a:rPr>
              <a:t>php</a:t>
            </a:r>
            <a:r>
              <a:rPr lang="en-US" sz="1800" b="0" i="0" dirty="0">
                <a:solidFill>
                  <a:schemeClr val="tx1"/>
                </a:solidFill>
                <a:latin typeface="Times New Roman" panose="02020603050405020304" pitchFamily="18" charset="0"/>
                <a:cs typeface="Times New Roman" panose="02020603050405020304" pitchFamily="18" charset="0"/>
              </a:rPr>
              <a:t/>
            </a:r>
            <a:br>
              <a:rPr lang="en-US" sz="1800" b="0" i="0" dirty="0">
                <a:solidFill>
                  <a:schemeClr val="tx1"/>
                </a:solidFill>
                <a:latin typeface="Times New Roman" panose="02020603050405020304" pitchFamily="18" charset="0"/>
                <a:cs typeface="Times New Roman" panose="02020603050405020304" pitchFamily="18" charset="0"/>
              </a:rPr>
            </a:br>
            <a:r>
              <a:rPr lang="en-US" sz="1800" b="0" i="0" dirty="0">
                <a:solidFill>
                  <a:schemeClr val="tx1"/>
                </a:solidFill>
                <a:latin typeface="Times New Roman" panose="02020603050405020304" pitchFamily="18" charset="0"/>
                <a:cs typeface="Times New Roman" panose="02020603050405020304" pitchFamily="18" charset="0"/>
              </a:rPr>
              <a:t>$</a:t>
            </a:r>
            <a:r>
              <a:rPr lang="en-US" sz="1800" b="0" i="0" dirty="0" err="1">
                <a:solidFill>
                  <a:schemeClr val="tx1"/>
                </a:solidFill>
                <a:latin typeface="Times New Roman" panose="02020603050405020304" pitchFamily="18" charset="0"/>
                <a:cs typeface="Times New Roman" panose="02020603050405020304" pitchFamily="18" charset="0"/>
              </a:rPr>
              <a:t>servername</a:t>
            </a:r>
            <a:r>
              <a:rPr lang="en-US" sz="1800" b="0" i="0" dirty="0">
                <a:solidFill>
                  <a:schemeClr val="tx1"/>
                </a:solidFill>
                <a:latin typeface="Times New Roman" panose="02020603050405020304" pitchFamily="18" charset="0"/>
                <a:cs typeface="Times New Roman" panose="02020603050405020304" pitchFamily="18" charset="0"/>
              </a:rPr>
              <a:t> = "localhost";</a:t>
            </a:r>
            <a:br>
              <a:rPr lang="en-US" sz="1800" b="0" i="0" dirty="0">
                <a:solidFill>
                  <a:schemeClr val="tx1"/>
                </a:solidFill>
                <a:latin typeface="Times New Roman" panose="02020603050405020304" pitchFamily="18" charset="0"/>
                <a:cs typeface="Times New Roman" panose="02020603050405020304" pitchFamily="18" charset="0"/>
              </a:rPr>
            </a:br>
            <a:r>
              <a:rPr lang="en-US" sz="1800" b="0" i="0" dirty="0">
                <a:solidFill>
                  <a:schemeClr val="tx1"/>
                </a:solidFill>
                <a:latin typeface="Times New Roman" panose="02020603050405020304" pitchFamily="18" charset="0"/>
                <a:cs typeface="Times New Roman" panose="02020603050405020304" pitchFamily="18" charset="0"/>
              </a:rPr>
              <a:t>$username = "username";</a:t>
            </a:r>
            <a:br>
              <a:rPr lang="en-US" sz="1800" b="0" i="0" dirty="0">
                <a:solidFill>
                  <a:schemeClr val="tx1"/>
                </a:solidFill>
                <a:latin typeface="Times New Roman" panose="02020603050405020304" pitchFamily="18" charset="0"/>
                <a:cs typeface="Times New Roman" panose="02020603050405020304" pitchFamily="18" charset="0"/>
              </a:rPr>
            </a:br>
            <a:r>
              <a:rPr lang="en-US" sz="1800" b="0" i="0" dirty="0">
                <a:solidFill>
                  <a:schemeClr val="tx1"/>
                </a:solidFill>
                <a:latin typeface="Times New Roman" panose="02020603050405020304" pitchFamily="18" charset="0"/>
                <a:cs typeface="Times New Roman" panose="02020603050405020304" pitchFamily="18" charset="0"/>
              </a:rPr>
              <a:t>$password = "password";</a:t>
            </a:r>
            <a:br>
              <a:rPr lang="en-US" sz="1800" b="0" i="0" dirty="0">
                <a:solidFill>
                  <a:schemeClr val="tx1"/>
                </a:solidFill>
                <a:latin typeface="Times New Roman" panose="02020603050405020304" pitchFamily="18" charset="0"/>
                <a:cs typeface="Times New Roman" panose="02020603050405020304" pitchFamily="18" charset="0"/>
              </a:rPr>
            </a:br>
            <a:r>
              <a:rPr lang="en-US" sz="1800" b="0" i="0" dirty="0">
                <a:solidFill>
                  <a:schemeClr val="tx1"/>
                </a:solidFill>
                <a:latin typeface="Times New Roman" panose="02020603050405020304" pitchFamily="18" charset="0"/>
                <a:cs typeface="Times New Roman" panose="02020603050405020304" pitchFamily="18" charset="0"/>
              </a:rPr>
              <a:t>$conn = </a:t>
            </a:r>
            <a:r>
              <a:rPr lang="en-US" sz="1800" b="0" i="0" dirty="0" err="1">
                <a:solidFill>
                  <a:schemeClr val="tx1"/>
                </a:solidFill>
                <a:latin typeface="Times New Roman" panose="02020603050405020304" pitchFamily="18" charset="0"/>
                <a:cs typeface="Times New Roman" panose="02020603050405020304" pitchFamily="18" charset="0"/>
              </a:rPr>
              <a:t>mysqli_connect</a:t>
            </a:r>
            <a:r>
              <a:rPr lang="en-US" sz="1800" b="0" i="0" dirty="0">
                <a:solidFill>
                  <a:schemeClr val="tx1"/>
                </a:solidFill>
                <a:latin typeface="Times New Roman" panose="02020603050405020304" pitchFamily="18" charset="0"/>
                <a:cs typeface="Times New Roman" panose="02020603050405020304" pitchFamily="18" charset="0"/>
              </a:rPr>
              <a:t>($</a:t>
            </a:r>
            <a:r>
              <a:rPr lang="en-US" sz="1800" b="0" i="0" dirty="0" err="1">
                <a:solidFill>
                  <a:schemeClr val="tx1"/>
                </a:solidFill>
                <a:latin typeface="Times New Roman" panose="02020603050405020304" pitchFamily="18" charset="0"/>
                <a:cs typeface="Times New Roman" panose="02020603050405020304" pitchFamily="18" charset="0"/>
              </a:rPr>
              <a:t>servername</a:t>
            </a:r>
            <a:r>
              <a:rPr lang="en-US" sz="1800" b="0" i="0" dirty="0">
                <a:solidFill>
                  <a:schemeClr val="tx1"/>
                </a:solidFill>
                <a:latin typeface="Times New Roman" panose="02020603050405020304" pitchFamily="18" charset="0"/>
                <a:cs typeface="Times New Roman" panose="02020603050405020304" pitchFamily="18" charset="0"/>
              </a:rPr>
              <a:t>, $username, $password);</a:t>
            </a:r>
            <a:br>
              <a:rPr lang="en-US" sz="1800" b="0" i="0" dirty="0">
                <a:solidFill>
                  <a:schemeClr val="tx1"/>
                </a:solidFill>
                <a:latin typeface="Times New Roman" panose="02020603050405020304" pitchFamily="18" charset="0"/>
                <a:cs typeface="Times New Roman" panose="02020603050405020304" pitchFamily="18" charset="0"/>
              </a:rPr>
            </a:br>
            <a:r>
              <a:rPr lang="en-US" sz="1800" b="0" i="0" dirty="0">
                <a:solidFill>
                  <a:schemeClr val="tx1"/>
                </a:solidFill>
                <a:latin typeface="Times New Roman" panose="02020603050405020304" pitchFamily="18" charset="0"/>
                <a:cs typeface="Times New Roman" panose="02020603050405020304" pitchFamily="18" charset="0"/>
              </a:rPr>
              <a:t>// Check connection if (!$conn) {</a:t>
            </a:r>
            <a:br>
              <a:rPr lang="en-US" sz="1800" b="0" i="0" dirty="0">
                <a:solidFill>
                  <a:schemeClr val="tx1"/>
                </a:solidFill>
                <a:latin typeface="Times New Roman" panose="02020603050405020304" pitchFamily="18" charset="0"/>
                <a:cs typeface="Times New Roman" panose="02020603050405020304" pitchFamily="18" charset="0"/>
              </a:rPr>
            </a:br>
            <a:r>
              <a:rPr lang="en-US" sz="1800" b="0" i="0" dirty="0">
                <a:solidFill>
                  <a:schemeClr val="tx1"/>
                </a:solidFill>
                <a:latin typeface="Times New Roman" panose="02020603050405020304" pitchFamily="18" charset="0"/>
                <a:cs typeface="Times New Roman" panose="02020603050405020304" pitchFamily="18" charset="0"/>
              </a:rPr>
              <a:t>die("Connection failed: " . </a:t>
            </a:r>
            <a:r>
              <a:rPr lang="en-US" sz="1800" b="0" i="0" dirty="0" err="1">
                <a:solidFill>
                  <a:schemeClr val="tx1"/>
                </a:solidFill>
                <a:latin typeface="Times New Roman" panose="02020603050405020304" pitchFamily="18" charset="0"/>
                <a:cs typeface="Times New Roman" panose="02020603050405020304" pitchFamily="18" charset="0"/>
              </a:rPr>
              <a:t>mysqli_connect_error</a:t>
            </a:r>
            <a:r>
              <a:rPr lang="en-US" sz="1800" b="0" i="0" dirty="0">
                <a:solidFill>
                  <a:schemeClr val="tx1"/>
                </a:solidFill>
                <a:latin typeface="Times New Roman" panose="02020603050405020304" pitchFamily="18" charset="0"/>
                <a:cs typeface="Times New Roman" panose="02020603050405020304" pitchFamily="18" charset="0"/>
              </a:rPr>
              <a:t>());</a:t>
            </a:r>
            <a:br>
              <a:rPr lang="en-US" sz="1800" b="0" i="0" dirty="0">
                <a:solidFill>
                  <a:schemeClr val="tx1"/>
                </a:solidFill>
                <a:latin typeface="Times New Roman" panose="02020603050405020304" pitchFamily="18" charset="0"/>
                <a:cs typeface="Times New Roman" panose="02020603050405020304" pitchFamily="18" charset="0"/>
              </a:rPr>
            </a:br>
            <a:r>
              <a:rPr lang="en-US" sz="1800" b="0" i="0" dirty="0">
                <a:solidFill>
                  <a:schemeClr val="tx1"/>
                </a:solidFill>
                <a:latin typeface="Times New Roman" panose="02020603050405020304" pitchFamily="18" charset="0"/>
                <a:cs typeface="Times New Roman" panose="02020603050405020304" pitchFamily="18" charset="0"/>
              </a:rPr>
              <a:t>}</a:t>
            </a:r>
            <a:br>
              <a:rPr lang="en-US" sz="1800" b="0" i="0" dirty="0">
                <a:solidFill>
                  <a:schemeClr val="tx1"/>
                </a:solidFill>
                <a:latin typeface="Times New Roman" panose="02020603050405020304" pitchFamily="18" charset="0"/>
                <a:cs typeface="Times New Roman" panose="02020603050405020304" pitchFamily="18" charset="0"/>
              </a:rPr>
            </a:br>
            <a:r>
              <a:rPr lang="en-US" sz="1800" b="0" i="0" dirty="0">
                <a:solidFill>
                  <a:schemeClr val="tx1"/>
                </a:solidFill>
                <a:latin typeface="Times New Roman" panose="02020603050405020304" pitchFamily="18" charset="0"/>
                <a:cs typeface="Times New Roman" panose="02020603050405020304" pitchFamily="18" charset="0"/>
              </a:rPr>
              <a:t>echo "Connected successfully"; ?&gt;</a:t>
            </a:r>
          </a:p>
        </p:txBody>
      </p:sp>
      <p:sp>
        <p:nvSpPr>
          <p:cNvPr id="4" name="Slide Number Placeholder 3">
            <a:extLst>
              <a:ext uri="{FF2B5EF4-FFF2-40B4-BE49-F238E27FC236}">
                <a16:creationId xmlns:a16="http://schemas.microsoft.com/office/drawing/2014/main" xmlns="" id="{3595A340-8E94-2707-F61F-A447C30885DC}"/>
              </a:ext>
            </a:extLst>
          </p:cNvPr>
          <p:cNvSpPr>
            <a:spLocks noGrp="1"/>
          </p:cNvSpPr>
          <p:nvPr>
            <p:ph type="sldNum" idx="4"/>
          </p:nvPr>
        </p:nvSpPr>
        <p:spPr/>
        <p:txBody>
          <a:bodyPr/>
          <a:lstStyle/>
          <a:p>
            <a:pPr algn="r">
              <a:buNone/>
            </a:pPr>
            <a:fld id="{9A0DB2DC-4C9A-4742-B13C-FB6460FD3503}" type="slidenum">
              <a:rPr lang="en-GB" altLang="en-US" smtClean="0"/>
              <a:pPr algn="r">
                <a:buNone/>
              </a:pPr>
              <a:t>70</a:t>
            </a:fld>
            <a:endParaRPr lang="en-GB" alt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b="0" i="0">
                <a:solidFill>
                  <a:srgbClr val="FF0000"/>
                </a:solidFill>
                <a:latin typeface="Times New Roman" panose="02020603050405020304" pitchFamily="18" charset="0"/>
                <a:cs typeface="Times New Roman" panose="02020603050405020304" pitchFamily="18" charset="0"/>
              </a:rPr>
              <a:t>Close the Connection</a:t>
            </a:r>
            <a:r>
              <a:rPr lang="en-US" sz="3400" b="0" i="0">
                <a:latin typeface="Times New Roman" panose="02020603050405020304" pitchFamily="18" charset="0"/>
                <a:cs typeface="Times New Roman" panose="02020603050405020304" pitchFamily="18" charset="0"/>
              </a:rPr>
              <a:t/>
            </a:r>
            <a:br>
              <a:rPr lang="en-US" sz="3400" b="0" i="0">
                <a:latin typeface="Times New Roman" panose="02020603050405020304" pitchFamily="18" charset="0"/>
                <a:cs typeface="Times New Roman" panose="02020603050405020304" pitchFamily="18" charset="0"/>
              </a:rPr>
            </a:br>
            <a:r>
              <a:rPr lang="en-US" sz="3400" b="0" i="0">
                <a:latin typeface="Times New Roman" panose="02020603050405020304" pitchFamily="18" charset="0"/>
                <a:cs typeface="Times New Roman" panose="02020603050405020304" pitchFamily="18" charset="0"/>
              </a:rPr>
              <a:t/>
            </a:r>
            <a:br>
              <a:rPr lang="en-US" sz="3400" b="0" i="0">
                <a:latin typeface="Times New Roman" panose="02020603050405020304" pitchFamily="18" charset="0"/>
                <a:cs typeface="Times New Roman" panose="02020603050405020304" pitchFamily="18" charset="0"/>
              </a:rPr>
            </a:br>
            <a:r>
              <a:rPr lang="en-US" sz="3400" b="0" i="0">
                <a:latin typeface="Times New Roman" panose="02020603050405020304" pitchFamily="18" charset="0"/>
                <a:cs typeface="Times New Roman" panose="02020603050405020304" pitchFamily="18" charset="0"/>
              </a:rPr>
              <a:t>The connection will be closed automatically when the script ends. </a:t>
            </a:r>
            <a:br>
              <a:rPr lang="en-US" sz="3400" b="0" i="0">
                <a:latin typeface="Times New Roman" panose="02020603050405020304" pitchFamily="18" charset="0"/>
                <a:cs typeface="Times New Roman" panose="02020603050405020304" pitchFamily="18" charset="0"/>
              </a:rPr>
            </a:br>
            <a:r>
              <a:rPr lang="en-US" sz="3400" b="0" i="0">
                <a:latin typeface="Times New Roman" panose="02020603050405020304" pitchFamily="18" charset="0"/>
                <a:cs typeface="Times New Roman" panose="02020603050405020304" pitchFamily="18" charset="0"/>
              </a:rPr>
              <a:t>To close the connection before, use the following:</a:t>
            </a:r>
            <a:br>
              <a:rPr lang="en-US" sz="3400" b="0" i="0">
                <a:latin typeface="Times New Roman" panose="02020603050405020304" pitchFamily="18" charset="0"/>
                <a:cs typeface="Times New Roman" panose="02020603050405020304" pitchFamily="18" charset="0"/>
              </a:rPr>
            </a:br>
            <a:r>
              <a:rPr lang="en-US" sz="3400" b="0" i="0">
                <a:latin typeface="Times New Roman" panose="02020603050405020304" pitchFamily="18" charset="0"/>
                <a:cs typeface="Times New Roman" panose="02020603050405020304" pitchFamily="18" charset="0"/>
              </a:rPr>
              <a:t>1. MySQLi Object-Oriented</a:t>
            </a:r>
            <a:br>
              <a:rPr lang="en-US" sz="3400" b="0" i="0">
                <a:latin typeface="Times New Roman" panose="02020603050405020304" pitchFamily="18" charset="0"/>
                <a:cs typeface="Times New Roman" panose="02020603050405020304" pitchFamily="18" charset="0"/>
              </a:rPr>
            </a:br>
            <a:r>
              <a:rPr lang="en-US" sz="3400" b="0" i="0">
                <a:highlight>
                  <a:srgbClr val="00FFFF"/>
                </a:highlight>
                <a:latin typeface="Times New Roman" panose="02020603050405020304" pitchFamily="18" charset="0"/>
                <a:cs typeface="Times New Roman" panose="02020603050405020304" pitchFamily="18" charset="0"/>
              </a:rPr>
              <a:t>$conn-&gt;close();</a:t>
            </a:r>
            <a:r>
              <a:rPr lang="en-US" sz="3400" b="0" i="0">
                <a:latin typeface="Times New Roman" panose="02020603050405020304" pitchFamily="18" charset="0"/>
                <a:cs typeface="Times New Roman" panose="02020603050405020304" pitchFamily="18" charset="0"/>
              </a:rPr>
              <a:t/>
            </a:r>
            <a:br>
              <a:rPr lang="en-US" sz="3400" b="0" i="0">
                <a:latin typeface="Times New Roman" panose="02020603050405020304" pitchFamily="18" charset="0"/>
                <a:cs typeface="Times New Roman" panose="02020603050405020304" pitchFamily="18" charset="0"/>
              </a:rPr>
            </a:br>
            <a:r>
              <a:rPr lang="en-US" sz="3400" b="0" i="0">
                <a:latin typeface="Times New Roman" panose="02020603050405020304" pitchFamily="18" charset="0"/>
                <a:cs typeface="Times New Roman" panose="02020603050405020304" pitchFamily="18" charset="0"/>
              </a:rPr>
              <a:t>2. MySQLi Procedural</a:t>
            </a:r>
            <a:br>
              <a:rPr lang="en-US" sz="3400" b="0" i="0">
                <a:latin typeface="Times New Roman" panose="02020603050405020304" pitchFamily="18" charset="0"/>
                <a:cs typeface="Times New Roman" panose="02020603050405020304" pitchFamily="18" charset="0"/>
              </a:rPr>
            </a:br>
            <a:r>
              <a:rPr lang="en-US" sz="3400" b="0" i="0">
                <a:highlight>
                  <a:srgbClr val="00FFFF"/>
                </a:highlight>
                <a:latin typeface="Times New Roman" panose="02020603050405020304" pitchFamily="18" charset="0"/>
                <a:cs typeface="Times New Roman" panose="02020603050405020304" pitchFamily="18" charset="0"/>
              </a:rPr>
              <a:t>mysqli_close($conn);</a:t>
            </a:r>
            <a:r>
              <a:rPr lang="en-US" sz="3400" b="0" i="0">
                <a:latin typeface="Times New Roman" panose="02020603050405020304" pitchFamily="18" charset="0"/>
                <a:cs typeface="Times New Roman" panose="02020603050405020304" pitchFamily="18" charset="0"/>
              </a:rPr>
              <a:t/>
            </a:r>
            <a:br>
              <a:rPr lang="en-US" sz="3400" b="0" i="0">
                <a:latin typeface="Times New Roman" panose="02020603050405020304" pitchFamily="18" charset="0"/>
                <a:cs typeface="Times New Roman" panose="02020603050405020304" pitchFamily="18" charset="0"/>
              </a:rPr>
            </a:br>
            <a:r>
              <a:rPr lang="en-US" sz="3400" b="0" i="0">
                <a:latin typeface="Times New Roman" panose="02020603050405020304" pitchFamily="18" charset="0"/>
                <a:cs typeface="Times New Roman" panose="02020603050405020304" pitchFamily="18" charset="0"/>
              </a:rPr>
              <a:t>3. PDO</a:t>
            </a:r>
            <a:br>
              <a:rPr lang="en-US" sz="3400" b="0" i="0">
                <a:latin typeface="Times New Roman" panose="02020603050405020304" pitchFamily="18" charset="0"/>
                <a:cs typeface="Times New Roman" panose="02020603050405020304" pitchFamily="18" charset="0"/>
              </a:rPr>
            </a:br>
            <a:r>
              <a:rPr lang="en-US" sz="3400" b="0" i="0">
                <a:highlight>
                  <a:srgbClr val="00FFFF"/>
                </a:highlight>
                <a:latin typeface="Times New Roman" panose="02020603050405020304" pitchFamily="18" charset="0"/>
                <a:cs typeface="Times New Roman" panose="02020603050405020304" pitchFamily="18" charset="0"/>
              </a:rPr>
              <a:t>$conn = null;</a:t>
            </a:r>
          </a:p>
        </p:txBody>
      </p:sp>
      <p:sp>
        <p:nvSpPr>
          <p:cNvPr id="4" name="Slide Number Placeholder 3">
            <a:extLst>
              <a:ext uri="{FF2B5EF4-FFF2-40B4-BE49-F238E27FC236}">
                <a16:creationId xmlns:a16="http://schemas.microsoft.com/office/drawing/2014/main" xmlns="" id="{441AA0ED-86EC-9884-77A2-C31E6230EBD7}"/>
              </a:ext>
            </a:extLst>
          </p:cNvPr>
          <p:cNvSpPr>
            <a:spLocks noGrp="1"/>
          </p:cNvSpPr>
          <p:nvPr>
            <p:ph type="sldNum" idx="4"/>
          </p:nvPr>
        </p:nvSpPr>
        <p:spPr/>
        <p:txBody>
          <a:bodyPr/>
          <a:lstStyle/>
          <a:p>
            <a:pPr algn="r">
              <a:buNone/>
            </a:pPr>
            <a:fld id="{9A0DB2DC-4C9A-4742-B13C-FB6460FD3503}" type="slidenum">
              <a:rPr lang="en-GB" altLang="en-US" smtClean="0"/>
              <a:pPr algn="r">
                <a:buNone/>
              </a:pPr>
              <a:t>71</a:t>
            </a:fld>
            <a:endParaRPr lang="en-GB" alt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i="0">
                <a:solidFill>
                  <a:srgbClr val="FF0000"/>
                </a:solidFill>
                <a:latin typeface="Times New Roman" panose="02020603050405020304" pitchFamily="18" charset="0"/>
                <a:cs typeface="Times New Roman" panose="02020603050405020304" pitchFamily="18" charset="0"/>
              </a:rPr>
              <a:t>PHP Create a MySQL Database</a:t>
            </a:r>
            <a:r>
              <a:rPr lang="en-US" sz="2800" i="0">
                <a:solidFill>
                  <a:schemeClr val="tx1"/>
                </a:solidFill>
                <a:latin typeface="Times New Roman" panose="02020603050405020304" pitchFamily="18" charset="0"/>
                <a:cs typeface="Times New Roman" panose="02020603050405020304" pitchFamily="18" charset="0"/>
              </a:rPr>
              <a:t/>
            </a:r>
            <a:br>
              <a:rPr lang="en-US" sz="2800" i="0">
                <a:solidFill>
                  <a:schemeClr val="tx1"/>
                </a:solidFill>
                <a:latin typeface="Times New Roman" panose="02020603050405020304" pitchFamily="18" charset="0"/>
                <a:cs typeface="Times New Roman" panose="02020603050405020304" pitchFamily="18" charset="0"/>
              </a:rPr>
            </a:br>
            <a:r>
              <a:rPr lang="en-US" sz="2800" b="0" i="0">
                <a:solidFill>
                  <a:schemeClr val="tx1"/>
                </a:solidFill>
                <a:latin typeface="Times New Roman" panose="02020603050405020304" pitchFamily="18" charset="0"/>
                <a:cs typeface="Times New Roman" panose="02020603050405020304" pitchFamily="18" charset="0"/>
              </a:rPr>
              <a:t/>
            </a:r>
            <a:br>
              <a:rPr lang="en-US" sz="2800" b="0" i="0">
                <a:solidFill>
                  <a:schemeClr val="tx1"/>
                </a:solidFill>
                <a:latin typeface="Times New Roman" panose="02020603050405020304" pitchFamily="18" charset="0"/>
                <a:cs typeface="Times New Roman" panose="02020603050405020304" pitchFamily="18" charset="0"/>
              </a:rPr>
            </a:br>
            <a:r>
              <a:rPr lang="en-US" sz="2800" b="0" i="0">
                <a:solidFill>
                  <a:schemeClr val="tx1"/>
                </a:solidFill>
                <a:latin typeface="Times New Roman" panose="02020603050405020304" pitchFamily="18" charset="0"/>
                <a:cs typeface="Times New Roman" panose="02020603050405020304" pitchFamily="18" charset="0"/>
              </a:rPr>
              <a:t>• A database consists of one or more tables.</a:t>
            </a:r>
            <a:br>
              <a:rPr lang="en-US" sz="2800" b="0" i="0">
                <a:solidFill>
                  <a:schemeClr val="tx1"/>
                </a:solidFill>
                <a:latin typeface="Times New Roman" panose="02020603050405020304" pitchFamily="18" charset="0"/>
                <a:cs typeface="Times New Roman" panose="02020603050405020304" pitchFamily="18" charset="0"/>
              </a:rPr>
            </a:br>
            <a:r>
              <a:rPr lang="en-US" sz="2800" b="0" i="0">
                <a:solidFill>
                  <a:schemeClr val="tx1"/>
                </a:solidFill>
                <a:latin typeface="Times New Roman" panose="02020603050405020304" pitchFamily="18" charset="0"/>
                <a:cs typeface="Times New Roman" panose="02020603050405020304" pitchFamily="18" charset="0"/>
              </a:rPr>
              <a:t>• You will need special CREATE privileges to create or to delete a MySQL database.</a:t>
            </a:r>
            <a:br>
              <a:rPr lang="en-US" sz="2800" b="0" i="0">
                <a:solidFill>
                  <a:schemeClr val="tx1"/>
                </a:solidFill>
                <a:latin typeface="Times New Roman" panose="02020603050405020304" pitchFamily="18" charset="0"/>
                <a:cs typeface="Times New Roman" panose="02020603050405020304" pitchFamily="18" charset="0"/>
              </a:rPr>
            </a:br>
            <a:r>
              <a:rPr lang="en-US" sz="2800" b="0" i="0">
                <a:solidFill>
                  <a:schemeClr val="tx1"/>
                </a:solidFill>
                <a:latin typeface="Times New Roman" panose="02020603050405020304" pitchFamily="18" charset="0"/>
                <a:cs typeface="Times New Roman" panose="02020603050405020304" pitchFamily="18" charset="0"/>
              </a:rPr>
              <a:t>• Create a MySQL Database Using MySQLi</a:t>
            </a:r>
            <a:br>
              <a:rPr lang="en-US" sz="2800" b="0" i="0">
                <a:solidFill>
                  <a:schemeClr val="tx1"/>
                </a:solidFill>
                <a:latin typeface="Times New Roman" panose="02020603050405020304" pitchFamily="18" charset="0"/>
                <a:cs typeface="Times New Roman" panose="02020603050405020304" pitchFamily="18" charset="0"/>
              </a:rPr>
            </a:br>
            <a:r>
              <a:rPr lang="en-US" sz="2800" b="0" i="0">
                <a:solidFill>
                  <a:schemeClr val="tx1"/>
                </a:solidFill>
                <a:latin typeface="Times New Roman" panose="02020603050405020304" pitchFamily="18" charset="0"/>
                <a:cs typeface="Times New Roman" panose="02020603050405020304" pitchFamily="18" charset="0"/>
              </a:rPr>
              <a:t>• The CREATE DATABASE statement is used to create a database in MySQL.</a:t>
            </a:r>
            <a:br>
              <a:rPr lang="en-US" sz="2800" b="0" i="0">
                <a:solidFill>
                  <a:schemeClr val="tx1"/>
                </a:solidFill>
                <a:latin typeface="Times New Roman" panose="02020603050405020304" pitchFamily="18" charset="0"/>
                <a:cs typeface="Times New Roman" panose="02020603050405020304" pitchFamily="18" charset="0"/>
              </a:rPr>
            </a:br>
            <a:r>
              <a:rPr lang="en-US" sz="2800" b="0" i="0">
                <a:solidFill>
                  <a:schemeClr val="tx1"/>
                </a:solidFill>
                <a:latin typeface="Times New Roman" panose="02020603050405020304" pitchFamily="18" charset="0"/>
                <a:cs typeface="Times New Roman" panose="02020603050405020304" pitchFamily="18" charset="0"/>
              </a:rPr>
              <a:t>• The following examples create a database named "myDB":</a:t>
            </a:r>
          </a:p>
        </p:txBody>
      </p:sp>
      <p:sp>
        <p:nvSpPr>
          <p:cNvPr id="4" name="Slide Number Placeholder 3">
            <a:extLst>
              <a:ext uri="{FF2B5EF4-FFF2-40B4-BE49-F238E27FC236}">
                <a16:creationId xmlns:a16="http://schemas.microsoft.com/office/drawing/2014/main" xmlns="" id="{2792D0C1-E6FE-FDBF-E160-C64D2EE42236}"/>
              </a:ext>
            </a:extLst>
          </p:cNvPr>
          <p:cNvSpPr>
            <a:spLocks noGrp="1"/>
          </p:cNvSpPr>
          <p:nvPr>
            <p:ph type="sldNum" idx="4"/>
          </p:nvPr>
        </p:nvSpPr>
        <p:spPr/>
        <p:txBody>
          <a:bodyPr/>
          <a:lstStyle/>
          <a:p>
            <a:pPr algn="r">
              <a:buNone/>
            </a:pPr>
            <a:fld id="{9A0DB2DC-4C9A-4742-B13C-FB6460FD3503}" type="slidenum">
              <a:rPr lang="en-GB" altLang="en-US" smtClean="0"/>
              <a:pPr algn="r">
                <a:buNone/>
              </a:pPr>
              <a:t>72</a:t>
            </a:fld>
            <a:endParaRPr lang="en-GB" alt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500" b="0" i="0">
                <a:solidFill>
                  <a:srgbClr val="FF0000"/>
                </a:solidFill>
                <a:latin typeface="Times New Roman" panose="02020603050405020304" pitchFamily="18" charset="0"/>
                <a:cs typeface="Times New Roman" panose="02020603050405020304" pitchFamily="18" charset="0"/>
              </a:rPr>
              <a:t>PHP Insert Data Into MySQL</a:t>
            </a:r>
            <a:r>
              <a:rPr lang="en-US" sz="2500" b="0" i="0">
                <a:latin typeface="Times New Roman" panose="02020603050405020304" pitchFamily="18" charset="0"/>
                <a:cs typeface="Times New Roman" panose="02020603050405020304" pitchFamily="18" charset="0"/>
              </a:rPr>
              <a:t/>
            </a:r>
            <a:br>
              <a:rPr lang="en-US" sz="2500" b="0" i="0">
                <a:latin typeface="Times New Roman" panose="02020603050405020304" pitchFamily="18" charset="0"/>
                <a:cs typeface="Times New Roman" panose="02020603050405020304" pitchFamily="18" charset="0"/>
              </a:rPr>
            </a:br>
            <a:r>
              <a:rPr lang="en-US" sz="2500" b="0" i="0">
                <a:latin typeface="Times New Roman" panose="02020603050405020304" pitchFamily="18" charset="0"/>
                <a:cs typeface="Times New Roman" panose="02020603050405020304" pitchFamily="18" charset="0"/>
              </a:rPr>
              <a:t/>
            </a:r>
            <a:br>
              <a:rPr lang="en-US" sz="2500" b="0" i="0">
                <a:latin typeface="Times New Roman" panose="02020603050405020304" pitchFamily="18" charset="0"/>
                <a:cs typeface="Times New Roman" panose="02020603050405020304" pitchFamily="18" charset="0"/>
              </a:rPr>
            </a:br>
            <a:r>
              <a:rPr lang="en-US" sz="2500" b="0" i="0">
                <a:latin typeface="Times New Roman" panose="02020603050405020304" pitchFamily="18" charset="0"/>
                <a:cs typeface="Times New Roman" panose="02020603050405020304" pitchFamily="18" charset="0"/>
                <a:sym typeface="+mn-ea"/>
              </a:rPr>
              <a:t>•</a:t>
            </a:r>
            <a:r>
              <a:rPr lang="en-US" sz="2500" b="0" i="0">
                <a:latin typeface="Times New Roman" panose="02020603050405020304" pitchFamily="18" charset="0"/>
                <a:cs typeface="Times New Roman" panose="02020603050405020304" pitchFamily="18" charset="0"/>
              </a:rPr>
              <a:t>Insert Data Into MySQL Using MySQLi</a:t>
            </a:r>
            <a:br>
              <a:rPr lang="en-US" sz="2500" b="0" i="0">
                <a:latin typeface="Times New Roman" panose="02020603050405020304" pitchFamily="18" charset="0"/>
                <a:cs typeface="Times New Roman" panose="02020603050405020304" pitchFamily="18" charset="0"/>
              </a:rPr>
            </a:br>
            <a:r>
              <a:rPr lang="en-US" sz="2500" b="0" i="0">
                <a:latin typeface="Times New Roman" panose="02020603050405020304" pitchFamily="18" charset="0"/>
                <a:cs typeface="Times New Roman" panose="02020603050405020304" pitchFamily="18" charset="0"/>
              </a:rPr>
              <a:t>• After a database and a table have been created, we can start adding data in them.</a:t>
            </a:r>
            <a:br>
              <a:rPr lang="en-US" sz="2500" b="0" i="0">
                <a:latin typeface="Times New Roman" panose="02020603050405020304" pitchFamily="18" charset="0"/>
                <a:cs typeface="Times New Roman" panose="02020603050405020304" pitchFamily="18" charset="0"/>
              </a:rPr>
            </a:br>
            <a:r>
              <a:rPr lang="en-US" sz="2500" b="0" i="0">
                <a:latin typeface="Times New Roman" panose="02020603050405020304" pitchFamily="18" charset="0"/>
                <a:cs typeface="Times New Roman" panose="02020603050405020304" pitchFamily="18" charset="0"/>
              </a:rPr>
              <a:t/>
            </a:r>
            <a:br>
              <a:rPr lang="en-US" sz="2500" b="0" i="0">
                <a:latin typeface="Times New Roman" panose="02020603050405020304" pitchFamily="18" charset="0"/>
                <a:cs typeface="Times New Roman" panose="02020603050405020304" pitchFamily="18" charset="0"/>
              </a:rPr>
            </a:br>
            <a:r>
              <a:rPr lang="en-US" sz="2500" b="0" i="0">
                <a:latin typeface="Times New Roman" panose="02020603050405020304" pitchFamily="18" charset="0"/>
                <a:cs typeface="Times New Roman" panose="02020603050405020304" pitchFamily="18" charset="0"/>
              </a:rPr>
              <a:t>Here are some syntax rules to follow:</a:t>
            </a:r>
            <a:br>
              <a:rPr lang="en-US" sz="2500" b="0" i="0">
                <a:latin typeface="Times New Roman" panose="02020603050405020304" pitchFamily="18" charset="0"/>
                <a:cs typeface="Times New Roman" panose="02020603050405020304" pitchFamily="18" charset="0"/>
              </a:rPr>
            </a:br>
            <a:r>
              <a:rPr lang="en-US" sz="2500" b="0" i="0">
                <a:latin typeface="Times New Roman" panose="02020603050405020304" pitchFamily="18" charset="0"/>
                <a:cs typeface="Times New Roman" panose="02020603050405020304" pitchFamily="18" charset="0"/>
              </a:rPr>
              <a:t>• The SQL query must be quoted in PHP</a:t>
            </a:r>
            <a:br>
              <a:rPr lang="en-US" sz="2500" b="0" i="0">
                <a:latin typeface="Times New Roman" panose="02020603050405020304" pitchFamily="18" charset="0"/>
                <a:cs typeface="Times New Roman" panose="02020603050405020304" pitchFamily="18" charset="0"/>
              </a:rPr>
            </a:br>
            <a:r>
              <a:rPr lang="en-US" sz="2500" b="0" i="0">
                <a:latin typeface="Times New Roman" panose="02020603050405020304" pitchFamily="18" charset="0"/>
                <a:cs typeface="Times New Roman" panose="02020603050405020304" pitchFamily="18" charset="0"/>
              </a:rPr>
              <a:t>• String values inside the SQL query must be quoted</a:t>
            </a:r>
            <a:br>
              <a:rPr lang="en-US" sz="2500" b="0" i="0">
                <a:latin typeface="Times New Roman" panose="02020603050405020304" pitchFamily="18" charset="0"/>
                <a:cs typeface="Times New Roman" panose="02020603050405020304" pitchFamily="18" charset="0"/>
              </a:rPr>
            </a:br>
            <a:r>
              <a:rPr lang="en-US" sz="2500" b="0" i="0">
                <a:latin typeface="Times New Roman" panose="02020603050405020304" pitchFamily="18" charset="0"/>
                <a:cs typeface="Times New Roman" panose="02020603050405020304" pitchFamily="18" charset="0"/>
              </a:rPr>
              <a:t>• Numeric values must not be quoted</a:t>
            </a:r>
            <a:br>
              <a:rPr lang="en-US" sz="2500" b="0" i="0">
                <a:latin typeface="Times New Roman" panose="02020603050405020304" pitchFamily="18" charset="0"/>
                <a:cs typeface="Times New Roman" panose="02020603050405020304" pitchFamily="18" charset="0"/>
              </a:rPr>
            </a:br>
            <a:r>
              <a:rPr lang="en-US" sz="2500" b="0" i="0">
                <a:latin typeface="Times New Roman" panose="02020603050405020304" pitchFamily="18" charset="0"/>
                <a:cs typeface="Times New Roman" panose="02020603050405020304" pitchFamily="18" charset="0"/>
              </a:rPr>
              <a:t>• The word NULL must not be quoted</a:t>
            </a:r>
            <a:br>
              <a:rPr lang="en-US" sz="2500" b="0" i="0">
                <a:latin typeface="Times New Roman" panose="02020603050405020304" pitchFamily="18" charset="0"/>
                <a:cs typeface="Times New Roman" panose="02020603050405020304" pitchFamily="18" charset="0"/>
              </a:rPr>
            </a:br>
            <a:r>
              <a:rPr lang="en-US" sz="2500" b="0" i="0">
                <a:latin typeface="Times New Roman" panose="02020603050405020304" pitchFamily="18" charset="0"/>
                <a:cs typeface="Times New Roman" panose="02020603050405020304" pitchFamily="18" charset="0"/>
              </a:rPr>
              <a:t>The INSERT INTO statement is used to add new records to a MySQL table:</a:t>
            </a:r>
            <a:br>
              <a:rPr lang="en-US" sz="2500" b="0" i="0">
                <a:latin typeface="Times New Roman" panose="02020603050405020304" pitchFamily="18" charset="0"/>
                <a:cs typeface="Times New Roman" panose="02020603050405020304" pitchFamily="18" charset="0"/>
              </a:rPr>
            </a:br>
            <a:r>
              <a:rPr lang="en-US" sz="2500" b="0" i="0">
                <a:latin typeface="Times New Roman" panose="02020603050405020304" pitchFamily="18" charset="0"/>
                <a:cs typeface="Times New Roman" panose="02020603050405020304" pitchFamily="18" charset="0"/>
              </a:rPr>
              <a:t/>
            </a:r>
            <a:br>
              <a:rPr lang="en-US" sz="2500" b="0" i="0">
                <a:latin typeface="Times New Roman" panose="02020603050405020304" pitchFamily="18" charset="0"/>
                <a:cs typeface="Times New Roman" panose="02020603050405020304" pitchFamily="18" charset="0"/>
              </a:rPr>
            </a:br>
            <a:r>
              <a:rPr lang="en-US" sz="2500" b="0" i="0">
                <a:latin typeface="Times New Roman" panose="02020603050405020304" pitchFamily="18" charset="0"/>
                <a:cs typeface="Times New Roman" panose="02020603050405020304" pitchFamily="18" charset="0"/>
              </a:rPr>
              <a:t>INSERT INTO table_name (column1, column2, column3,...) VALUES (value1, value2, value3,...)</a:t>
            </a:r>
          </a:p>
        </p:txBody>
      </p:sp>
      <p:sp>
        <p:nvSpPr>
          <p:cNvPr id="4" name="Slide Number Placeholder 3">
            <a:extLst>
              <a:ext uri="{FF2B5EF4-FFF2-40B4-BE49-F238E27FC236}">
                <a16:creationId xmlns:a16="http://schemas.microsoft.com/office/drawing/2014/main" xmlns="" id="{F0C708D3-19CA-4AA5-3BE4-023D26A779B4}"/>
              </a:ext>
            </a:extLst>
          </p:cNvPr>
          <p:cNvSpPr>
            <a:spLocks noGrp="1"/>
          </p:cNvSpPr>
          <p:nvPr>
            <p:ph type="sldNum" idx="4"/>
          </p:nvPr>
        </p:nvSpPr>
        <p:spPr/>
        <p:txBody>
          <a:bodyPr/>
          <a:lstStyle/>
          <a:p>
            <a:pPr algn="r">
              <a:buNone/>
            </a:pPr>
            <a:fld id="{9A0DB2DC-4C9A-4742-B13C-FB6460FD3503}" type="slidenum">
              <a:rPr lang="en-GB" altLang="en-US" smtClean="0"/>
              <a:pPr algn="r">
                <a:buNone/>
              </a:pPr>
              <a:t>73</a:t>
            </a:fld>
            <a:endParaRPr lang="en-GB" alt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i="0">
                <a:solidFill>
                  <a:schemeClr val="tx1"/>
                </a:solidFill>
                <a:latin typeface="Times New Roman" panose="02020603050405020304" pitchFamily="18" charset="0"/>
                <a:cs typeface="Times New Roman" panose="02020603050405020304" pitchFamily="18" charset="0"/>
              </a:rPr>
              <a:t>Example (MySQLi Object-oriented)</a:t>
            </a:r>
            <a:r>
              <a:rPr lang="en-US" sz="2400" b="0" i="0">
                <a:solidFill>
                  <a:schemeClr val="tx1"/>
                </a:solidFill>
                <a:latin typeface="Times New Roman" panose="02020603050405020304" pitchFamily="18" charset="0"/>
                <a:cs typeface="Times New Roman" panose="02020603050405020304" pitchFamily="18" charset="0"/>
              </a:rPr>
              <a:t/>
            </a:r>
            <a:br>
              <a:rPr lang="en-US" sz="2400" b="0" i="0">
                <a:solidFill>
                  <a:schemeClr val="tx1"/>
                </a:solidFill>
                <a:latin typeface="Times New Roman" panose="02020603050405020304" pitchFamily="18" charset="0"/>
                <a:cs typeface="Times New Roman" panose="02020603050405020304" pitchFamily="18" charset="0"/>
              </a:rPr>
            </a:br>
            <a:r>
              <a:rPr lang="en-US" sz="2400" b="0" i="0">
                <a:solidFill>
                  <a:schemeClr val="tx1"/>
                </a:solidFill>
                <a:latin typeface="Times New Roman" panose="02020603050405020304" pitchFamily="18" charset="0"/>
                <a:cs typeface="Times New Roman" panose="02020603050405020304" pitchFamily="18" charset="0"/>
              </a:rPr>
              <a:t/>
            </a:r>
            <a:br>
              <a:rPr lang="en-US" sz="2400" b="0" i="0">
                <a:solidFill>
                  <a:schemeClr val="tx1"/>
                </a:solidFill>
                <a:latin typeface="Times New Roman" panose="02020603050405020304" pitchFamily="18" charset="0"/>
                <a:cs typeface="Times New Roman" panose="02020603050405020304" pitchFamily="18" charset="0"/>
              </a:rPr>
            </a:br>
            <a:r>
              <a:rPr lang="en-US" sz="2000" b="0" i="0">
                <a:solidFill>
                  <a:schemeClr val="tx1"/>
                </a:solidFill>
                <a:latin typeface="Times New Roman" panose="02020603050405020304" pitchFamily="18" charset="0"/>
                <a:cs typeface="Times New Roman" panose="02020603050405020304" pitchFamily="18" charset="0"/>
              </a:rPr>
              <a:t>&lt;?php</a:t>
            </a:r>
            <a:br>
              <a:rPr lang="en-US" sz="2000" b="0" i="0">
                <a:solidFill>
                  <a:schemeClr val="tx1"/>
                </a:solidFill>
                <a:latin typeface="Times New Roman" panose="02020603050405020304" pitchFamily="18" charset="0"/>
                <a:cs typeface="Times New Roman" panose="02020603050405020304" pitchFamily="18" charset="0"/>
              </a:rPr>
            </a:br>
            <a:r>
              <a:rPr lang="en-US" sz="2000" b="0" i="0">
                <a:solidFill>
                  <a:schemeClr val="tx1"/>
                </a:solidFill>
                <a:latin typeface="Times New Roman" panose="02020603050405020304" pitchFamily="18" charset="0"/>
                <a:cs typeface="Times New Roman" panose="02020603050405020304" pitchFamily="18" charset="0"/>
              </a:rPr>
              <a:t>$servername = "localhost";</a:t>
            </a:r>
            <a:br>
              <a:rPr lang="en-US" sz="2000" b="0" i="0">
                <a:solidFill>
                  <a:schemeClr val="tx1"/>
                </a:solidFill>
                <a:latin typeface="Times New Roman" panose="02020603050405020304" pitchFamily="18" charset="0"/>
                <a:cs typeface="Times New Roman" panose="02020603050405020304" pitchFamily="18" charset="0"/>
              </a:rPr>
            </a:br>
            <a:r>
              <a:rPr lang="en-US" sz="2000" b="0" i="0">
                <a:solidFill>
                  <a:schemeClr val="tx1"/>
                </a:solidFill>
                <a:latin typeface="Times New Roman" panose="02020603050405020304" pitchFamily="18" charset="0"/>
                <a:cs typeface="Times New Roman" panose="02020603050405020304" pitchFamily="18" charset="0"/>
              </a:rPr>
              <a:t>$username = "username";</a:t>
            </a:r>
            <a:br>
              <a:rPr lang="en-US" sz="2000" b="0" i="0">
                <a:solidFill>
                  <a:schemeClr val="tx1"/>
                </a:solidFill>
                <a:latin typeface="Times New Roman" panose="02020603050405020304" pitchFamily="18" charset="0"/>
                <a:cs typeface="Times New Roman" panose="02020603050405020304" pitchFamily="18" charset="0"/>
              </a:rPr>
            </a:br>
            <a:r>
              <a:rPr lang="en-US" sz="2000" b="0" i="0">
                <a:solidFill>
                  <a:schemeClr val="tx1"/>
                </a:solidFill>
                <a:latin typeface="Times New Roman" panose="02020603050405020304" pitchFamily="18" charset="0"/>
                <a:cs typeface="Times New Roman" panose="02020603050405020304" pitchFamily="18" charset="0"/>
              </a:rPr>
              <a:t>$password = "password";</a:t>
            </a:r>
            <a:br>
              <a:rPr lang="en-US" sz="2000" b="0" i="0">
                <a:solidFill>
                  <a:schemeClr val="tx1"/>
                </a:solidFill>
                <a:latin typeface="Times New Roman" panose="02020603050405020304" pitchFamily="18" charset="0"/>
                <a:cs typeface="Times New Roman" panose="02020603050405020304" pitchFamily="18" charset="0"/>
              </a:rPr>
            </a:br>
            <a:r>
              <a:rPr lang="en-US" sz="2000" b="0" i="0">
                <a:solidFill>
                  <a:schemeClr val="tx1"/>
                </a:solidFill>
                <a:latin typeface="Times New Roman" panose="02020603050405020304" pitchFamily="18" charset="0"/>
                <a:cs typeface="Times New Roman" panose="02020603050405020304" pitchFamily="18" charset="0"/>
              </a:rPr>
              <a:t>$dbname = "myDB";</a:t>
            </a:r>
            <a:br>
              <a:rPr lang="en-US" sz="2000" b="0" i="0">
                <a:solidFill>
                  <a:schemeClr val="tx1"/>
                </a:solidFill>
                <a:latin typeface="Times New Roman" panose="02020603050405020304" pitchFamily="18" charset="0"/>
                <a:cs typeface="Times New Roman" panose="02020603050405020304" pitchFamily="18" charset="0"/>
              </a:rPr>
            </a:br>
            <a:r>
              <a:rPr lang="en-US" sz="2000" b="0" i="0">
                <a:solidFill>
                  <a:schemeClr val="tx1"/>
                </a:solidFill>
                <a:latin typeface="Times New Roman" panose="02020603050405020304" pitchFamily="18" charset="0"/>
                <a:cs typeface="Times New Roman" panose="02020603050405020304" pitchFamily="18" charset="0"/>
              </a:rPr>
              <a:t>// Create connection</a:t>
            </a:r>
            <a:br>
              <a:rPr lang="en-US" sz="2000" b="0" i="0">
                <a:solidFill>
                  <a:schemeClr val="tx1"/>
                </a:solidFill>
                <a:latin typeface="Times New Roman" panose="02020603050405020304" pitchFamily="18" charset="0"/>
                <a:cs typeface="Times New Roman" panose="02020603050405020304" pitchFamily="18" charset="0"/>
              </a:rPr>
            </a:br>
            <a:r>
              <a:rPr lang="en-US" sz="2000" b="0" i="0">
                <a:solidFill>
                  <a:schemeClr val="tx1"/>
                </a:solidFill>
                <a:latin typeface="Times New Roman" panose="02020603050405020304" pitchFamily="18" charset="0"/>
                <a:cs typeface="Times New Roman" panose="02020603050405020304" pitchFamily="18" charset="0"/>
              </a:rPr>
              <a:t>$conn = new mysqli($servername, $username, $password,</a:t>
            </a:r>
            <a:br>
              <a:rPr lang="en-US" sz="2000" b="0" i="0">
                <a:solidFill>
                  <a:schemeClr val="tx1"/>
                </a:solidFill>
                <a:latin typeface="Times New Roman" panose="02020603050405020304" pitchFamily="18" charset="0"/>
                <a:cs typeface="Times New Roman" panose="02020603050405020304" pitchFamily="18" charset="0"/>
              </a:rPr>
            </a:br>
            <a:r>
              <a:rPr lang="en-US" sz="2000" b="0" i="0">
                <a:solidFill>
                  <a:schemeClr val="tx1"/>
                </a:solidFill>
                <a:latin typeface="Times New Roman" panose="02020603050405020304" pitchFamily="18" charset="0"/>
                <a:cs typeface="Times New Roman" panose="02020603050405020304" pitchFamily="18" charset="0"/>
              </a:rPr>
              <a:t>$dbname); // Check connection if ($conn-&gt;connect_error) {</a:t>
            </a:r>
            <a:br>
              <a:rPr lang="en-US" sz="2000" b="0" i="0">
                <a:solidFill>
                  <a:schemeClr val="tx1"/>
                </a:solidFill>
                <a:latin typeface="Times New Roman" panose="02020603050405020304" pitchFamily="18" charset="0"/>
                <a:cs typeface="Times New Roman" panose="02020603050405020304" pitchFamily="18" charset="0"/>
              </a:rPr>
            </a:br>
            <a:r>
              <a:rPr lang="en-US" sz="2000" b="0" i="0">
                <a:solidFill>
                  <a:schemeClr val="tx1"/>
                </a:solidFill>
                <a:latin typeface="Times New Roman" panose="02020603050405020304" pitchFamily="18" charset="0"/>
                <a:cs typeface="Times New Roman" panose="02020603050405020304" pitchFamily="18" charset="0"/>
              </a:rPr>
              <a:t>die("Connection failed: " . $conn-&gt;connect_error);</a:t>
            </a:r>
            <a:br>
              <a:rPr lang="en-US" sz="2000" b="0" i="0">
                <a:solidFill>
                  <a:schemeClr val="tx1"/>
                </a:solidFill>
                <a:latin typeface="Times New Roman" panose="02020603050405020304" pitchFamily="18" charset="0"/>
                <a:cs typeface="Times New Roman" panose="02020603050405020304" pitchFamily="18" charset="0"/>
              </a:rPr>
            </a:br>
            <a:r>
              <a:rPr lang="en-US" sz="2000" b="0" i="0">
                <a:solidFill>
                  <a:schemeClr val="tx1"/>
                </a:solidFill>
                <a:latin typeface="Times New Roman" panose="02020603050405020304" pitchFamily="18" charset="0"/>
                <a:cs typeface="Times New Roman" panose="02020603050405020304" pitchFamily="18" charset="0"/>
              </a:rPr>
              <a:t>}</a:t>
            </a:r>
            <a:br>
              <a:rPr lang="en-US" sz="2000" b="0" i="0">
                <a:solidFill>
                  <a:schemeClr val="tx1"/>
                </a:solidFill>
                <a:latin typeface="Times New Roman" panose="02020603050405020304" pitchFamily="18" charset="0"/>
                <a:cs typeface="Times New Roman" panose="02020603050405020304" pitchFamily="18" charset="0"/>
              </a:rPr>
            </a:br>
            <a:r>
              <a:rPr lang="en-US" sz="2000" b="0" i="0">
                <a:solidFill>
                  <a:schemeClr val="tx1"/>
                </a:solidFill>
                <a:latin typeface="Times New Roman" panose="02020603050405020304" pitchFamily="18" charset="0"/>
                <a:cs typeface="Times New Roman" panose="02020603050405020304" pitchFamily="18" charset="0"/>
              </a:rPr>
              <a:t>$sql = "INSERT INTO MyGuests (firstname, lastname, email) VALUES ('John', 'Doe', 'john@example.com')";</a:t>
            </a:r>
            <a:br>
              <a:rPr lang="en-US" sz="2000" b="0" i="0">
                <a:solidFill>
                  <a:schemeClr val="tx1"/>
                </a:solidFill>
                <a:latin typeface="Times New Roman" panose="02020603050405020304" pitchFamily="18" charset="0"/>
                <a:cs typeface="Times New Roman" panose="02020603050405020304" pitchFamily="18" charset="0"/>
              </a:rPr>
            </a:br>
            <a:r>
              <a:rPr lang="en-US" sz="2000" b="0" i="0">
                <a:solidFill>
                  <a:schemeClr val="tx1"/>
                </a:solidFill>
                <a:latin typeface="Times New Roman" panose="02020603050405020304" pitchFamily="18" charset="0"/>
                <a:cs typeface="Times New Roman" panose="02020603050405020304" pitchFamily="18" charset="0"/>
              </a:rPr>
              <a:t>if ($conn-&gt;query($sql) === TRUE) { echo "New record created</a:t>
            </a:r>
            <a:br>
              <a:rPr lang="en-US" sz="2000" b="0" i="0">
                <a:solidFill>
                  <a:schemeClr val="tx1"/>
                </a:solidFill>
                <a:latin typeface="Times New Roman" panose="02020603050405020304" pitchFamily="18" charset="0"/>
                <a:cs typeface="Times New Roman" panose="02020603050405020304" pitchFamily="18" charset="0"/>
              </a:rPr>
            </a:br>
            <a:r>
              <a:rPr lang="en-US" sz="2000" b="0" i="0">
                <a:solidFill>
                  <a:schemeClr val="tx1"/>
                </a:solidFill>
                <a:latin typeface="Times New Roman" panose="02020603050405020304" pitchFamily="18" charset="0"/>
                <a:cs typeface="Times New Roman" panose="02020603050405020304" pitchFamily="18" charset="0"/>
              </a:rPr>
              <a:t>successfully"; } else {</a:t>
            </a:r>
            <a:br>
              <a:rPr lang="en-US" sz="2000" b="0" i="0">
                <a:solidFill>
                  <a:schemeClr val="tx1"/>
                </a:solidFill>
                <a:latin typeface="Times New Roman" panose="02020603050405020304" pitchFamily="18" charset="0"/>
                <a:cs typeface="Times New Roman" panose="02020603050405020304" pitchFamily="18" charset="0"/>
              </a:rPr>
            </a:br>
            <a:r>
              <a:rPr lang="en-US" sz="2000" b="0" i="0">
                <a:solidFill>
                  <a:schemeClr val="tx1"/>
                </a:solidFill>
                <a:latin typeface="Times New Roman" panose="02020603050405020304" pitchFamily="18" charset="0"/>
                <a:cs typeface="Times New Roman" panose="02020603050405020304" pitchFamily="18" charset="0"/>
              </a:rPr>
              <a:t>echo "Error: " . $sql . "&lt;br&gt;" . $conn-&gt;error;</a:t>
            </a:r>
            <a:br>
              <a:rPr lang="en-US" sz="2000" b="0" i="0">
                <a:solidFill>
                  <a:schemeClr val="tx1"/>
                </a:solidFill>
                <a:latin typeface="Times New Roman" panose="02020603050405020304" pitchFamily="18" charset="0"/>
                <a:cs typeface="Times New Roman" panose="02020603050405020304" pitchFamily="18" charset="0"/>
              </a:rPr>
            </a:br>
            <a:r>
              <a:rPr lang="en-US" sz="2000" b="0" i="0">
                <a:solidFill>
                  <a:schemeClr val="tx1"/>
                </a:solidFill>
                <a:latin typeface="Times New Roman" panose="02020603050405020304" pitchFamily="18" charset="0"/>
                <a:cs typeface="Times New Roman" panose="02020603050405020304" pitchFamily="18" charset="0"/>
              </a:rPr>
              <a:t>}</a:t>
            </a:r>
            <a:br>
              <a:rPr lang="en-US" sz="2000" b="0" i="0">
                <a:solidFill>
                  <a:schemeClr val="tx1"/>
                </a:solidFill>
                <a:latin typeface="Times New Roman" panose="02020603050405020304" pitchFamily="18" charset="0"/>
                <a:cs typeface="Times New Roman" panose="02020603050405020304" pitchFamily="18" charset="0"/>
              </a:rPr>
            </a:br>
            <a:r>
              <a:rPr lang="en-US" sz="2000" b="0" i="0">
                <a:solidFill>
                  <a:schemeClr val="tx1"/>
                </a:solidFill>
                <a:latin typeface="Times New Roman" panose="02020603050405020304" pitchFamily="18" charset="0"/>
                <a:cs typeface="Times New Roman" panose="02020603050405020304" pitchFamily="18" charset="0"/>
              </a:rPr>
              <a:t>$conn-</a:t>
            </a:r>
            <a:br>
              <a:rPr lang="en-US" sz="2000" b="0" i="0">
                <a:solidFill>
                  <a:schemeClr val="tx1"/>
                </a:solidFill>
                <a:latin typeface="Times New Roman" panose="02020603050405020304" pitchFamily="18" charset="0"/>
                <a:cs typeface="Times New Roman" panose="02020603050405020304" pitchFamily="18" charset="0"/>
              </a:rPr>
            </a:br>
            <a:r>
              <a:rPr lang="en-US" sz="2000" b="0" i="0">
                <a:solidFill>
                  <a:schemeClr val="tx1"/>
                </a:solidFill>
                <a:latin typeface="Times New Roman" panose="02020603050405020304" pitchFamily="18" charset="0"/>
                <a:cs typeface="Times New Roman" panose="02020603050405020304" pitchFamily="18" charset="0"/>
              </a:rPr>
              <a:t>&gt;close(); ?&gt;</a:t>
            </a:r>
          </a:p>
        </p:txBody>
      </p:sp>
      <p:sp>
        <p:nvSpPr>
          <p:cNvPr id="4" name="Slide Number Placeholder 3">
            <a:extLst>
              <a:ext uri="{FF2B5EF4-FFF2-40B4-BE49-F238E27FC236}">
                <a16:creationId xmlns:a16="http://schemas.microsoft.com/office/drawing/2014/main" xmlns="" id="{995238CD-B9EA-BF95-703D-E86C0AE345F5}"/>
              </a:ext>
            </a:extLst>
          </p:cNvPr>
          <p:cNvSpPr>
            <a:spLocks noGrp="1"/>
          </p:cNvSpPr>
          <p:nvPr>
            <p:ph type="sldNum" idx="4"/>
          </p:nvPr>
        </p:nvSpPr>
        <p:spPr/>
        <p:txBody>
          <a:bodyPr/>
          <a:lstStyle/>
          <a:p>
            <a:pPr algn="r">
              <a:buNone/>
            </a:pPr>
            <a:fld id="{9A0DB2DC-4C9A-4742-B13C-FB6460FD3503}" type="slidenum">
              <a:rPr lang="en-GB" altLang="en-US" smtClean="0"/>
              <a:pPr algn="r">
                <a:buNone/>
              </a:pPr>
              <a:t>74</a:t>
            </a:fld>
            <a:endParaRPr lang="en-GB" alt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Font typeface="Arial" panose="020B0604020202020204" pitchFamily="34" charset="0"/>
              <a:buNone/>
            </a:pPr>
            <a:r>
              <a:rPr lang="en-US" sz="4500">
                <a:solidFill>
                  <a:srgbClr val="FF0000"/>
                </a:solidFill>
                <a:latin typeface="Times New Roman" panose="02020603050405020304" pitchFamily="18" charset="0"/>
                <a:cs typeface="Times New Roman" panose="02020603050405020304" pitchFamily="18" charset="0"/>
              </a:rPr>
              <a:t>Cookies and sessions</a:t>
            </a:r>
            <a:r>
              <a:rPr lang="en-US" sz="3100"/>
              <a:t/>
            </a:r>
            <a:br>
              <a:rPr lang="en-US" sz="3100"/>
            </a:br>
            <a:r>
              <a:rPr lang="en-US" sz="3100"/>
              <a:t/>
            </a:r>
            <a:br>
              <a:rPr lang="en-US" sz="3100"/>
            </a:br>
            <a:r>
              <a:rPr lang="en-US" sz="3100"/>
              <a:t>HTTP is stateless – it does not keep track of the client between requests</a:t>
            </a:r>
            <a:br>
              <a:rPr lang="en-US" sz="3100"/>
            </a:br>
            <a:r>
              <a:rPr lang="en-US" sz="3100"/>
              <a:t>But sometimes we need to keep track of this information</a:t>
            </a:r>
            <a:br>
              <a:rPr lang="en-US" sz="3100"/>
            </a:br>
            <a:r>
              <a:rPr lang="en-US" sz="3100"/>
              <a:t>(i)Shopping cart</a:t>
            </a:r>
            <a:br>
              <a:rPr lang="en-US" sz="3100"/>
            </a:br>
            <a:r>
              <a:rPr lang="en-US" sz="3100"/>
              <a:t>(ii)“Remember me” on login sites</a:t>
            </a:r>
            <a:br>
              <a:rPr lang="en-US" sz="3100"/>
            </a:br>
            <a:r>
              <a:rPr lang="en-US" sz="3100"/>
              <a:t>2 solutions to this issue</a:t>
            </a:r>
            <a:br>
              <a:rPr lang="en-US" sz="3100"/>
            </a:br>
            <a:r>
              <a:rPr lang="en-US" sz="3100"/>
              <a:t></a:t>
            </a:r>
            <a:r>
              <a:rPr lang="en-US" sz="3100">
                <a:solidFill>
                  <a:srgbClr val="FF0000"/>
                </a:solidFill>
              </a:rPr>
              <a:t>Cookies</a:t>
            </a:r>
            <a:r>
              <a:rPr lang="en-US" sz="3100"/>
              <a:t> – small file stored client-side</a:t>
            </a:r>
            <a:br>
              <a:rPr lang="en-US" sz="3100"/>
            </a:br>
            <a:r>
              <a:rPr lang="en-US" sz="3100">
                <a:solidFill>
                  <a:srgbClr val="FF0000"/>
                </a:solidFill>
              </a:rPr>
              <a:t>Sessions</a:t>
            </a:r>
            <a:r>
              <a:rPr lang="en-US" sz="3100"/>
              <a:t> – relevant data stored on the server</a:t>
            </a:r>
          </a:p>
        </p:txBody>
      </p:sp>
      <p:sp>
        <p:nvSpPr>
          <p:cNvPr id="4" name="Slide Number Placeholder 3">
            <a:extLst>
              <a:ext uri="{FF2B5EF4-FFF2-40B4-BE49-F238E27FC236}">
                <a16:creationId xmlns:a16="http://schemas.microsoft.com/office/drawing/2014/main" xmlns="" id="{AAA76827-C2DA-BF60-4D29-981864C5ACFD}"/>
              </a:ext>
            </a:extLst>
          </p:cNvPr>
          <p:cNvSpPr>
            <a:spLocks noGrp="1"/>
          </p:cNvSpPr>
          <p:nvPr>
            <p:ph type="sldNum" idx="4"/>
          </p:nvPr>
        </p:nvSpPr>
        <p:spPr/>
        <p:txBody>
          <a:bodyPr/>
          <a:lstStyle/>
          <a:p>
            <a:pPr algn="r">
              <a:buNone/>
            </a:pPr>
            <a:fld id="{9A0DB2DC-4C9A-4742-B13C-FB6460FD3503}" type="slidenum">
              <a:rPr lang="en-GB" altLang="en-US" smtClean="0"/>
              <a:pPr algn="r">
                <a:buNone/>
              </a:pPr>
              <a:t>75</a:t>
            </a:fld>
            <a:endParaRPr lang="en-GB" alt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2600" b="0" i="0">
                <a:latin typeface="Times New Roman" panose="02020603050405020304" pitchFamily="18" charset="0"/>
                <a:cs typeface="Times New Roman" panose="02020603050405020304" pitchFamily="18" charset="0"/>
              </a:rPr>
              <a:t/>
            </a:r>
            <a:br>
              <a:rPr lang="en-US" sz="2600" b="0" i="0">
                <a:latin typeface="Times New Roman" panose="02020603050405020304" pitchFamily="18" charset="0"/>
                <a:cs typeface="Times New Roman" panose="02020603050405020304" pitchFamily="18" charset="0"/>
              </a:rPr>
            </a:br>
            <a:r>
              <a:rPr lang="en-US" b="0" i="0">
                <a:solidFill>
                  <a:srgbClr val="FF0000"/>
                </a:solidFill>
                <a:latin typeface="Times New Roman" panose="02020603050405020304" pitchFamily="18" charset="0"/>
                <a:cs typeface="Times New Roman" panose="02020603050405020304" pitchFamily="18" charset="0"/>
                <a:sym typeface="+mn-ea"/>
              </a:rPr>
              <a:t>Cookies</a:t>
            </a:r>
            <a:r>
              <a:rPr lang="en-US" sz="2600" b="0" i="0">
                <a:solidFill>
                  <a:srgbClr val="FF0000"/>
                </a:solidFill>
                <a:latin typeface="Times New Roman" panose="02020603050405020304" pitchFamily="18" charset="0"/>
                <a:cs typeface="Times New Roman" panose="02020603050405020304" pitchFamily="18" charset="0"/>
              </a:rPr>
              <a:t/>
            </a:r>
            <a:br>
              <a:rPr lang="en-US" sz="2600" b="0" i="0">
                <a:solidFill>
                  <a:srgbClr val="FF0000"/>
                </a:solidFill>
                <a:latin typeface="Times New Roman" panose="02020603050405020304" pitchFamily="18" charset="0"/>
                <a:cs typeface="Times New Roman" panose="02020603050405020304" pitchFamily="18" charset="0"/>
              </a:rPr>
            </a:br>
            <a:r>
              <a:rPr lang="en-US" sz="2600" b="0" i="0">
                <a:latin typeface="Times New Roman" panose="02020603050405020304" pitchFamily="18" charset="0"/>
                <a:cs typeface="Times New Roman" panose="02020603050405020304" pitchFamily="18" charset="0"/>
              </a:rPr>
              <a:t/>
            </a:r>
            <a:br>
              <a:rPr lang="en-US" sz="2600" b="0" i="0">
                <a:latin typeface="Times New Roman" panose="02020603050405020304" pitchFamily="18" charset="0"/>
                <a:cs typeface="Times New Roman" panose="02020603050405020304" pitchFamily="18" charset="0"/>
              </a:rPr>
            </a:br>
            <a:r>
              <a:rPr lang="en-US" sz="2600" b="0" i="0">
                <a:latin typeface="Times New Roman" panose="02020603050405020304" pitchFamily="18" charset="0"/>
                <a:cs typeface="Times New Roman" panose="02020603050405020304" pitchFamily="18" charset="0"/>
              </a:rPr>
              <a:t/>
            </a:r>
            <a:br>
              <a:rPr lang="en-US" sz="2600" b="0" i="0">
                <a:latin typeface="Times New Roman" panose="02020603050405020304" pitchFamily="18" charset="0"/>
                <a:cs typeface="Times New Roman" panose="02020603050405020304" pitchFamily="18" charset="0"/>
              </a:rPr>
            </a:br>
            <a:r>
              <a:rPr lang="en-US" sz="2600" b="0" i="0">
                <a:latin typeface="Times New Roman" panose="02020603050405020304" pitchFamily="18" charset="0"/>
                <a:cs typeface="Times New Roman" panose="02020603050405020304" pitchFamily="18" charset="0"/>
              </a:rPr>
              <a:t>Cookies are stored on the user’s browser, and are sent to the server on every relevant request</a:t>
            </a:r>
            <a:br>
              <a:rPr lang="en-US" sz="2600" b="0" i="0">
                <a:latin typeface="Times New Roman" panose="02020603050405020304" pitchFamily="18" charset="0"/>
                <a:cs typeface="Times New Roman" panose="02020603050405020304" pitchFamily="18" charset="0"/>
              </a:rPr>
            </a:br>
            <a:r>
              <a:rPr lang="en-US" sz="2600" b="0" i="0">
                <a:latin typeface="Times New Roman" panose="02020603050405020304" pitchFamily="18" charset="0"/>
                <a:cs typeface="Times New Roman" panose="02020603050405020304" pitchFamily="18" charset="0"/>
              </a:rPr>
              <a:t/>
            </a:r>
            <a:br>
              <a:rPr lang="en-US" sz="2600" b="0" i="0">
                <a:latin typeface="Times New Roman" panose="02020603050405020304" pitchFamily="18" charset="0"/>
                <a:cs typeface="Times New Roman" panose="02020603050405020304" pitchFamily="18" charset="0"/>
              </a:rPr>
            </a:br>
            <a:r>
              <a:rPr lang="en-US" sz="2600" b="0" i="0">
                <a:latin typeface="Times New Roman" panose="02020603050405020304" pitchFamily="18" charset="0"/>
                <a:cs typeface="Times New Roman" panose="02020603050405020304" pitchFamily="18" charset="0"/>
              </a:rPr>
              <a:t>The $_COOKIE superglobal makes a cookie a key-value pairing</a:t>
            </a:r>
            <a:br>
              <a:rPr lang="en-US" sz="2600" b="0" i="0">
                <a:latin typeface="Times New Roman" panose="02020603050405020304" pitchFamily="18" charset="0"/>
                <a:cs typeface="Times New Roman" panose="02020603050405020304" pitchFamily="18" charset="0"/>
              </a:rPr>
            </a:br>
            <a:r>
              <a:rPr lang="en-US" sz="2600" b="0" i="0">
                <a:latin typeface="Times New Roman" panose="02020603050405020304" pitchFamily="18" charset="0"/>
                <a:cs typeface="Times New Roman" panose="02020603050405020304" pitchFamily="18" charset="0"/>
              </a:rPr>
              <a:t></a:t>
            </a:r>
            <a:br>
              <a:rPr lang="en-US" sz="2600" b="0" i="0">
                <a:latin typeface="Times New Roman" panose="02020603050405020304" pitchFamily="18" charset="0"/>
                <a:cs typeface="Times New Roman" panose="02020603050405020304" pitchFamily="18" charset="0"/>
              </a:rPr>
            </a:br>
            <a:r>
              <a:rPr lang="en-US" sz="2600" b="0" i="0">
                <a:latin typeface="Times New Roman" panose="02020603050405020304" pitchFamily="18" charset="0"/>
                <a:cs typeface="Times New Roman" panose="02020603050405020304" pitchFamily="18" charset="0"/>
              </a:rPr>
              <a:t>Store user information as a value with a known key</a:t>
            </a:r>
            <a:br>
              <a:rPr lang="en-US" sz="2600" b="0" i="0">
                <a:latin typeface="Times New Roman" panose="02020603050405020304" pitchFamily="18" charset="0"/>
                <a:cs typeface="Times New Roman" panose="02020603050405020304" pitchFamily="18" charset="0"/>
              </a:rPr>
            </a:br>
            <a:r>
              <a:rPr lang="en-US" sz="2600" b="0" i="0">
                <a:latin typeface="Times New Roman" panose="02020603050405020304" pitchFamily="18" charset="0"/>
                <a:cs typeface="Times New Roman" panose="02020603050405020304" pitchFamily="18" charset="0"/>
              </a:rPr>
              <a:t>Never assume a cookie has been set. Always check with isset($_COOKIE[$cookie_name]) before trying to use the cookie’s value.</a:t>
            </a:r>
          </a:p>
        </p:txBody>
      </p:sp>
      <p:sp>
        <p:nvSpPr>
          <p:cNvPr id="4" name="Slide Number Placeholder 3">
            <a:extLst>
              <a:ext uri="{FF2B5EF4-FFF2-40B4-BE49-F238E27FC236}">
                <a16:creationId xmlns:a16="http://schemas.microsoft.com/office/drawing/2014/main" xmlns="" id="{0579BCF0-B6D4-406B-5109-F7644415ED79}"/>
              </a:ext>
            </a:extLst>
          </p:cNvPr>
          <p:cNvSpPr>
            <a:spLocks noGrp="1"/>
          </p:cNvSpPr>
          <p:nvPr>
            <p:ph type="sldNum" idx="4"/>
          </p:nvPr>
        </p:nvSpPr>
        <p:spPr/>
        <p:txBody>
          <a:bodyPr/>
          <a:lstStyle/>
          <a:p>
            <a:pPr algn="r">
              <a:buNone/>
            </a:pPr>
            <a:fld id="{9A0DB2DC-4C9A-4742-B13C-FB6460FD3503}" type="slidenum">
              <a:rPr lang="en-GB" altLang="en-US" smtClean="0"/>
              <a:pPr algn="r">
                <a:buNone/>
              </a:pPr>
              <a:t>76</a:t>
            </a:fld>
            <a:endParaRPr lang="en-GB" alt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a:solidFill>
                  <a:srgbClr val="FF0000"/>
                </a:solidFill>
                <a:latin typeface="Times New Roman" panose="02020603050405020304" pitchFamily="18" charset="0"/>
                <a:cs typeface="Times New Roman" panose="02020603050405020304" pitchFamily="18" charset="0"/>
              </a:rPr>
              <a:t>Setting cookies</a:t>
            </a:r>
            <a:r>
              <a:rPr lang="en-US" sz="2900">
                <a:latin typeface="Times New Roman" panose="02020603050405020304" pitchFamily="18" charset="0"/>
                <a:cs typeface="Times New Roman" panose="02020603050405020304" pitchFamily="18" charset="0"/>
              </a:rPr>
              <a:t/>
            </a:r>
            <a:br>
              <a:rPr lang="en-US" sz="2900">
                <a:latin typeface="Times New Roman" panose="02020603050405020304" pitchFamily="18" charset="0"/>
                <a:cs typeface="Times New Roman" panose="02020603050405020304" pitchFamily="18" charset="0"/>
              </a:rPr>
            </a:br>
            <a:r>
              <a:rPr lang="en-US" sz="2900">
                <a:latin typeface="Times New Roman" panose="02020603050405020304" pitchFamily="18" charset="0"/>
                <a:cs typeface="Times New Roman" panose="02020603050405020304" pitchFamily="18" charset="0"/>
              </a:rPr>
              <a:t></a:t>
            </a:r>
            <a:r>
              <a:rPr lang="en-US" sz="2900" b="0" i="0">
                <a:latin typeface="Times New Roman" panose="02020603050405020304" pitchFamily="18" charset="0"/>
                <a:cs typeface="Times New Roman" panose="02020603050405020304" pitchFamily="18" charset="0"/>
              </a:rPr>
              <a:t>Cookies are set via the HTTP header</a:t>
            </a:r>
            <a:br>
              <a:rPr lang="en-US" sz="2900" b="0" i="0">
                <a:latin typeface="Times New Roman" panose="02020603050405020304" pitchFamily="18" charset="0"/>
                <a:cs typeface="Times New Roman" panose="02020603050405020304" pitchFamily="18" charset="0"/>
              </a:rPr>
            </a:br>
            <a:r>
              <a:rPr lang="en-US" sz="2900" b="0" i="0">
                <a:latin typeface="Times New Roman" panose="02020603050405020304" pitchFamily="18" charset="0"/>
                <a:cs typeface="Times New Roman" panose="02020603050405020304" pitchFamily="18" charset="0"/>
              </a:rPr>
              <a:t>Must be sent before the body – before any HTML, CSS, JS, etc.</a:t>
            </a:r>
            <a:br>
              <a:rPr lang="en-US" sz="2900" b="0" i="0">
                <a:latin typeface="Times New Roman" panose="02020603050405020304" pitchFamily="18" charset="0"/>
                <a:cs typeface="Times New Roman" panose="02020603050405020304" pitchFamily="18" charset="0"/>
              </a:rPr>
            </a:br>
            <a:r>
              <a:rPr lang="en-US" sz="2900" b="0" i="0">
                <a:latin typeface="Times New Roman" panose="02020603050405020304" pitchFamily="18" charset="0"/>
                <a:cs typeface="Times New Roman" panose="02020603050405020304" pitchFamily="18" charset="0"/>
              </a:rPr>
              <a:t>This code will not work:</a:t>
            </a:r>
            <a:br>
              <a:rPr lang="en-US" sz="2900" b="0" i="0">
                <a:latin typeface="Times New Roman" panose="02020603050405020304" pitchFamily="18" charset="0"/>
                <a:cs typeface="Times New Roman" panose="02020603050405020304" pitchFamily="18" charset="0"/>
              </a:rPr>
            </a:br>
            <a:r>
              <a:rPr lang="en-US" sz="2900" b="0" i="0">
                <a:latin typeface="Times New Roman" panose="02020603050405020304" pitchFamily="18" charset="0"/>
                <a:cs typeface="Times New Roman" panose="02020603050405020304" pitchFamily="18" charset="0"/>
              </a:rPr>
              <a:t>if(isset($_COOKIE["6470"])) {</a:t>
            </a:r>
            <a:br>
              <a:rPr lang="en-US" sz="2900" b="0" i="0">
                <a:latin typeface="Times New Roman" panose="02020603050405020304" pitchFamily="18" charset="0"/>
                <a:cs typeface="Times New Roman" panose="02020603050405020304" pitchFamily="18" charset="0"/>
              </a:rPr>
            </a:br>
            <a:r>
              <a:rPr lang="en-US" sz="2900" b="0" i="0">
                <a:latin typeface="Times New Roman" panose="02020603050405020304" pitchFamily="18" charset="0"/>
                <a:cs typeface="Times New Roman" panose="02020603050405020304" pitchFamily="18" charset="0"/>
              </a:rPr>
              <a:t>$value = $_COOKIE['6470'];</a:t>
            </a:r>
            <a:br>
              <a:rPr lang="en-US" sz="2900" b="0" i="0">
                <a:latin typeface="Times New Roman" panose="02020603050405020304" pitchFamily="18" charset="0"/>
                <a:cs typeface="Times New Roman" panose="02020603050405020304" pitchFamily="18" charset="0"/>
              </a:rPr>
            </a:br>
            <a:r>
              <a:rPr lang="en-US" sz="2900" b="0" i="0">
                <a:latin typeface="Times New Roman" panose="02020603050405020304" pitchFamily="18" charset="0"/>
                <a:cs typeface="Times New Roman" panose="02020603050405020304" pitchFamily="18" charset="0"/>
              </a:rPr>
              <a:t>echo "Cookie is set to $value";</a:t>
            </a:r>
            <a:br>
              <a:rPr lang="en-US" sz="2900" b="0" i="0">
                <a:latin typeface="Times New Roman" panose="02020603050405020304" pitchFamily="18" charset="0"/>
                <a:cs typeface="Times New Roman" panose="02020603050405020304" pitchFamily="18" charset="0"/>
              </a:rPr>
            </a:br>
            <a:r>
              <a:rPr lang="en-US" sz="2900" b="0" i="0">
                <a:latin typeface="Times New Roman" panose="02020603050405020304" pitchFamily="18" charset="0"/>
                <a:cs typeface="Times New Roman" panose="02020603050405020304" pitchFamily="18" charset="0"/>
              </a:rPr>
              <a:t>}</a:t>
            </a:r>
            <a:br>
              <a:rPr lang="en-US" sz="2900" b="0" i="0">
                <a:latin typeface="Times New Roman" panose="02020603050405020304" pitchFamily="18" charset="0"/>
                <a:cs typeface="Times New Roman" panose="02020603050405020304" pitchFamily="18" charset="0"/>
              </a:rPr>
            </a:br>
            <a:r>
              <a:rPr lang="en-US" sz="2900" b="0" i="0">
                <a:latin typeface="Times New Roman" panose="02020603050405020304" pitchFamily="18" charset="0"/>
                <a:cs typeface="Times New Roman" panose="02020603050405020304" pitchFamily="18" charset="0"/>
              </a:rPr>
              <a:t>else {</a:t>
            </a:r>
            <a:br>
              <a:rPr lang="en-US" sz="2900" b="0" i="0">
                <a:latin typeface="Times New Roman" panose="02020603050405020304" pitchFamily="18" charset="0"/>
                <a:cs typeface="Times New Roman" panose="02020603050405020304" pitchFamily="18" charset="0"/>
              </a:rPr>
            </a:br>
            <a:r>
              <a:rPr lang="en-US" sz="2900" b="0" i="0">
                <a:latin typeface="Times New Roman" panose="02020603050405020304" pitchFamily="18" charset="0"/>
                <a:cs typeface="Times New Roman" panose="02020603050405020304" pitchFamily="18" charset="0"/>
              </a:rPr>
              <a:t>$value = 0;</a:t>
            </a:r>
            <a:br>
              <a:rPr lang="en-US" sz="2900" b="0" i="0">
                <a:latin typeface="Times New Roman" panose="02020603050405020304" pitchFamily="18" charset="0"/>
                <a:cs typeface="Times New Roman" panose="02020603050405020304" pitchFamily="18" charset="0"/>
              </a:rPr>
            </a:br>
            <a:r>
              <a:rPr lang="en-US" sz="2900" b="0" i="0">
                <a:latin typeface="Times New Roman" panose="02020603050405020304" pitchFamily="18" charset="0"/>
                <a:cs typeface="Times New Roman" panose="02020603050405020304" pitchFamily="18" charset="0"/>
              </a:rPr>
              <a:t>}</a:t>
            </a:r>
            <a:br>
              <a:rPr lang="en-US" sz="2900" b="0" i="0">
                <a:latin typeface="Times New Roman" panose="02020603050405020304" pitchFamily="18" charset="0"/>
                <a:cs typeface="Times New Roman" panose="02020603050405020304" pitchFamily="18" charset="0"/>
              </a:rPr>
            </a:br>
            <a:r>
              <a:rPr lang="en-US" sz="2900" b="0" i="0">
                <a:latin typeface="Times New Roman" panose="02020603050405020304" pitchFamily="18" charset="0"/>
                <a:cs typeface="Times New Roman" panose="02020603050405020304" pitchFamily="18" charset="0"/>
              </a:rPr>
              <a:t>// after echo statement: will not work!</a:t>
            </a:r>
            <a:br>
              <a:rPr lang="en-US" sz="2900" b="0" i="0">
                <a:latin typeface="Times New Roman" panose="02020603050405020304" pitchFamily="18" charset="0"/>
                <a:cs typeface="Times New Roman" panose="02020603050405020304" pitchFamily="18" charset="0"/>
              </a:rPr>
            </a:br>
            <a:r>
              <a:rPr lang="en-US" sz="2900" b="0" i="0">
                <a:latin typeface="Times New Roman" panose="02020603050405020304" pitchFamily="18" charset="0"/>
                <a:cs typeface="Times New Roman" panose="02020603050405020304" pitchFamily="18" charset="0"/>
              </a:rPr>
              <a:t>setcookie("6470", $value+1, time()+60*60);?&gt;</a:t>
            </a:r>
          </a:p>
        </p:txBody>
      </p:sp>
      <p:sp>
        <p:nvSpPr>
          <p:cNvPr id="4" name="Slide Number Placeholder 3">
            <a:extLst>
              <a:ext uri="{FF2B5EF4-FFF2-40B4-BE49-F238E27FC236}">
                <a16:creationId xmlns:a16="http://schemas.microsoft.com/office/drawing/2014/main" xmlns="" id="{1BC70102-1F40-1904-39AB-6A801F89D502}"/>
              </a:ext>
            </a:extLst>
          </p:cNvPr>
          <p:cNvSpPr>
            <a:spLocks noGrp="1"/>
          </p:cNvSpPr>
          <p:nvPr>
            <p:ph type="sldNum" idx="4"/>
          </p:nvPr>
        </p:nvSpPr>
        <p:spPr/>
        <p:txBody>
          <a:bodyPr/>
          <a:lstStyle/>
          <a:p>
            <a:pPr algn="r">
              <a:buNone/>
            </a:pPr>
            <a:fld id="{9A0DB2DC-4C9A-4742-B13C-FB6460FD3503}" type="slidenum">
              <a:rPr lang="en-GB" altLang="en-US" smtClean="0"/>
              <a:pPr algn="r">
                <a:buNone/>
              </a:pPr>
              <a:t>77</a:t>
            </a:fld>
            <a:endParaRPr lang="en-GB" alt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442595" y="295910"/>
            <a:ext cx="9124315" cy="7256780"/>
          </a:xfrm>
          <a:prstGeom prst="rect">
            <a:avLst/>
          </a:prstGeom>
          <a:noFill/>
        </p:spPr>
        <p:txBody>
          <a:bodyPr wrap="square" rtlCol="0" anchor="t">
            <a:noAutofit/>
          </a:bodyPr>
          <a:lstStyle/>
          <a:p>
            <a:r>
              <a:rPr lang="en-US" sz="2800">
                <a:solidFill>
                  <a:srgbClr val="FF0000"/>
                </a:solidFill>
                <a:latin typeface="Times New Roman" panose="02020603050405020304" pitchFamily="18" charset="0"/>
                <a:cs typeface="Times New Roman" panose="02020603050405020304" pitchFamily="18" charset="0"/>
              </a:rPr>
              <a:t>Example of cookie usage</a:t>
            </a:r>
          </a:p>
          <a:p>
            <a:endParaRPr lang="en-US" sz="2800">
              <a:latin typeface="Times New Roman" panose="02020603050405020304" pitchFamily="18" charset="0"/>
              <a:cs typeface="Times New Roman" panose="02020603050405020304" pitchFamily="18" charset="0"/>
            </a:endParaRPr>
          </a:p>
          <a:p>
            <a:r>
              <a:rPr lang="en-US" sz="2800">
                <a:latin typeface="Times New Roman" panose="02020603050405020304" pitchFamily="18" charset="0"/>
                <a:cs typeface="Times New Roman" panose="02020603050405020304" pitchFamily="18" charset="0"/>
              </a:rPr>
              <a:t>First visit: form with a text field for user’s name</a:t>
            </a:r>
          </a:p>
          <a:p>
            <a:endParaRPr lang="en-US" sz="2800">
              <a:latin typeface="Times New Roman" panose="02020603050405020304" pitchFamily="18" charset="0"/>
              <a:cs typeface="Times New Roman" panose="02020603050405020304" pitchFamily="18" charset="0"/>
            </a:endParaRPr>
          </a:p>
          <a:p>
            <a:r>
              <a:rPr lang="en-US" sz="2800">
                <a:latin typeface="Times New Roman" panose="02020603050405020304" pitchFamily="18" charset="0"/>
                <a:cs typeface="Times New Roman" panose="02020603050405020304" pitchFamily="18" charset="0"/>
              </a:rPr>
              <a:t>Subsequent visits: Welcome message with the name</a:t>
            </a:r>
          </a:p>
          <a:p>
            <a:endParaRPr lang="en-US" sz="2800">
              <a:latin typeface="Times New Roman" panose="02020603050405020304" pitchFamily="18" charset="0"/>
              <a:cs typeface="Times New Roman" panose="02020603050405020304" pitchFamily="18" charset="0"/>
            </a:endParaRPr>
          </a:p>
          <a:p>
            <a:r>
              <a:rPr lang="en-US" sz="2800">
                <a:latin typeface="Times New Roman" panose="02020603050405020304" pitchFamily="18" charset="0"/>
                <a:cs typeface="Times New Roman" panose="02020603050405020304" pitchFamily="18" charset="0"/>
              </a:rPr>
              <a:t>Store the name field in a cookie:</a:t>
            </a:r>
          </a:p>
          <a:p>
            <a:endParaRPr lang="en-US" sz="2800">
              <a:latin typeface="Times New Roman" panose="02020603050405020304" pitchFamily="18" charset="0"/>
              <a:cs typeface="Times New Roman" panose="02020603050405020304" pitchFamily="18" charset="0"/>
            </a:endParaRPr>
          </a:p>
          <a:p>
            <a:r>
              <a:rPr lang="en-US" sz="2800">
                <a:latin typeface="Times New Roman" panose="02020603050405020304" pitchFamily="18" charset="0"/>
                <a:cs typeface="Times New Roman" panose="02020603050405020304" pitchFamily="18" charset="0"/>
              </a:rPr>
              <a:t>Key: “name”; value: the user’s name input into the form</a:t>
            </a:r>
          </a:p>
          <a:p>
            <a:endParaRPr lang="en-US" sz="2800">
              <a:latin typeface="Times New Roman" panose="02020603050405020304" pitchFamily="18" charset="0"/>
              <a:cs typeface="Times New Roman" panose="02020603050405020304" pitchFamily="18" charset="0"/>
            </a:endParaRPr>
          </a:p>
          <a:p>
            <a:r>
              <a:rPr lang="en-US" sz="2800">
                <a:latin typeface="Times New Roman" panose="02020603050405020304" pitchFamily="18" charset="0"/>
                <a:cs typeface="Times New Roman" panose="02020603050405020304" pitchFamily="18" charset="0"/>
              </a:rPr>
              <a:t>Remember: when a cookie is set (the setcookie function call is made), the cookie can only be accessed on the next request</a:t>
            </a:r>
          </a:p>
        </p:txBody>
      </p:sp>
      <p:sp>
        <p:nvSpPr>
          <p:cNvPr id="4" name="Slide Number Placeholder 3">
            <a:extLst>
              <a:ext uri="{FF2B5EF4-FFF2-40B4-BE49-F238E27FC236}">
                <a16:creationId xmlns:a16="http://schemas.microsoft.com/office/drawing/2014/main" xmlns="" id="{AD33F0BF-27D5-B118-0C15-D50BED24FDE8}"/>
              </a:ext>
            </a:extLst>
          </p:cNvPr>
          <p:cNvSpPr>
            <a:spLocks noGrp="1"/>
          </p:cNvSpPr>
          <p:nvPr>
            <p:ph type="sldNum" idx="4"/>
          </p:nvPr>
        </p:nvSpPr>
        <p:spPr/>
        <p:txBody>
          <a:bodyPr/>
          <a:lstStyle/>
          <a:p>
            <a:pPr algn="r">
              <a:buNone/>
            </a:pPr>
            <a:fld id="{9A0DB2DC-4C9A-4742-B13C-FB6460FD3503}" type="slidenum">
              <a:rPr lang="en-GB" altLang="en-US" smtClean="0"/>
              <a:pPr algn="r">
                <a:buNone/>
              </a:pPr>
              <a:t>78</a:t>
            </a:fld>
            <a:endParaRPr lang="en-GB" alt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43815" y="20955"/>
            <a:ext cx="9823450" cy="6976110"/>
          </a:xfrm>
          <a:prstGeom prst="rect">
            <a:avLst/>
          </a:prstGeom>
        </p:spPr>
      </p:pic>
      <p:sp>
        <p:nvSpPr>
          <p:cNvPr id="4" name="Slide Number Placeholder 3">
            <a:extLst>
              <a:ext uri="{FF2B5EF4-FFF2-40B4-BE49-F238E27FC236}">
                <a16:creationId xmlns:a16="http://schemas.microsoft.com/office/drawing/2014/main" xmlns="" id="{1963E955-F9EB-9E23-8225-D2157DF2EF2B}"/>
              </a:ext>
            </a:extLst>
          </p:cNvPr>
          <p:cNvSpPr>
            <a:spLocks noGrp="1"/>
          </p:cNvSpPr>
          <p:nvPr>
            <p:ph type="sldNum" idx="4"/>
          </p:nvPr>
        </p:nvSpPr>
        <p:spPr/>
        <p:txBody>
          <a:bodyPr/>
          <a:lstStyle/>
          <a:p>
            <a:pPr algn="r">
              <a:buNone/>
            </a:pPr>
            <a:fld id="{9A0DB2DC-4C9A-4742-B13C-FB6460FD3503}" type="slidenum">
              <a:rPr lang="en-GB" altLang="en-US" smtClean="0"/>
              <a:pPr algn="r">
                <a:buNone/>
              </a:pPr>
              <a:t>79</a:t>
            </a:fld>
            <a:endParaRPr lang="en-GB" alt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658495" y="342900"/>
            <a:ext cx="6771005" cy="689610"/>
          </a:xfrm>
          <a:prstGeom prst="rect">
            <a:avLst/>
          </a:prstGeom>
          <a:noFill/>
        </p:spPr>
        <p:txBody>
          <a:bodyPr wrap="square" rtlCol="0" anchor="t">
            <a:noAutofit/>
          </a:bodyPr>
          <a:lstStyle/>
          <a:p>
            <a:r>
              <a:rPr lang="en-US" sz="4000">
                <a:solidFill>
                  <a:srgbClr val="FF0000"/>
                </a:solidFill>
                <a:latin typeface="Times New Roman" panose="02020603050405020304" pitchFamily="18" charset="0"/>
                <a:cs typeface="Times New Roman" panose="02020603050405020304" pitchFamily="18" charset="0"/>
              </a:rPr>
              <a:t>Sessions</a:t>
            </a:r>
          </a:p>
          <a:p>
            <a:endParaRPr lang="en-US" sz="4000">
              <a:solidFill>
                <a:srgbClr val="FF0000"/>
              </a:solidFill>
              <a:latin typeface="Times New Roman" panose="02020603050405020304" pitchFamily="18" charset="0"/>
              <a:cs typeface="Times New Roman" panose="02020603050405020304" pitchFamily="18" charset="0"/>
            </a:endParaRPr>
          </a:p>
          <a:p>
            <a:endParaRPr lang="en-US" sz="4000">
              <a:solidFill>
                <a:srgbClr val="FF0000"/>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560070" y="1108710"/>
            <a:ext cx="9141460" cy="5104130"/>
          </a:xfrm>
          <a:prstGeom prst="rect">
            <a:avLst/>
          </a:prstGeom>
        </p:spPr>
      </p:pic>
      <p:sp>
        <p:nvSpPr>
          <p:cNvPr id="3" name="Slide Number Placeholder 2">
            <a:extLst>
              <a:ext uri="{FF2B5EF4-FFF2-40B4-BE49-F238E27FC236}">
                <a16:creationId xmlns:a16="http://schemas.microsoft.com/office/drawing/2014/main" xmlns="" id="{7BEE2A8D-63D7-37DB-220B-E405BB002E37}"/>
              </a:ext>
            </a:extLst>
          </p:cNvPr>
          <p:cNvSpPr>
            <a:spLocks noGrp="1"/>
          </p:cNvSpPr>
          <p:nvPr>
            <p:ph type="sldNum" idx="4"/>
          </p:nvPr>
        </p:nvSpPr>
        <p:spPr/>
        <p:txBody>
          <a:bodyPr/>
          <a:lstStyle/>
          <a:p>
            <a:pPr algn="r">
              <a:buNone/>
            </a:pPr>
            <a:fld id="{9A0DB2DC-4C9A-4742-B13C-FB6460FD3503}" type="slidenum">
              <a:rPr lang="en-GB" altLang="en-US" smtClean="0"/>
              <a:pPr algn="r">
                <a:buNone/>
              </a:pPr>
              <a:t>80</a:t>
            </a:fld>
            <a:endParaRPr lang="en-GB" alt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51435" y="7620"/>
            <a:ext cx="9819005" cy="6794500"/>
          </a:xfrm>
          <a:prstGeom prst="rect">
            <a:avLst/>
          </a:prstGeom>
        </p:spPr>
      </p:pic>
      <p:sp>
        <p:nvSpPr>
          <p:cNvPr id="4" name="Slide Number Placeholder 3">
            <a:extLst>
              <a:ext uri="{FF2B5EF4-FFF2-40B4-BE49-F238E27FC236}">
                <a16:creationId xmlns:a16="http://schemas.microsoft.com/office/drawing/2014/main" xmlns="" id="{3B02E24A-846F-B817-90F1-C26863BAE101}"/>
              </a:ext>
            </a:extLst>
          </p:cNvPr>
          <p:cNvSpPr>
            <a:spLocks noGrp="1"/>
          </p:cNvSpPr>
          <p:nvPr>
            <p:ph type="sldNum" idx="4"/>
          </p:nvPr>
        </p:nvSpPr>
        <p:spPr/>
        <p:txBody>
          <a:bodyPr/>
          <a:lstStyle/>
          <a:p>
            <a:pPr algn="r">
              <a:buNone/>
            </a:pPr>
            <a:fld id="{9A0DB2DC-4C9A-4742-B13C-FB6460FD3503}" type="slidenum">
              <a:rPr lang="en-GB" altLang="en-US" smtClean="0"/>
              <a:pPr algn="r">
                <a:buNone/>
              </a:pPr>
              <a:t>81</a:t>
            </a:fld>
            <a:endParaRPr lang="en-GB" alt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5240" y="-5715"/>
            <a:ext cx="9820275" cy="6707505"/>
          </a:xfrm>
          <a:prstGeom prst="rect">
            <a:avLst/>
          </a:prstGeom>
        </p:spPr>
      </p:pic>
      <p:sp>
        <p:nvSpPr>
          <p:cNvPr id="4" name="Slide Number Placeholder 3">
            <a:extLst>
              <a:ext uri="{FF2B5EF4-FFF2-40B4-BE49-F238E27FC236}">
                <a16:creationId xmlns:a16="http://schemas.microsoft.com/office/drawing/2014/main" xmlns="" id="{6425E0EB-0558-ED65-5221-6ECF58D7E487}"/>
              </a:ext>
            </a:extLst>
          </p:cNvPr>
          <p:cNvSpPr>
            <a:spLocks noGrp="1"/>
          </p:cNvSpPr>
          <p:nvPr>
            <p:ph type="sldNum" idx="4"/>
          </p:nvPr>
        </p:nvSpPr>
        <p:spPr/>
        <p:txBody>
          <a:bodyPr/>
          <a:lstStyle/>
          <a:p>
            <a:pPr algn="r">
              <a:buNone/>
            </a:pPr>
            <a:fld id="{9A0DB2DC-4C9A-4742-B13C-FB6460FD3503}" type="slidenum">
              <a:rPr lang="en-GB" altLang="en-US" smtClean="0"/>
              <a:pPr algn="r">
                <a:buNone/>
              </a:pPr>
              <a:t>82</a:t>
            </a:fld>
            <a:endParaRPr lang="en-GB" alt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408940" y="643890"/>
            <a:ext cx="8904605" cy="5731510"/>
          </a:xfrm>
          <a:prstGeom prst="rect">
            <a:avLst/>
          </a:prstGeom>
        </p:spPr>
      </p:pic>
      <p:sp>
        <p:nvSpPr>
          <p:cNvPr id="4" name="Slide Number Placeholder 3">
            <a:extLst>
              <a:ext uri="{FF2B5EF4-FFF2-40B4-BE49-F238E27FC236}">
                <a16:creationId xmlns:a16="http://schemas.microsoft.com/office/drawing/2014/main" xmlns="" id="{4E3DD38D-ACE8-EE4B-83CE-59AD93765855}"/>
              </a:ext>
            </a:extLst>
          </p:cNvPr>
          <p:cNvSpPr>
            <a:spLocks noGrp="1"/>
          </p:cNvSpPr>
          <p:nvPr>
            <p:ph type="sldNum" idx="4"/>
          </p:nvPr>
        </p:nvSpPr>
        <p:spPr/>
        <p:txBody>
          <a:bodyPr/>
          <a:lstStyle/>
          <a:p>
            <a:pPr algn="r">
              <a:buNone/>
            </a:pPr>
            <a:fld id="{9A0DB2DC-4C9A-4742-B13C-FB6460FD3503}" type="slidenum">
              <a:rPr lang="en-GB" altLang="en-US" smtClean="0"/>
              <a:pPr algn="r">
                <a:buNone/>
              </a:pPr>
              <a:t>83</a:t>
            </a:fld>
            <a:endParaRPr lang="en-GB" alt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Calibri" panose="020F0502020204030204" pitchFamily="34" charset="0"/>
              </a:rPr>
              <a:t>MYSQL Basics</a:t>
            </a:r>
            <a:endParaRPr lang="en-US" dirty="0"/>
          </a:p>
        </p:txBody>
      </p:sp>
      <p:sp>
        <p:nvSpPr>
          <p:cNvPr id="3" name="Slide Number Placeholder 2"/>
          <p:cNvSpPr>
            <a:spLocks noGrp="1"/>
          </p:cNvSpPr>
          <p:nvPr>
            <p:ph type="sldNum" idx="4"/>
          </p:nvPr>
        </p:nvSpPr>
        <p:spPr/>
        <p:txBody>
          <a:bodyPr/>
          <a:lstStyle/>
          <a:p>
            <a:pPr algn="r">
              <a:buNone/>
            </a:pPr>
            <a:fld id="{9A0DB2DC-4C9A-4742-B13C-FB6460FD3503}" type="slidenum">
              <a:rPr lang="en-GB" altLang="en-US" smtClean="0"/>
              <a:pPr algn="r">
                <a:buNone/>
              </a:pPr>
              <a:t>84</a:t>
            </a:fld>
            <a:endParaRPr lang="en-GB" altLang="en-US" dirty="0"/>
          </a:p>
        </p:txBody>
      </p:sp>
      <p:pic>
        <p:nvPicPr>
          <p:cNvPr id="6" name="Picture 5"/>
          <p:cNvPicPr>
            <a:picLocks noChangeAspect="1"/>
          </p:cNvPicPr>
          <p:nvPr/>
        </p:nvPicPr>
        <p:blipFill>
          <a:blip r:embed="rId2"/>
          <a:stretch>
            <a:fillRect/>
          </a:stretch>
        </p:blipFill>
        <p:spPr>
          <a:xfrm>
            <a:off x="704528" y="1453238"/>
            <a:ext cx="7981831" cy="4824490"/>
          </a:xfrm>
          <a:prstGeom prst="rect">
            <a:avLst/>
          </a:prstGeom>
        </p:spPr>
      </p:pic>
    </p:spTree>
    <p:extLst>
      <p:ext uri="{BB962C8B-B14F-4D97-AF65-F5344CB8AC3E}">
        <p14:creationId xmlns:p14="http://schemas.microsoft.com/office/powerpoint/2010/main" xmlns="" val="312635216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Calibri" panose="020F0502020204030204" pitchFamily="34" charset="0"/>
              </a:rPr>
              <a:t>MYSQL Basics</a:t>
            </a:r>
            <a:endParaRPr lang="en-US" dirty="0"/>
          </a:p>
        </p:txBody>
      </p:sp>
      <p:sp>
        <p:nvSpPr>
          <p:cNvPr id="3" name="Slide Number Placeholder 2"/>
          <p:cNvSpPr>
            <a:spLocks noGrp="1"/>
          </p:cNvSpPr>
          <p:nvPr>
            <p:ph type="sldNum" idx="4"/>
          </p:nvPr>
        </p:nvSpPr>
        <p:spPr/>
        <p:txBody>
          <a:bodyPr/>
          <a:lstStyle/>
          <a:p>
            <a:pPr algn="r">
              <a:buNone/>
            </a:pPr>
            <a:fld id="{9A0DB2DC-4C9A-4742-B13C-FB6460FD3503}" type="slidenum">
              <a:rPr lang="en-GB" altLang="en-US" smtClean="0"/>
              <a:pPr algn="r">
                <a:buNone/>
              </a:pPr>
              <a:t>85</a:t>
            </a:fld>
            <a:endParaRPr lang="en-GB" altLang="en-US" dirty="0"/>
          </a:p>
        </p:txBody>
      </p:sp>
      <p:pic>
        <p:nvPicPr>
          <p:cNvPr id="5" name="Picture 4"/>
          <p:cNvPicPr>
            <a:picLocks noChangeAspect="1"/>
          </p:cNvPicPr>
          <p:nvPr/>
        </p:nvPicPr>
        <p:blipFill>
          <a:blip r:embed="rId2"/>
          <a:stretch>
            <a:fillRect/>
          </a:stretch>
        </p:blipFill>
        <p:spPr>
          <a:xfrm>
            <a:off x="416496" y="1538329"/>
            <a:ext cx="8765106" cy="4546005"/>
          </a:xfrm>
          <a:prstGeom prst="rect">
            <a:avLst/>
          </a:prstGeom>
        </p:spPr>
      </p:pic>
    </p:spTree>
    <p:extLst>
      <p:ext uri="{BB962C8B-B14F-4D97-AF65-F5344CB8AC3E}">
        <p14:creationId xmlns:p14="http://schemas.microsoft.com/office/powerpoint/2010/main" xmlns="" val="291747615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4"/>
          </p:nvPr>
        </p:nvSpPr>
        <p:spPr/>
        <p:txBody>
          <a:bodyPr/>
          <a:lstStyle/>
          <a:p>
            <a:pPr algn="r">
              <a:buNone/>
            </a:pPr>
            <a:fld id="{9A0DB2DC-4C9A-4742-B13C-FB6460FD3503}" type="slidenum">
              <a:rPr lang="en-GB" altLang="en-US" smtClean="0"/>
              <a:pPr algn="r">
                <a:buNone/>
              </a:pPr>
              <a:t>86</a:t>
            </a:fld>
            <a:endParaRPr lang="en-GB" altLang="en-US" dirty="0"/>
          </a:p>
        </p:txBody>
      </p:sp>
      <p:sp>
        <p:nvSpPr>
          <p:cNvPr id="4" name="Rectangle 1"/>
          <p:cNvSpPr>
            <a:spLocks noChangeArrowheads="1"/>
          </p:cNvSpPr>
          <p:nvPr/>
        </p:nvSpPr>
        <p:spPr bwMode="auto">
          <a:xfrm>
            <a:off x="344488" y="6513337"/>
            <a:ext cx="0" cy="533399"/>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82524" tIns="126960" rIns="-82524" bIns="12696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a:defRPr>
                <a:solidFill>
                  <a:schemeClr val="tx1"/>
                </a:solidFill>
                <a:latin typeface="Arial" panose="020B0604020202020204" pitchFamily="34" charset="0"/>
              </a:defRPr>
            </a:lvl6pPr>
            <a:lvl7pPr>
              <a:defRPr>
                <a:solidFill>
                  <a:schemeClr val="tx1"/>
                </a:solidFill>
                <a:latin typeface="Arial" panose="020B0604020202020204" pitchFamily="34" charset="0"/>
              </a:defRPr>
            </a:lvl7pPr>
            <a:lvl8pPr>
              <a:defRPr>
                <a:solidFill>
                  <a:schemeClr val="tx1"/>
                </a:solidFill>
                <a:latin typeface="Arial" panose="020B0604020202020204" pitchFamily="34" charset="0"/>
              </a:defRPr>
            </a:lvl8pPr>
            <a:lvl9pP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3"/>
          <p:cNvSpPr>
            <a:spLocks noChangeArrowheads="1"/>
          </p:cNvSpPr>
          <p:nvPr/>
        </p:nvSpPr>
        <p:spPr bwMode="auto">
          <a:xfrm>
            <a:off x="200472" y="4206439"/>
            <a:ext cx="65" cy="774531"/>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0" tIns="63480" rIns="0" bIns="6348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a:defRPr>
                <a:solidFill>
                  <a:schemeClr val="tx1"/>
                </a:solidFill>
                <a:latin typeface="Arial" panose="020B0604020202020204" pitchFamily="34" charset="0"/>
              </a:defRPr>
            </a:lvl6pPr>
            <a:lvl7pPr>
              <a:defRPr>
                <a:solidFill>
                  <a:schemeClr val="tx1"/>
                </a:solidFill>
                <a:latin typeface="Arial" panose="020B0604020202020204" pitchFamily="34" charset="0"/>
              </a:defRPr>
            </a:lvl7pPr>
            <a:lvl8pPr>
              <a:defRPr>
                <a:solidFill>
                  <a:schemeClr val="tx1"/>
                </a:solidFill>
                <a:latin typeface="Arial" panose="020B0604020202020204" pitchFamily="34" charset="0"/>
              </a:defRPr>
            </a:lvl8pPr>
            <a:lvl9pP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7"/>
          <p:cNvSpPr/>
          <p:nvPr/>
        </p:nvSpPr>
        <p:spPr>
          <a:xfrm>
            <a:off x="416496" y="816343"/>
            <a:ext cx="8897534" cy="646331"/>
          </a:xfrm>
          <a:prstGeom prst="rect">
            <a:avLst/>
          </a:prstGeom>
        </p:spPr>
        <p:txBody>
          <a:bodyPr wrap="square">
            <a:spAutoFit/>
          </a:bodyPr>
          <a:lstStyle/>
          <a:p>
            <a:pPr lvl="0"/>
            <a:endParaRPr lang="en-US" altLang="en-US" dirty="0">
              <a:solidFill>
                <a:srgbClr val="000000"/>
              </a:solidFill>
              <a:latin typeface="Segoe UI" panose="020B0502040204020203" pitchFamily="34" charset="0"/>
              <a:cs typeface="Segoe UI" panose="020B0502040204020203" pitchFamily="34" charset="0"/>
            </a:endParaRPr>
          </a:p>
          <a:p>
            <a:pPr lvl="0"/>
            <a:endParaRPr lang="en-US" altLang="en-US" dirty="0">
              <a:solidFill>
                <a:srgbClr val="000000"/>
              </a:solidFill>
              <a:latin typeface="Segoe UI" panose="020B0502040204020203" pitchFamily="34" charset="0"/>
              <a:cs typeface="Segoe UI" panose="020B0502040204020203" pitchFamily="34" charset="0"/>
            </a:endParaRPr>
          </a:p>
        </p:txBody>
      </p:sp>
      <p:sp>
        <p:nvSpPr>
          <p:cNvPr id="10" name="Rectangle 9"/>
          <p:cNvSpPr/>
          <p:nvPr/>
        </p:nvSpPr>
        <p:spPr>
          <a:xfrm>
            <a:off x="416496" y="1462674"/>
            <a:ext cx="8897533" cy="3108543"/>
          </a:xfrm>
          <a:prstGeom prst="rect">
            <a:avLst/>
          </a:prstGeom>
        </p:spPr>
        <p:txBody>
          <a:bodyPr wrap="square">
            <a:spAutoFit/>
          </a:bodyPr>
          <a:lstStyle/>
          <a:p>
            <a:pPr marL="457200" lvl="0" indent="-457200">
              <a:buFont typeface="Arial" panose="020B0604020202020204" pitchFamily="34" charset="0"/>
              <a:buChar char="•"/>
            </a:pPr>
            <a:r>
              <a:rPr lang="en-US" altLang="en-US" sz="2800" dirty="0">
                <a:solidFill>
                  <a:srgbClr val="000000"/>
                </a:solidFill>
                <a:latin typeface="Times New Roman" panose="02020603050405020304" pitchFamily="18" charset="0"/>
                <a:cs typeface="Times New Roman" panose="02020603050405020304" pitchFamily="18" charset="0"/>
              </a:rPr>
              <a:t>The data in a MySQL database are stored in tables. A table is a collection of related data, and it consists of columns and rows.</a:t>
            </a:r>
            <a:endParaRPr lang="en-US" altLang="en-US" sz="2800" dirty="0">
              <a:latin typeface="Times New Roman" panose="02020603050405020304" pitchFamily="18" charset="0"/>
              <a:cs typeface="Times New Roman" panose="02020603050405020304" pitchFamily="18" charset="0"/>
            </a:endParaRPr>
          </a:p>
          <a:p>
            <a:pPr marL="457200" lvl="0" indent="-457200">
              <a:buFont typeface="Arial" panose="020B0604020202020204" pitchFamily="34" charset="0"/>
              <a:buChar char="•"/>
            </a:pPr>
            <a:r>
              <a:rPr lang="en-US" altLang="en-US" sz="2800" dirty="0">
                <a:solidFill>
                  <a:srgbClr val="000000"/>
                </a:solidFill>
                <a:latin typeface="Times New Roman" panose="02020603050405020304" pitchFamily="18" charset="0"/>
                <a:cs typeface="Times New Roman" panose="02020603050405020304" pitchFamily="18" charset="0"/>
              </a:rPr>
              <a:t>Databases are useful for storing information categorically. </a:t>
            </a:r>
          </a:p>
          <a:p>
            <a:pPr marL="457200" lvl="0" indent="-457200">
              <a:buFont typeface="Arial" panose="020B0604020202020204" pitchFamily="34" charset="0"/>
              <a:buChar char="•"/>
            </a:pPr>
            <a:r>
              <a:rPr lang="en-US" altLang="en-US" sz="2800" dirty="0">
                <a:solidFill>
                  <a:srgbClr val="000000"/>
                </a:solidFill>
                <a:latin typeface="Times New Roman" panose="02020603050405020304" pitchFamily="18" charset="0"/>
                <a:cs typeface="Times New Roman" panose="02020603050405020304" pitchFamily="18" charset="0"/>
              </a:rPr>
              <a:t>With PHP, you can connect to and manipulate databases.</a:t>
            </a:r>
            <a:endParaRPr lang="en-US" altLang="en-US" sz="2800" dirty="0">
              <a:latin typeface="Times New Roman" panose="02020603050405020304" pitchFamily="18" charset="0"/>
              <a:cs typeface="Times New Roman" panose="02020603050405020304" pitchFamily="18" charset="0"/>
            </a:endParaRPr>
          </a:p>
          <a:p>
            <a:pPr marL="457200" lvl="0" indent="-457200">
              <a:buFont typeface="Arial" panose="020B0604020202020204" pitchFamily="34" charset="0"/>
              <a:buChar char="•"/>
            </a:pPr>
            <a:r>
              <a:rPr lang="en-US" altLang="en-US" sz="2800" dirty="0">
                <a:solidFill>
                  <a:srgbClr val="000000"/>
                </a:solidFill>
                <a:latin typeface="Times New Roman" panose="02020603050405020304" pitchFamily="18" charset="0"/>
                <a:cs typeface="Times New Roman" panose="02020603050405020304" pitchFamily="18" charset="0"/>
              </a:rPr>
              <a:t>MySQL is the most popular database system used with PHP.</a:t>
            </a:r>
            <a:endParaRPr lang="en-US"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405299000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i="0" dirty="0"/>
              <a:t>PHP Connect to MySQL</a:t>
            </a:r>
          </a:p>
        </p:txBody>
      </p:sp>
      <p:sp>
        <p:nvSpPr>
          <p:cNvPr id="3" name="Slide Number Placeholder 2"/>
          <p:cNvSpPr>
            <a:spLocks noGrp="1"/>
          </p:cNvSpPr>
          <p:nvPr>
            <p:ph type="sldNum" idx="4"/>
          </p:nvPr>
        </p:nvSpPr>
        <p:spPr/>
        <p:txBody>
          <a:bodyPr/>
          <a:lstStyle/>
          <a:p>
            <a:pPr algn="r">
              <a:buNone/>
            </a:pPr>
            <a:fld id="{9A0DB2DC-4C9A-4742-B13C-FB6460FD3503}" type="slidenum">
              <a:rPr lang="en-GB" altLang="en-US" smtClean="0"/>
              <a:pPr algn="r">
                <a:buNone/>
              </a:pPr>
              <a:t>87</a:t>
            </a:fld>
            <a:endParaRPr lang="en-GB" altLang="en-US" dirty="0"/>
          </a:p>
        </p:txBody>
      </p:sp>
      <p:sp>
        <p:nvSpPr>
          <p:cNvPr id="4" name="Rectangle 3"/>
          <p:cNvSpPr/>
          <p:nvPr/>
        </p:nvSpPr>
        <p:spPr>
          <a:xfrm>
            <a:off x="459249" y="1556792"/>
            <a:ext cx="9217024" cy="5632311"/>
          </a:xfrm>
          <a:prstGeom prst="rect">
            <a:avLst/>
          </a:prstGeom>
        </p:spPr>
        <p:txBody>
          <a:bodyPr wrap="square">
            <a:spAutoFit/>
          </a:bodyPr>
          <a:lstStyle/>
          <a:p>
            <a:r>
              <a:rPr lang="en-US" dirty="0">
                <a:solidFill>
                  <a:srgbClr val="000000"/>
                </a:solidFill>
                <a:latin typeface="Segoe UI" panose="020B0502040204020203" pitchFamily="34" charset="0"/>
              </a:rPr>
              <a:t>PHP 5 and later can work with a MySQL database using:</a:t>
            </a:r>
          </a:p>
          <a:p>
            <a:pPr marL="627063">
              <a:buFont typeface="Arial" panose="020B0604020202020204" pitchFamily="34" charset="0"/>
              <a:buChar char="•"/>
            </a:pPr>
            <a:r>
              <a:rPr lang="en-US" b="1" dirty="0" err="1">
                <a:solidFill>
                  <a:srgbClr val="000000"/>
                </a:solidFill>
                <a:latin typeface="Segoe UI" panose="020B0502040204020203" pitchFamily="34" charset="0"/>
              </a:rPr>
              <a:t>MySQLi</a:t>
            </a:r>
            <a:r>
              <a:rPr lang="en-US" b="1" dirty="0">
                <a:solidFill>
                  <a:srgbClr val="000000"/>
                </a:solidFill>
                <a:latin typeface="Segoe UI" panose="020B0502040204020203" pitchFamily="34" charset="0"/>
              </a:rPr>
              <a:t> extension</a:t>
            </a:r>
            <a:r>
              <a:rPr lang="en-US" dirty="0">
                <a:solidFill>
                  <a:srgbClr val="000000"/>
                </a:solidFill>
                <a:latin typeface="Segoe UI" panose="020B0502040204020203" pitchFamily="34" charset="0"/>
              </a:rPr>
              <a:t> (the "</a:t>
            </a:r>
            <a:r>
              <a:rPr lang="en-US" dirty="0" err="1">
                <a:solidFill>
                  <a:srgbClr val="000000"/>
                </a:solidFill>
                <a:latin typeface="Segoe UI" panose="020B0502040204020203" pitchFamily="34" charset="0"/>
              </a:rPr>
              <a:t>i</a:t>
            </a:r>
            <a:r>
              <a:rPr lang="en-US" dirty="0">
                <a:solidFill>
                  <a:srgbClr val="000000"/>
                </a:solidFill>
                <a:latin typeface="Segoe UI" panose="020B0502040204020203" pitchFamily="34" charset="0"/>
              </a:rPr>
              <a:t>" stands for improved)</a:t>
            </a:r>
          </a:p>
          <a:p>
            <a:pPr marL="627063">
              <a:buFont typeface="Arial" panose="020B0604020202020204" pitchFamily="34" charset="0"/>
              <a:buChar char="•"/>
            </a:pPr>
            <a:r>
              <a:rPr lang="en-US" b="1" dirty="0">
                <a:solidFill>
                  <a:srgbClr val="000000"/>
                </a:solidFill>
                <a:latin typeface="Segoe UI" panose="020B0502040204020203" pitchFamily="34" charset="0"/>
              </a:rPr>
              <a:t>PDO (PHP Data Objects)</a:t>
            </a:r>
            <a:endParaRPr lang="en-US" dirty="0">
              <a:solidFill>
                <a:srgbClr val="000000"/>
              </a:solidFill>
              <a:latin typeface="Segoe UI" panose="020B0502040204020203" pitchFamily="34" charset="0"/>
            </a:endParaRPr>
          </a:p>
          <a:p>
            <a:r>
              <a:rPr lang="en-US" dirty="0">
                <a:solidFill>
                  <a:srgbClr val="000000"/>
                </a:solidFill>
                <a:latin typeface="Segoe UI" panose="020B0502040204020203" pitchFamily="34" charset="0"/>
              </a:rPr>
              <a:t>Earlier versions of PHP used the MySQL extension. However, this extension was deprecated in 2012.</a:t>
            </a:r>
          </a:p>
          <a:p>
            <a:endParaRPr lang="en-US" dirty="0">
              <a:solidFill>
                <a:srgbClr val="000000"/>
              </a:solidFill>
              <a:latin typeface="Segoe UI" panose="020B0502040204020203" pitchFamily="34" charset="0"/>
            </a:endParaRPr>
          </a:p>
          <a:p>
            <a:r>
              <a:rPr lang="en-US" b="1" dirty="0">
                <a:solidFill>
                  <a:srgbClr val="C00000"/>
                </a:solidFill>
              </a:rPr>
              <a:t>What should be used </a:t>
            </a:r>
            <a:r>
              <a:rPr lang="en-US" b="1" dirty="0" err="1">
                <a:solidFill>
                  <a:srgbClr val="C00000"/>
                </a:solidFill>
              </a:rPr>
              <a:t>MySQLi</a:t>
            </a:r>
            <a:r>
              <a:rPr lang="en-US" b="1" dirty="0">
                <a:solidFill>
                  <a:srgbClr val="C00000"/>
                </a:solidFill>
              </a:rPr>
              <a:t> or PDO?</a:t>
            </a:r>
          </a:p>
          <a:p>
            <a:pPr marL="285750" indent="-285750">
              <a:buFont typeface="Arial" panose="020B0604020202020204" pitchFamily="34" charset="0"/>
              <a:buChar char="•"/>
            </a:pPr>
            <a:endParaRPr lang="en-US" dirty="0"/>
          </a:p>
          <a:p>
            <a:r>
              <a:rPr lang="en-US" dirty="0"/>
              <a:t>Anyone can be used. Both </a:t>
            </a:r>
            <a:r>
              <a:rPr lang="en-US" dirty="0" err="1"/>
              <a:t>MySQLi</a:t>
            </a:r>
            <a:r>
              <a:rPr lang="en-US" dirty="0"/>
              <a:t> and PDO have their advantages:</a:t>
            </a:r>
          </a:p>
          <a:p>
            <a:pPr marL="285750" indent="-285750">
              <a:buFont typeface="Arial" panose="020B0604020202020204" pitchFamily="34" charset="0"/>
              <a:buChar char="•"/>
            </a:pPr>
            <a:r>
              <a:rPr lang="en-US" dirty="0"/>
              <a:t>PDO will work on 12 different database systems, whereas </a:t>
            </a:r>
            <a:r>
              <a:rPr lang="en-US" dirty="0" err="1"/>
              <a:t>MySQLi</a:t>
            </a:r>
            <a:r>
              <a:rPr lang="en-US" dirty="0"/>
              <a:t> will only work with MySQL databases.</a:t>
            </a:r>
          </a:p>
          <a:p>
            <a:pPr marL="285750" indent="-285750">
              <a:buFont typeface="Arial" panose="020B0604020202020204" pitchFamily="34" charset="0"/>
              <a:buChar char="•"/>
            </a:pPr>
            <a:r>
              <a:rPr lang="en-US" dirty="0"/>
              <a:t>So, if you have to switch your project to use another database, PDO makes the process easy. You only have to change the connection string and a few queries. With </a:t>
            </a:r>
            <a:r>
              <a:rPr lang="en-US" dirty="0" err="1"/>
              <a:t>MySQLi</a:t>
            </a:r>
            <a:r>
              <a:rPr lang="en-US" dirty="0"/>
              <a:t>, you will need to rewrite the entire code - queries included.</a:t>
            </a:r>
          </a:p>
          <a:p>
            <a:pPr marL="285750" indent="-285750">
              <a:buFont typeface="Arial" panose="020B0604020202020204" pitchFamily="34" charset="0"/>
              <a:buChar char="•"/>
            </a:pPr>
            <a:r>
              <a:rPr lang="en-US" dirty="0"/>
              <a:t>Both are object-oriented, but </a:t>
            </a:r>
            <a:r>
              <a:rPr lang="en-US" dirty="0" err="1"/>
              <a:t>MySQLi</a:t>
            </a:r>
            <a:r>
              <a:rPr lang="en-US" dirty="0"/>
              <a:t> also offers a procedural API.</a:t>
            </a:r>
          </a:p>
          <a:p>
            <a:pPr marL="285750" indent="-285750">
              <a:buFont typeface="Arial" panose="020B0604020202020204" pitchFamily="34" charset="0"/>
              <a:buChar char="•"/>
            </a:pPr>
            <a:r>
              <a:rPr lang="en-US" dirty="0"/>
              <a:t>Both support Prepared Statements. Prepared Statements protect from SQL injection, and are very important for web application security.</a:t>
            </a:r>
          </a:p>
          <a:p>
            <a:endParaRPr lang="en-US" dirty="0">
              <a:solidFill>
                <a:srgbClr val="000000"/>
              </a:solidFill>
              <a:latin typeface="Segoe UI" panose="020B0502040204020203" pitchFamily="34" charset="0"/>
            </a:endParaRPr>
          </a:p>
          <a:p>
            <a:r>
              <a:rPr lang="en-US" dirty="0"/>
              <a:t/>
            </a:r>
            <a:br>
              <a:rPr lang="en-US" dirty="0"/>
            </a:br>
            <a:endParaRPr lang="en-US" dirty="0"/>
          </a:p>
        </p:txBody>
      </p:sp>
    </p:spTree>
    <p:extLst>
      <p:ext uri="{BB962C8B-B14F-4D97-AF65-F5344CB8AC3E}">
        <p14:creationId xmlns:p14="http://schemas.microsoft.com/office/powerpoint/2010/main" xmlns="" val="333801133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4"/>
          </p:nvPr>
        </p:nvSpPr>
        <p:spPr/>
        <p:txBody>
          <a:bodyPr/>
          <a:lstStyle/>
          <a:p>
            <a:pPr algn="r">
              <a:buNone/>
            </a:pPr>
            <a:fld id="{9A0DB2DC-4C9A-4742-B13C-FB6460FD3503}" type="slidenum">
              <a:rPr lang="en-GB" altLang="en-US" smtClean="0"/>
              <a:pPr algn="r">
                <a:buNone/>
              </a:pPr>
              <a:t>88</a:t>
            </a:fld>
            <a:endParaRPr lang="en-GB" altLang="en-US" dirty="0"/>
          </a:p>
        </p:txBody>
      </p:sp>
      <p:pic>
        <p:nvPicPr>
          <p:cNvPr id="4" name="Picture 3"/>
          <p:cNvPicPr>
            <a:picLocks noChangeAspect="1"/>
          </p:cNvPicPr>
          <p:nvPr/>
        </p:nvPicPr>
        <p:blipFill>
          <a:blip r:embed="rId2"/>
          <a:stretch>
            <a:fillRect/>
          </a:stretch>
        </p:blipFill>
        <p:spPr>
          <a:xfrm>
            <a:off x="-6484" y="1340768"/>
            <a:ext cx="9912483" cy="1584176"/>
          </a:xfrm>
          <a:prstGeom prst="rect">
            <a:avLst/>
          </a:prstGeom>
        </p:spPr>
      </p:pic>
      <p:pic>
        <p:nvPicPr>
          <p:cNvPr id="5" name="Picture 4"/>
          <p:cNvPicPr>
            <a:picLocks noChangeAspect="1"/>
          </p:cNvPicPr>
          <p:nvPr/>
        </p:nvPicPr>
        <p:blipFill>
          <a:blip r:embed="rId3"/>
          <a:stretch>
            <a:fillRect/>
          </a:stretch>
        </p:blipFill>
        <p:spPr>
          <a:xfrm>
            <a:off x="0" y="3861048"/>
            <a:ext cx="9905999" cy="1193598"/>
          </a:xfrm>
          <a:prstGeom prst="rect">
            <a:avLst/>
          </a:prstGeom>
        </p:spPr>
      </p:pic>
    </p:spTree>
    <p:extLst>
      <p:ext uri="{BB962C8B-B14F-4D97-AF65-F5344CB8AC3E}">
        <p14:creationId xmlns:p14="http://schemas.microsoft.com/office/powerpoint/2010/main" xmlns="" val="384258480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4"/>
          </p:nvPr>
        </p:nvSpPr>
        <p:spPr/>
        <p:txBody>
          <a:bodyPr/>
          <a:lstStyle/>
          <a:p>
            <a:pPr algn="r">
              <a:buNone/>
            </a:pPr>
            <a:fld id="{9A0DB2DC-4C9A-4742-B13C-FB6460FD3503}" type="slidenum">
              <a:rPr lang="en-GB" altLang="en-US" smtClean="0"/>
              <a:pPr algn="r">
                <a:buNone/>
              </a:pPr>
              <a:t>89</a:t>
            </a:fld>
            <a:endParaRPr lang="en-GB" altLang="en-US" dirty="0"/>
          </a:p>
        </p:txBody>
      </p:sp>
      <p:sp>
        <p:nvSpPr>
          <p:cNvPr id="4" name="Rectangle 3"/>
          <p:cNvSpPr/>
          <p:nvPr/>
        </p:nvSpPr>
        <p:spPr>
          <a:xfrm>
            <a:off x="517741" y="1556792"/>
            <a:ext cx="9361040" cy="1815882"/>
          </a:xfrm>
          <a:prstGeom prst="rect">
            <a:avLst/>
          </a:prstGeom>
        </p:spPr>
        <p:txBody>
          <a:bodyPr wrap="square">
            <a:spAutoFit/>
          </a:bodyPr>
          <a:lstStyle/>
          <a:p>
            <a:r>
              <a:rPr lang="en-US" sz="2800" dirty="0">
                <a:solidFill>
                  <a:srgbClr val="000000"/>
                </a:solidFill>
                <a:latin typeface="Segoe UI" panose="020B0502040204020203" pitchFamily="34" charset="0"/>
              </a:rPr>
              <a:t>There are three ways of working with PHP and MySQL:</a:t>
            </a:r>
          </a:p>
          <a:p>
            <a:pPr marL="1770063">
              <a:buFont typeface="Arial" panose="020B0604020202020204" pitchFamily="34" charset="0"/>
              <a:buChar char="•"/>
            </a:pPr>
            <a:r>
              <a:rPr lang="en-US" sz="2800" dirty="0" err="1">
                <a:solidFill>
                  <a:srgbClr val="000000"/>
                </a:solidFill>
                <a:latin typeface="Segoe UI" panose="020B0502040204020203" pitchFamily="34" charset="0"/>
              </a:rPr>
              <a:t>MySQLi</a:t>
            </a:r>
            <a:r>
              <a:rPr lang="en-US" sz="2800" dirty="0">
                <a:solidFill>
                  <a:srgbClr val="000000"/>
                </a:solidFill>
                <a:latin typeface="Segoe UI" panose="020B0502040204020203" pitchFamily="34" charset="0"/>
              </a:rPr>
              <a:t> (object-oriented)</a:t>
            </a:r>
          </a:p>
          <a:p>
            <a:pPr marL="1770063">
              <a:buFont typeface="Arial" panose="020B0604020202020204" pitchFamily="34" charset="0"/>
              <a:buChar char="•"/>
            </a:pPr>
            <a:r>
              <a:rPr lang="en-US" sz="2800" dirty="0" err="1">
                <a:solidFill>
                  <a:srgbClr val="000000"/>
                </a:solidFill>
                <a:latin typeface="Segoe UI" panose="020B0502040204020203" pitchFamily="34" charset="0"/>
              </a:rPr>
              <a:t>MySQLi</a:t>
            </a:r>
            <a:r>
              <a:rPr lang="en-US" sz="2800" dirty="0">
                <a:solidFill>
                  <a:srgbClr val="000000"/>
                </a:solidFill>
                <a:latin typeface="Segoe UI" panose="020B0502040204020203" pitchFamily="34" charset="0"/>
              </a:rPr>
              <a:t> (procedural)</a:t>
            </a:r>
          </a:p>
          <a:p>
            <a:pPr marL="1770063">
              <a:buFont typeface="Arial" panose="020B0604020202020204" pitchFamily="34" charset="0"/>
              <a:buChar char="•"/>
            </a:pPr>
            <a:r>
              <a:rPr lang="en-US" sz="2800" dirty="0">
                <a:solidFill>
                  <a:srgbClr val="000000"/>
                </a:solidFill>
                <a:latin typeface="Segoe UI" panose="020B0502040204020203" pitchFamily="34" charset="0"/>
              </a:rPr>
              <a:t>PDO</a:t>
            </a:r>
          </a:p>
        </p:txBody>
      </p:sp>
    </p:spTree>
    <p:extLst>
      <p:ext uri="{BB962C8B-B14F-4D97-AF65-F5344CB8AC3E}">
        <p14:creationId xmlns:p14="http://schemas.microsoft.com/office/powerpoint/2010/main" xmlns="" val="379275614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4"/>
          </p:nvPr>
        </p:nvSpPr>
        <p:spPr/>
        <p:txBody>
          <a:bodyPr/>
          <a:lstStyle/>
          <a:p>
            <a:pPr algn="r">
              <a:buNone/>
            </a:pPr>
            <a:fld id="{9A0DB2DC-4C9A-4742-B13C-FB6460FD3503}" type="slidenum">
              <a:rPr lang="en-GB" altLang="en-US" smtClean="0"/>
              <a:pPr algn="r">
                <a:buNone/>
              </a:pPr>
              <a:t>90</a:t>
            </a:fld>
            <a:endParaRPr lang="en-GB" altLang="en-US" dirty="0"/>
          </a:p>
        </p:txBody>
      </p:sp>
      <p:sp>
        <p:nvSpPr>
          <p:cNvPr id="2" name="Rectangle 1"/>
          <p:cNvSpPr/>
          <p:nvPr/>
        </p:nvSpPr>
        <p:spPr>
          <a:xfrm>
            <a:off x="416496" y="764704"/>
            <a:ext cx="8856984" cy="2462213"/>
          </a:xfrm>
          <a:prstGeom prst="rect">
            <a:avLst/>
          </a:prstGeom>
        </p:spPr>
        <p:txBody>
          <a:bodyPr wrap="square">
            <a:spAutoFit/>
          </a:bodyPr>
          <a:lstStyle/>
          <a:p>
            <a:r>
              <a:rPr lang="en-US" sz="3200" b="1" dirty="0">
                <a:solidFill>
                  <a:srgbClr val="C00000"/>
                </a:solidFill>
                <a:latin typeface="Segoe UI" panose="020B0502040204020203" pitchFamily="34" charset="0"/>
              </a:rPr>
              <a:t>Open a Connection to MySQL</a:t>
            </a:r>
          </a:p>
          <a:p>
            <a:endParaRPr lang="en-US" sz="3200" b="1" dirty="0">
              <a:solidFill>
                <a:srgbClr val="C00000"/>
              </a:solidFill>
              <a:latin typeface="Segoe UI" panose="020B0502040204020203" pitchFamily="34" charset="0"/>
            </a:endParaRPr>
          </a:p>
          <a:p>
            <a:r>
              <a:rPr lang="en-US" dirty="0">
                <a:solidFill>
                  <a:srgbClr val="000000"/>
                </a:solidFill>
                <a:latin typeface="Segoe UI" panose="020B0502040204020203" pitchFamily="34" charset="0"/>
              </a:rPr>
              <a:t>Before we can access data in the MySQL database, we need to be able to connect to the server:</a:t>
            </a:r>
          </a:p>
          <a:p>
            <a:endParaRPr lang="en-US" dirty="0">
              <a:solidFill>
                <a:srgbClr val="000000"/>
              </a:solidFill>
              <a:latin typeface="Segoe UI" panose="020B0502040204020203" pitchFamily="34" charset="0"/>
            </a:endParaRPr>
          </a:p>
          <a:p>
            <a:r>
              <a:rPr lang="en-US" b="1" dirty="0">
                <a:solidFill>
                  <a:srgbClr val="002060"/>
                </a:solidFill>
              </a:rPr>
              <a:t>Example (</a:t>
            </a:r>
            <a:r>
              <a:rPr lang="en-US" b="1" dirty="0" err="1">
                <a:solidFill>
                  <a:srgbClr val="002060"/>
                </a:solidFill>
              </a:rPr>
              <a:t>MySQLi</a:t>
            </a:r>
            <a:r>
              <a:rPr lang="en-US" b="1" dirty="0">
                <a:solidFill>
                  <a:srgbClr val="002060"/>
                </a:solidFill>
              </a:rPr>
              <a:t> Object-Oriented)</a:t>
            </a:r>
          </a:p>
          <a:p>
            <a:endParaRPr lang="en-US" dirty="0">
              <a:solidFill>
                <a:srgbClr val="000000"/>
              </a:solidFill>
              <a:latin typeface="Segoe UI" panose="020B0502040204020203" pitchFamily="34" charset="0"/>
            </a:endParaRPr>
          </a:p>
        </p:txBody>
      </p:sp>
      <p:pic>
        <p:nvPicPr>
          <p:cNvPr id="6" name="Picture 5"/>
          <p:cNvPicPr>
            <a:picLocks noChangeAspect="1"/>
          </p:cNvPicPr>
          <p:nvPr/>
        </p:nvPicPr>
        <p:blipFill>
          <a:blip r:embed="rId2"/>
          <a:stretch>
            <a:fillRect/>
          </a:stretch>
        </p:blipFill>
        <p:spPr>
          <a:xfrm>
            <a:off x="431445" y="2942945"/>
            <a:ext cx="6048672" cy="3751708"/>
          </a:xfrm>
          <a:prstGeom prst="rect">
            <a:avLst/>
          </a:prstGeom>
        </p:spPr>
      </p:pic>
      <p:sp>
        <p:nvSpPr>
          <p:cNvPr id="5" name="TextBox 4">
            <a:extLst>
              <a:ext uri="{FF2B5EF4-FFF2-40B4-BE49-F238E27FC236}">
                <a16:creationId xmlns:a16="http://schemas.microsoft.com/office/drawing/2014/main" xmlns="" id="{EB82450F-C178-485A-3F2A-7AF842B60F28}"/>
              </a:ext>
            </a:extLst>
          </p:cNvPr>
          <p:cNvSpPr txBox="1"/>
          <p:nvPr/>
        </p:nvSpPr>
        <p:spPr>
          <a:xfrm>
            <a:off x="6753200" y="3429000"/>
            <a:ext cx="2792301" cy="1200329"/>
          </a:xfrm>
          <a:prstGeom prst="rect">
            <a:avLst/>
          </a:prstGeom>
          <a:noFill/>
        </p:spPr>
        <p:txBody>
          <a:bodyPr wrap="square">
            <a:spAutoFit/>
          </a:bodyPr>
          <a:lstStyle/>
          <a:p>
            <a:pPr algn="just"/>
            <a:r>
              <a:rPr lang="en-US" b="1" i="0" dirty="0">
                <a:solidFill>
                  <a:srgbClr val="C00000"/>
                </a:solidFill>
                <a:effectLst/>
                <a:latin typeface="Courier New" panose="02070309020205020404" pitchFamily="49" charset="0"/>
              </a:rPr>
              <a:t>die()</a:t>
            </a:r>
            <a:r>
              <a:rPr lang="en-US" b="1" i="0" dirty="0">
                <a:solidFill>
                  <a:srgbClr val="C00000"/>
                </a:solidFill>
                <a:effectLst/>
                <a:latin typeface="Google Sans"/>
              </a:rPr>
              <a:t> </a:t>
            </a:r>
            <a:r>
              <a:rPr lang="en-US" b="0" i="0" dirty="0">
                <a:solidFill>
                  <a:srgbClr val="001D35"/>
                </a:solidFill>
                <a:effectLst/>
                <a:latin typeface="Google Sans"/>
              </a:rPr>
              <a:t>is a language construct used to terminate the execution of the current script</a:t>
            </a:r>
            <a:endParaRPr lang="en-IN" dirty="0"/>
          </a:p>
        </p:txBody>
      </p:sp>
    </p:spTree>
    <p:extLst>
      <p:ext uri="{BB962C8B-B14F-4D97-AF65-F5344CB8AC3E}">
        <p14:creationId xmlns:p14="http://schemas.microsoft.com/office/powerpoint/2010/main" xmlns="" val="342522992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4"/>
          </p:nvPr>
        </p:nvSpPr>
        <p:spPr/>
        <p:txBody>
          <a:bodyPr/>
          <a:lstStyle/>
          <a:p>
            <a:pPr algn="r">
              <a:buNone/>
            </a:pPr>
            <a:fld id="{9A0DB2DC-4C9A-4742-B13C-FB6460FD3503}" type="slidenum">
              <a:rPr lang="en-GB" altLang="en-US" smtClean="0"/>
              <a:pPr algn="r">
                <a:buNone/>
              </a:pPr>
              <a:t>91</a:t>
            </a:fld>
            <a:endParaRPr lang="en-GB" altLang="en-US" dirty="0"/>
          </a:p>
        </p:txBody>
      </p:sp>
      <p:sp>
        <p:nvSpPr>
          <p:cNvPr id="2" name="Rectangle 1"/>
          <p:cNvSpPr/>
          <p:nvPr/>
        </p:nvSpPr>
        <p:spPr>
          <a:xfrm>
            <a:off x="416496" y="764704"/>
            <a:ext cx="8856984" cy="1415772"/>
          </a:xfrm>
          <a:prstGeom prst="rect">
            <a:avLst/>
          </a:prstGeom>
        </p:spPr>
        <p:txBody>
          <a:bodyPr wrap="square">
            <a:spAutoFit/>
          </a:bodyPr>
          <a:lstStyle/>
          <a:p>
            <a:r>
              <a:rPr lang="en-US" sz="3200" b="1" dirty="0">
                <a:solidFill>
                  <a:srgbClr val="C00000"/>
                </a:solidFill>
                <a:latin typeface="Segoe UI" panose="020B0502040204020203" pitchFamily="34" charset="0"/>
              </a:rPr>
              <a:t>Open a Connection to MySQL</a:t>
            </a:r>
          </a:p>
          <a:p>
            <a:endParaRPr lang="en-US" dirty="0">
              <a:solidFill>
                <a:srgbClr val="000000"/>
              </a:solidFill>
              <a:latin typeface="Segoe UI" panose="020B0502040204020203" pitchFamily="34" charset="0"/>
            </a:endParaRPr>
          </a:p>
          <a:p>
            <a:r>
              <a:rPr lang="en-US" b="1" dirty="0">
                <a:solidFill>
                  <a:srgbClr val="002060"/>
                </a:solidFill>
              </a:rPr>
              <a:t>Example (</a:t>
            </a:r>
            <a:r>
              <a:rPr lang="en-US" b="1" dirty="0" err="1">
                <a:solidFill>
                  <a:srgbClr val="002060"/>
                </a:solidFill>
              </a:rPr>
              <a:t>MySQLi</a:t>
            </a:r>
            <a:r>
              <a:rPr lang="en-US" b="1" dirty="0">
                <a:solidFill>
                  <a:srgbClr val="002060"/>
                </a:solidFill>
              </a:rPr>
              <a:t> Procedural)</a:t>
            </a:r>
          </a:p>
          <a:p>
            <a:endParaRPr lang="en-US" dirty="0">
              <a:solidFill>
                <a:srgbClr val="000000"/>
              </a:solidFill>
              <a:latin typeface="Segoe UI" panose="020B0502040204020203" pitchFamily="34" charset="0"/>
            </a:endParaRPr>
          </a:p>
        </p:txBody>
      </p:sp>
      <p:pic>
        <p:nvPicPr>
          <p:cNvPr id="4" name="Picture 3"/>
          <p:cNvPicPr>
            <a:picLocks noChangeAspect="1"/>
          </p:cNvPicPr>
          <p:nvPr/>
        </p:nvPicPr>
        <p:blipFill>
          <a:blip r:embed="rId2"/>
          <a:stretch>
            <a:fillRect/>
          </a:stretch>
        </p:blipFill>
        <p:spPr>
          <a:xfrm>
            <a:off x="439829" y="2276872"/>
            <a:ext cx="5807992" cy="3746485"/>
          </a:xfrm>
          <a:prstGeom prst="rect">
            <a:avLst/>
          </a:prstGeom>
        </p:spPr>
      </p:pic>
    </p:spTree>
    <p:extLst>
      <p:ext uri="{BB962C8B-B14F-4D97-AF65-F5344CB8AC3E}">
        <p14:creationId xmlns:p14="http://schemas.microsoft.com/office/powerpoint/2010/main" xmlns="" val="276137472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4"/>
          </p:nvPr>
        </p:nvSpPr>
        <p:spPr/>
        <p:txBody>
          <a:bodyPr/>
          <a:lstStyle/>
          <a:p>
            <a:pPr algn="r">
              <a:buNone/>
            </a:pPr>
            <a:fld id="{9A0DB2DC-4C9A-4742-B13C-FB6460FD3503}" type="slidenum">
              <a:rPr lang="en-GB" altLang="en-US" smtClean="0"/>
              <a:pPr algn="r">
                <a:buNone/>
              </a:pPr>
              <a:t>92</a:t>
            </a:fld>
            <a:endParaRPr lang="en-GB" altLang="en-US" dirty="0"/>
          </a:p>
        </p:txBody>
      </p:sp>
      <p:sp>
        <p:nvSpPr>
          <p:cNvPr id="2" name="Rectangle 1"/>
          <p:cNvSpPr/>
          <p:nvPr/>
        </p:nvSpPr>
        <p:spPr>
          <a:xfrm>
            <a:off x="416496" y="188640"/>
            <a:ext cx="8856984" cy="1415772"/>
          </a:xfrm>
          <a:prstGeom prst="rect">
            <a:avLst/>
          </a:prstGeom>
        </p:spPr>
        <p:txBody>
          <a:bodyPr wrap="square">
            <a:spAutoFit/>
          </a:bodyPr>
          <a:lstStyle/>
          <a:p>
            <a:r>
              <a:rPr lang="en-US" sz="3200" b="1" dirty="0">
                <a:solidFill>
                  <a:srgbClr val="C00000"/>
                </a:solidFill>
                <a:latin typeface="Segoe UI" panose="020B0502040204020203" pitchFamily="34" charset="0"/>
              </a:rPr>
              <a:t>Open a Connection to MySQL</a:t>
            </a:r>
          </a:p>
          <a:p>
            <a:endParaRPr lang="en-US" dirty="0">
              <a:solidFill>
                <a:srgbClr val="000000"/>
              </a:solidFill>
              <a:latin typeface="Segoe UI" panose="020B0502040204020203" pitchFamily="34" charset="0"/>
            </a:endParaRPr>
          </a:p>
          <a:p>
            <a:r>
              <a:rPr lang="en-US" b="1" dirty="0">
                <a:solidFill>
                  <a:srgbClr val="002060"/>
                </a:solidFill>
              </a:rPr>
              <a:t>Example (POD)</a:t>
            </a:r>
          </a:p>
          <a:p>
            <a:endParaRPr lang="en-US" dirty="0">
              <a:solidFill>
                <a:srgbClr val="000000"/>
              </a:solidFill>
              <a:latin typeface="Segoe UI" panose="020B0502040204020203" pitchFamily="34" charset="0"/>
            </a:endParaRPr>
          </a:p>
        </p:txBody>
      </p:sp>
      <p:pic>
        <p:nvPicPr>
          <p:cNvPr id="5" name="Picture 4"/>
          <p:cNvPicPr>
            <a:picLocks noChangeAspect="1"/>
          </p:cNvPicPr>
          <p:nvPr/>
        </p:nvPicPr>
        <p:blipFill>
          <a:blip r:embed="rId2"/>
          <a:stretch>
            <a:fillRect/>
          </a:stretch>
        </p:blipFill>
        <p:spPr>
          <a:xfrm>
            <a:off x="488504" y="1293930"/>
            <a:ext cx="8256064" cy="3625289"/>
          </a:xfrm>
          <a:prstGeom prst="rect">
            <a:avLst/>
          </a:prstGeom>
        </p:spPr>
      </p:pic>
      <p:sp>
        <p:nvSpPr>
          <p:cNvPr id="4" name="Rectangle 1">
            <a:extLst>
              <a:ext uri="{FF2B5EF4-FFF2-40B4-BE49-F238E27FC236}">
                <a16:creationId xmlns:a16="http://schemas.microsoft.com/office/drawing/2014/main" xmlns="" id="{A984A475-A691-7789-13B3-DD2E17B35329}"/>
              </a:ext>
            </a:extLst>
          </p:cNvPr>
          <p:cNvSpPr>
            <a:spLocks noChangeArrowheads="1"/>
          </p:cNvSpPr>
          <p:nvPr/>
        </p:nvSpPr>
        <p:spPr bwMode="auto">
          <a:xfrm>
            <a:off x="391006" y="5038264"/>
            <a:ext cx="8805616" cy="18158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Unicode MS"/>
              </a:rPr>
              <a:t>"</a:t>
            </a:r>
            <a:r>
              <a:rPr kumimoji="0" lang="en-US" altLang="en-US" sz="1600" b="0" i="0" u="none" strike="noStrike" cap="none" normalizeH="0" baseline="0" dirty="0" err="1">
                <a:ln>
                  <a:noFill/>
                </a:ln>
                <a:solidFill>
                  <a:schemeClr val="tx1"/>
                </a:solidFill>
                <a:effectLst/>
                <a:latin typeface="Arial Unicode MS"/>
              </a:rPr>
              <a:t>mysql:host</a:t>
            </a:r>
            <a:r>
              <a:rPr kumimoji="0" lang="en-US" altLang="en-US" sz="1600" b="0" i="0" u="none" strike="noStrike" cap="none" normalizeH="0" baseline="0" dirty="0">
                <a:ln>
                  <a:noFill/>
                </a:ln>
                <a:solidFill>
                  <a:schemeClr val="tx1"/>
                </a:solidFill>
                <a:effectLst/>
                <a:latin typeface="Arial Unicode MS"/>
              </a:rPr>
              <a:t>=$</a:t>
            </a:r>
            <a:r>
              <a:rPr kumimoji="0" lang="en-US" altLang="en-US" sz="1600" b="0" i="0" u="none" strike="noStrike" cap="none" normalizeH="0" baseline="0" dirty="0" err="1">
                <a:ln>
                  <a:noFill/>
                </a:ln>
                <a:solidFill>
                  <a:schemeClr val="tx1"/>
                </a:solidFill>
                <a:effectLst/>
                <a:latin typeface="Arial Unicode MS"/>
              </a:rPr>
              <a:t>servername;dbname</a:t>
            </a:r>
            <a:r>
              <a:rPr kumimoji="0" lang="en-US" altLang="en-US" sz="1600" b="0" i="0" u="none" strike="noStrike" cap="none" normalizeH="0" baseline="0" dirty="0">
                <a:ln>
                  <a:noFill/>
                </a:ln>
                <a:solidFill>
                  <a:schemeClr val="tx1"/>
                </a:solidFill>
                <a:effectLst/>
                <a:latin typeface="Arial Unicode MS"/>
              </a:rPr>
              <a:t>=</a:t>
            </a:r>
            <a:r>
              <a:rPr kumimoji="0" lang="en-US" altLang="en-US" sz="1600" b="0" i="0" u="none" strike="noStrike" cap="none" normalizeH="0" baseline="0" dirty="0" err="1">
                <a:ln>
                  <a:noFill/>
                </a:ln>
                <a:solidFill>
                  <a:schemeClr val="tx1"/>
                </a:solidFill>
                <a:effectLst/>
                <a:latin typeface="Arial Unicode MS"/>
              </a:rPr>
              <a:t>myDB</a:t>
            </a:r>
            <a:r>
              <a:rPr kumimoji="0" lang="en-US" altLang="en-US" sz="1600" b="0" i="0" u="none" strike="noStrike" cap="none" normalizeH="0" baseline="0" dirty="0">
                <a:ln>
                  <a:noFill/>
                </a:ln>
                <a:solidFill>
                  <a:schemeClr val="tx1"/>
                </a:solidFill>
                <a:effectLst/>
                <a:latin typeface="Arial Unicode MS"/>
              </a:rPr>
              <a:t>"</a:t>
            </a:r>
            <a:r>
              <a:rPr kumimoji="0" lang="en-US" altLang="en-US" sz="1600" b="0" i="0" u="none" strike="noStrike" cap="none" normalizeH="0" baseline="0" dirty="0">
                <a:ln>
                  <a:noFill/>
                </a:ln>
                <a:solidFill>
                  <a:schemeClr val="tx1"/>
                </a:solidFill>
                <a:effectLst/>
              </a:rPr>
              <a:t>: Data Source Name (DSN) string.</a:t>
            </a:r>
          </a:p>
          <a:p>
            <a:pPr lvl="1">
              <a:buFontTx/>
              <a:buChar char="•"/>
            </a:pPr>
            <a:r>
              <a:rPr kumimoji="0" lang="en-US" altLang="en-US" sz="1600" b="0" i="0" u="none" strike="noStrike" cap="none" normalizeH="0" baseline="0" dirty="0" err="1">
                <a:ln>
                  <a:noFill/>
                </a:ln>
                <a:solidFill>
                  <a:schemeClr val="tx1"/>
                </a:solidFill>
                <a:effectLst/>
                <a:latin typeface="Arial Unicode MS"/>
              </a:rPr>
              <a:t>mysql</a:t>
            </a:r>
            <a:r>
              <a:rPr kumimoji="0" lang="en-US" altLang="en-US" sz="1600" b="0" i="0" u="none" strike="noStrike" cap="none" normalizeH="0" baseline="0" dirty="0">
                <a:ln>
                  <a:noFill/>
                </a:ln>
                <a:solidFill>
                  <a:schemeClr val="tx1"/>
                </a:solidFill>
                <a:effectLst/>
              </a:rPr>
              <a:t> → database type.</a:t>
            </a:r>
          </a:p>
          <a:p>
            <a:pPr lvl="1">
              <a:buFontTx/>
              <a:buChar char="•"/>
            </a:pPr>
            <a:r>
              <a:rPr kumimoji="0" lang="en-US" altLang="en-US" sz="1600" b="0" i="0" u="none" strike="noStrike" cap="none" normalizeH="0" baseline="0" dirty="0">
                <a:ln>
                  <a:noFill/>
                </a:ln>
                <a:solidFill>
                  <a:schemeClr val="tx1"/>
                </a:solidFill>
                <a:effectLst/>
                <a:latin typeface="Arial Unicode MS"/>
              </a:rPr>
              <a:t>host=$</a:t>
            </a:r>
            <a:r>
              <a:rPr kumimoji="0" lang="en-US" altLang="en-US" sz="1600" b="0" i="0" u="none" strike="noStrike" cap="none" normalizeH="0" baseline="0" dirty="0" err="1">
                <a:ln>
                  <a:noFill/>
                </a:ln>
                <a:solidFill>
                  <a:schemeClr val="tx1"/>
                </a:solidFill>
                <a:effectLst/>
                <a:latin typeface="Arial Unicode MS"/>
              </a:rPr>
              <a:t>servername</a:t>
            </a:r>
            <a:r>
              <a:rPr kumimoji="0" lang="en-US" altLang="en-US" sz="1600" b="0" i="0" u="none" strike="noStrike" cap="none" normalizeH="0" baseline="0" dirty="0">
                <a:ln>
                  <a:noFill/>
                </a:ln>
                <a:solidFill>
                  <a:schemeClr val="tx1"/>
                </a:solidFill>
                <a:effectLst/>
              </a:rPr>
              <a:t> → server name or IP address.</a:t>
            </a:r>
          </a:p>
          <a:p>
            <a:pPr lvl="1">
              <a:buFontTx/>
              <a:buChar char="•"/>
            </a:pPr>
            <a:r>
              <a:rPr kumimoji="0" lang="en-US" altLang="en-US" sz="1600" b="0" i="0" u="none" strike="noStrike" cap="none" normalizeH="0" baseline="0" dirty="0" err="1">
                <a:ln>
                  <a:noFill/>
                </a:ln>
                <a:solidFill>
                  <a:schemeClr val="tx1"/>
                </a:solidFill>
                <a:effectLst/>
                <a:latin typeface="Arial Unicode MS"/>
              </a:rPr>
              <a:t>dbname</a:t>
            </a:r>
            <a:r>
              <a:rPr kumimoji="0" lang="en-US" altLang="en-US" sz="1600" b="0" i="0" u="none" strike="noStrike" cap="none" normalizeH="0" baseline="0" dirty="0">
                <a:ln>
                  <a:noFill/>
                </a:ln>
                <a:solidFill>
                  <a:schemeClr val="tx1"/>
                </a:solidFill>
                <a:effectLst/>
                <a:latin typeface="Arial Unicode MS"/>
              </a:rPr>
              <a:t>=</a:t>
            </a:r>
            <a:r>
              <a:rPr kumimoji="0" lang="en-US" altLang="en-US" sz="1600" b="0" i="0" u="none" strike="noStrike" cap="none" normalizeH="0" baseline="0" dirty="0" err="1">
                <a:ln>
                  <a:noFill/>
                </a:ln>
                <a:solidFill>
                  <a:schemeClr val="tx1"/>
                </a:solidFill>
                <a:effectLst/>
                <a:latin typeface="Arial Unicode MS"/>
              </a:rPr>
              <a:t>myDB</a:t>
            </a:r>
            <a:r>
              <a:rPr kumimoji="0" lang="en-US" altLang="en-US" sz="1600" b="0" i="0" u="none" strike="noStrike" cap="none" normalizeH="0" baseline="0" dirty="0">
                <a:ln>
                  <a:noFill/>
                </a:ln>
                <a:solidFill>
                  <a:schemeClr val="tx1"/>
                </a:solidFill>
                <a:effectLst/>
              </a:rPr>
              <a:t> → name of the database to connect to.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Unicode MS"/>
              </a:rPr>
              <a:t>$conn</a:t>
            </a:r>
            <a:r>
              <a:rPr kumimoji="0" lang="en-US" altLang="en-US" sz="1600" b="0" i="0" u="none" strike="noStrike" cap="none" normalizeH="0" baseline="0" dirty="0">
                <a:ln>
                  <a:noFill/>
                </a:ln>
                <a:solidFill>
                  <a:schemeClr val="tx1"/>
                </a:solidFill>
                <a:effectLst/>
              </a:rPr>
              <a:t>: A PDO object that represents the database connection.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catch(</a:t>
            </a:r>
            <a:r>
              <a:rPr kumimoji="0" lang="en-US" altLang="en-US" sz="1600" b="0" i="0" u="none" strike="noStrike" cap="none" normalizeH="0" baseline="0" dirty="0" err="1">
                <a:ln>
                  <a:noFill/>
                </a:ln>
                <a:solidFill>
                  <a:schemeClr val="tx1"/>
                </a:solidFill>
                <a:effectLst/>
              </a:rPr>
              <a:t>PDOException</a:t>
            </a:r>
            <a:r>
              <a:rPr kumimoji="0" lang="en-US" altLang="en-US" sz="1600" b="0" i="0" u="none" strike="noStrike" cap="none" normalizeH="0" baseline="0" dirty="0">
                <a:ln>
                  <a:noFill/>
                </a:ln>
                <a:solidFill>
                  <a:schemeClr val="tx1"/>
                </a:solidFill>
                <a:effectLst/>
              </a:rPr>
              <a:t> $e): Catches any error thrown during the connection attempt.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rPr>
              <a:t>getMessage</a:t>
            </a:r>
            <a:r>
              <a:rPr kumimoji="0" lang="en-US" altLang="en-US" sz="1600" b="0" i="0" u="none" strike="noStrike" cap="none" normalizeH="0" baseline="0" dirty="0">
                <a:ln>
                  <a:noFill/>
                </a:ln>
                <a:solidFill>
                  <a:schemeClr val="tx1"/>
                </a:solidFill>
                <a:effectLst/>
              </a:rPr>
              <a:t>(): Displays the actual error message (e.g., wrong password, database not found).</a:t>
            </a:r>
          </a:p>
        </p:txBody>
      </p:sp>
    </p:spTree>
    <p:extLst>
      <p:ext uri="{BB962C8B-B14F-4D97-AF65-F5344CB8AC3E}">
        <p14:creationId xmlns:p14="http://schemas.microsoft.com/office/powerpoint/2010/main" xmlns="" val="396606371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4"/>
          </p:nvPr>
        </p:nvSpPr>
        <p:spPr/>
        <p:txBody>
          <a:bodyPr/>
          <a:lstStyle/>
          <a:p>
            <a:pPr algn="r">
              <a:buNone/>
            </a:pPr>
            <a:fld id="{9A0DB2DC-4C9A-4742-B13C-FB6460FD3503}" type="slidenum">
              <a:rPr lang="en-GB" altLang="en-US" smtClean="0"/>
              <a:pPr algn="r">
                <a:buNone/>
              </a:pPr>
              <a:t>93</a:t>
            </a:fld>
            <a:endParaRPr lang="en-GB" altLang="en-US" dirty="0"/>
          </a:p>
        </p:txBody>
      </p:sp>
      <p:sp>
        <p:nvSpPr>
          <p:cNvPr id="2" name="Rectangle 1"/>
          <p:cNvSpPr/>
          <p:nvPr/>
        </p:nvSpPr>
        <p:spPr>
          <a:xfrm>
            <a:off x="416496" y="501060"/>
            <a:ext cx="8856984" cy="1415772"/>
          </a:xfrm>
          <a:prstGeom prst="rect">
            <a:avLst/>
          </a:prstGeom>
        </p:spPr>
        <p:txBody>
          <a:bodyPr wrap="square">
            <a:spAutoFit/>
          </a:bodyPr>
          <a:lstStyle/>
          <a:p>
            <a:r>
              <a:rPr lang="en-US" sz="3200" b="1" dirty="0">
                <a:solidFill>
                  <a:srgbClr val="C00000"/>
                </a:solidFill>
                <a:latin typeface="Segoe UI" panose="020B0502040204020203" pitchFamily="34" charset="0"/>
              </a:rPr>
              <a:t>Open a Connection to MySQL</a:t>
            </a:r>
          </a:p>
          <a:p>
            <a:endParaRPr lang="en-US" dirty="0">
              <a:solidFill>
                <a:srgbClr val="000000"/>
              </a:solidFill>
              <a:latin typeface="Segoe UI" panose="020B0502040204020203" pitchFamily="34" charset="0"/>
            </a:endParaRPr>
          </a:p>
          <a:p>
            <a:r>
              <a:rPr lang="en-US" b="1" dirty="0">
                <a:solidFill>
                  <a:srgbClr val="002060"/>
                </a:solidFill>
              </a:rPr>
              <a:t>POD:</a:t>
            </a:r>
          </a:p>
          <a:p>
            <a:endParaRPr lang="en-US" dirty="0">
              <a:solidFill>
                <a:srgbClr val="000000"/>
              </a:solidFill>
              <a:latin typeface="Segoe UI" panose="020B0502040204020203" pitchFamily="34" charset="0"/>
            </a:endParaRPr>
          </a:p>
        </p:txBody>
      </p:sp>
      <p:sp>
        <p:nvSpPr>
          <p:cNvPr id="4" name="Rectangle 3"/>
          <p:cNvSpPr/>
          <p:nvPr/>
        </p:nvSpPr>
        <p:spPr>
          <a:xfrm>
            <a:off x="704528" y="2060848"/>
            <a:ext cx="8568952" cy="3600986"/>
          </a:xfrm>
          <a:prstGeom prst="rect">
            <a:avLst/>
          </a:prstGeom>
        </p:spPr>
        <p:txBody>
          <a:bodyPr wrap="square">
            <a:spAutoFit/>
          </a:bodyPr>
          <a:lstStyle/>
          <a:p>
            <a:pPr marL="342900" indent="-342900">
              <a:buFont typeface="Arial" panose="020B0604020202020204" pitchFamily="34" charset="0"/>
              <a:buChar char="•"/>
            </a:pPr>
            <a:r>
              <a:rPr lang="en-US" sz="2400" b="1" dirty="0">
                <a:solidFill>
                  <a:srgbClr val="000000"/>
                </a:solidFill>
                <a:latin typeface="Segoe UI" panose="020B0502040204020203" pitchFamily="34" charset="0"/>
              </a:rPr>
              <a:t>In the PDO example we have also specified a database (</a:t>
            </a:r>
            <a:r>
              <a:rPr lang="en-US" sz="2400" b="1" dirty="0" err="1">
                <a:solidFill>
                  <a:srgbClr val="000000"/>
                </a:solidFill>
                <a:latin typeface="Segoe UI" panose="020B0502040204020203" pitchFamily="34" charset="0"/>
              </a:rPr>
              <a:t>myDB</a:t>
            </a:r>
            <a:r>
              <a:rPr lang="en-US" sz="2400" b="1" dirty="0">
                <a:solidFill>
                  <a:srgbClr val="000000"/>
                </a:solidFill>
                <a:latin typeface="Segoe UI" panose="020B0502040204020203" pitchFamily="34" charset="0"/>
              </a:rPr>
              <a:t>). PDO require a valid database to connect to. If no database is specified, an exception is thrown.</a:t>
            </a:r>
          </a:p>
          <a:p>
            <a:pPr marL="342900" indent="-342900">
              <a:buFont typeface="Arial" panose="020B0604020202020204" pitchFamily="34" charset="0"/>
              <a:buChar char="•"/>
            </a:pPr>
            <a:r>
              <a:rPr lang="en-US" sz="2400" b="1" dirty="0">
                <a:solidFill>
                  <a:srgbClr val="000000"/>
                </a:solidFill>
                <a:latin typeface="Segoe UI" panose="020B0502040204020203" pitchFamily="34" charset="0"/>
              </a:rPr>
              <a:t>A great benefit of PDO is that it has an exception class to handle any problems that may occur in our database queries. If an exception is thrown within the try{ } block, the script stops executing and flows directly to the first catch(){ } block.</a:t>
            </a:r>
          </a:p>
          <a:p>
            <a:r>
              <a:rPr lang="en-US" dirty="0"/>
              <a:t/>
            </a:r>
            <a:br>
              <a:rPr lang="en-US" dirty="0"/>
            </a:br>
            <a:endParaRPr lang="en-US" dirty="0"/>
          </a:p>
        </p:txBody>
      </p:sp>
    </p:spTree>
    <p:extLst>
      <p:ext uri="{BB962C8B-B14F-4D97-AF65-F5344CB8AC3E}">
        <p14:creationId xmlns:p14="http://schemas.microsoft.com/office/powerpoint/2010/main" xmlns="" val="93804785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00"/>
                </a:solidFill>
                <a:latin typeface="Segoe UI" panose="020B0502040204020203" pitchFamily="34" charset="0"/>
              </a:rPr>
              <a:t>Close the Connection</a:t>
            </a:r>
            <a:br>
              <a:rPr lang="en-US" dirty="0">
                <a:solidFill>
                  <a:srgbClr val="000000"/>
                </a:solidFill>
                <a:latin typeface="Segoe UI" panose="020B0502040204020203" pitchFamily="34" charset="0"/>
              </a:rPr>
            </a:br>
            <a:endParaRPr lang="en-US" dirty="0"/>
          </a:p>
        </p:txBody>
      </p:sp>
      <p:sp>
        <p:nvSpPr>
          <p:cNvPr id="3" name="Slide Number Placeholder 2"/>
          <p:cNvSpPr>
            <a:spLocks noGrp="1"/>
          </p:cNvSpPr>
          <p:nvPr>
            <p:ph type="sldNum" idx="4"/>
          </p:nvPr>
        </p:nvSpPr>
        <p:spPr/>
        <p:txBody>
          <a:bodyPr/>
          <a:lstStyle/>
          <a:p>
            <a:pPr algn="r">
              <a:buNone/>
            </a:pPr>
            <a:fld id="{9A0DB2DC-4C9A-4742-B13C-FB6460FD3503}" type="slidenum">
              <a:rPr lang="en-GB" altLang="en-US" smtClean="0"/>
              <a:pPr algn="r">
                <a:buNone/>
              </a:pPr>
              <a:t>94</a:t>
            </a:fld>
            <a:endParaRPr lang="en-GB" altLang="en-US" dirty="0"/>
          </a:p>
        </p:txBody>
      </p:sp>
      <p:sp>
        <p:nvSpPr>
          <p:cNvPr id="4" name="Rectangle 3"/>
          <p:cNvSpPr/>
          <p:nvPr/>
        </p:nvSpPr>
        <p:spPr>
          <a:xfrm>
            <a:off x="494521" y="1443841"/>
            <a:ext cx="9066991" cy="3693319"/>
          </a:xfrm>
          <a:prstGeom prst="rect">
            <a:avLst/>
          </a:prstGeom>
        </p:spPr>
        <p:txBody>
          <a:bodyPr wrap="square">
            <a:spAutoFit/>
          </a:bodyPr>
          <a:lstStyle/>
          <a:p>
            <a:pPr marL="285750" indent="-285750">
              <a:buFont typeface="Arial" panose="020B0604020202020204" pitchFamily="34" charset="0"/>
              <a:buChar char="•"/>
            </a:pPr>
            <a:r>
              <a:rPr lang="en-US" dirty="0">
                <a:solidFill>
                  <a:srgbClr val="000000"/>
                </a:solidFill>
                <a:latin typeface="Segoe UI" panose="020B0502040204020203" pitchFamily="34" charset="0"/>
              </a:rPr>
              <a:t>The connection will be closed automatically when the script ends. To close the connection before, use the following:</a:t>
            </a:r>
          </a:p>
          <a:p>
            <a:endParaRPr lang="en-US" dirty="0">
              <a:solidFill>
                <a:srgbClr val="000000"/>
              </a:solidFill>
              <a:latin typeface="Segoe UI" panose="020B0502040204020203" pitchFamily="34" charset="0"/>
            </a:endParaRPr>
          </a:p>
          <a:p>
            <a:r>
              <a:rPr lang="en-US" b="1" dirty="0" err="1">
                <a:solidFill>
                  <a:srgbClr val="C00000"/>
                </a:solidFill>
                <a:latin typeface="Segoe UI" panose="020B0502040204020203" pitchFamily="34" charset="0"/>
              </a:rPr>
              <a:t>MySQLi</a:t>
            </a:r>
            <a:r>
              <a:rPr lang="en-US" b="1" dirty="0">
                <a:solidFill>
                  <a:srgbClr val="C00000"/>
                </a:solidFill>
                <a:latin typeface="Segoe UI" panose="020B0502040204020203" pitchFamily="34" charset="0"/>
              </a:rPr>
              <a:t> Object-Oriented:</a:t>
            </a:r>
          </a:p>
          <a:p>
            <a:r>
              <a:rPr lang="en-US" dirty="0">
                <a:solidFill>
                  <a:srgbClr val="000000"/>
                </a:solidFill>
                <a:latin typeface="Consolas" panose="020B0609020204030204" pitchFamily="49" charset="0"/>
              </a:rPr>
              <a:t>$conn-&gt;close();</a:t>
            </a:r>
          </a:p>
          <a:p>
            <a:r>
              <a:rPr lang="en-US" dirty="0">
                <a:solidFill>
                  <a:srgbClr val="000000"/>
                </a:solidFill>
                <a:latin typeface="Segoe UI" panose="020B0502040204020203" pitchFamily="34" charset="0"/>
              </a:rPr>
              <a:t/>
            </a:r>
            <a:br>
              <a:rPr lang="en-US" dirty="0">
                <a:solidFill>
                  <a:srgbClr val="000000"/>
                </a:solidFill>
                <a:latin typeface="Segoe UI" panose="020B0502040204020203" pitchFamily="34" charset="0"/>
              </a:rPr>
            </a:br>
            <a:endParaRPr lang="en-US" dirty="0">
              <a:solidFill>
                <a:srgbClr val="000000"/>
              </a:solidFill>
              <a:latin typeface="Segoe UI" panose="020B0502040204020203" pitchFamily="34" charset="0"/>
            </a:endParaRPr>
          </a:p>
          <a:p>
            <a:r>
              <a:rPr lang="en-US" b="1" dirty="0" err="1">
                <a:solidFill>
                  <a:srgbClr val="C00000"/>
                </a:solidFill>
                <a:latin typeface="Segoe UI" panose="020B0502040204020203" pitchFamily="34" charset="0"/>
              </a:rPr>
              <a:t>MySQLi</a:t>
            </a:r>
            <a:r>
              <a:rPr lang="en-US" b="1" dirty="0">
                <a:solidFill>
                  <a:srgbClr val="C00000"/>
                </a:solidFill>
                <a:latin typeface="Segoe UI" panose="020B0502040204020203" pitchFamily="34" charset="0"/>
              </a:rPr>
              <a:t> Procedural:</a:t>
            </a:r>
          </a:p>
          <a:p>
            <a:r>
              <a:rPr lang="en-US" dirty="0" err="1">
                <a:solidFill>
                  <a:srgbClr val="000000"/>
                </a:solidFill>
                <a:latin typeface="Consolas" panose="020B0609020204030204" pitchFamily="49" charset="0"/>
              </a:rPr>
              <a:t>mysqli_close</a:t>
            </a:r>
            <a:r>
              <a:rPr lang="en-US" dirty="0">
                <a:solidFill>
                  <a:srgbClr val="000000"/>
                </a:solidFill>
                <a:latin typeface="Consolas" panose="020B0609020204030204" pitchFamily="49" charset="0"/>
              </a:rPr>
              <a:t>($conn);</a:t>
            </a:r>
          </a:p>
          <a:p>
            <a:r>
              <a:rPr lang="en-US" dirty="0">
                <a:solidFill>
                  <a:srgbClr val="000000"/>
                </a:solidFill>
                <a:latin typeface="Segoe UI" panose="020B0502040204020203" pitchFamily="34" charset="0"/>
              </a:rPr>
              <a:t/>
            </a:r>
            <a:br>
              <a:rPr lang="en-US" dirty="0">
                <a:solidFill>
                  <a:srgbClr val="000000"/>
                </a:solidFill>
                <a:latin typeface="Segoe UI" panose="020B0502040204020203" pitchFamily="34" charset="0"/>
              </a:rPr>
            </a:br>
            <a:endParaRPr lang="en-US" dirty="0">
              <a:solidFill>
                <a:srgbClr val="000000"/>
              </a:solidFill>
              <a:latin typeface="Segoe UI" panose="020B0502040204020203" pitchFamily="34" charset="0"/>
            </a:endParaRPr>
          </a:p>
          <a:p>
            <a:r>
              <a:rPr lang="en-US" b="1" dirty="0">
                <a:solidFill>
                  <a:srgbClr val="C00000"/>
                </a:solidFill>
                <a:latin typeface="Segoe UI" panose="020B0502040204020203" pitchFamily="34" charset="0"/>
              </a:rPr>
              <a:t>PDO:</a:t>
            </a:r>
          </a:p>
          <a:p>
            <a:r>
              <a:rPr lang="en-US" dirty="0">
                <a:solidFill>
                  <a:srgbClr val="000000"/>
                </a:solidFill>
                <a:latin typeface="Consolas" panose="020B0609020204030204" pitchFamily="49" charset="0"/>
              </a:rPr>
              <a:t>$conn = null;</a:t>
            </a:r>
          </a:p>
        </p:txBody>
      </p:sp>
    </p:spTree>
    <p:extLst>
      <p:ext uri="{BB962C8B-B14F-4D97-AF65-F5344CB8AC3E}">
        <p14:creationId xmlns:p14="http://schemas.microsoft.com/office/powerpoint/2010/main" xmlns="" val="345239397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PHP and XML</a:t>
            </a:r>
          </a:p>
        </p:txBody>
      </p:sp>
      <p:sp>
        <p:nvSpPr>
          <p:cNvPr id="3" name="Slide Number Placeholder 2"/>
          <p:cNvSpPr>
            <a:spLocks noGrp="1"/>
          </p:cNvSpPr>
          <p:nvPr>
            <p:ph type="sldNum" idx="4"/>
          </p:nvPr>
        </p:nvSpPr>
        <p:spPr/>
        <p:txBody>
          <a:bodyPr/>
          <a:lstStyle/>
          <a:p>
            <a:pPr algn="r">
              <a:buNone/>
            </a:pPr>
            <a:fld id="{9A0DB2DC-4C9A-4742-B13C-FB6460FD3503}" type="slidenum">
              <a:rPr lang="en-GB" altLang="en-US" smtClean="0"/>
              <a:pPr algn="r">
                <a:buNone/>
              </a:pPr>
              <a:t>95</a:t>
            </a:fld>
            <a:endParaRPr lang="en-GB" altLang="en-US" dirty="0"/>
          </a:p>
        </p:txBody>
      </p:sp>
      <p:sp>
        <p:nvSpPr>
          <p:cNvPr id="4" name="Rectangle 3"/>
          <p:cNvSpPr/>
          <p:nvPr/>
        </p:nvSpPr>
        <p:spPr>
          <a:xfrm>
            <a:off x="344488" y="1318022"/>
            <a:ext cx="8913839" cy="5539978"/>
          </a:xfrm>
          <a:prstGeom prst="rect">
            <a:avLst/>
          </a:prstGeom>
        </p:spPr>
        <p:txBody>
          <a:bodyPr wrap="square">
            <a:spAutoFit/>
          </a:bodyPr>
          <a:lstStyle/>
          <a:p>
            <a:r>
              <a:rPr lang="en-US" sz="2400" b="1" dirty="0">
                <a:solidFill>
                  <a:srgbClr val="C00000"/>
                </a:solidFill>
              </a:rPr>
              <a:t>What is XML?</a:t>
            </a:r>
          </a:p>
          <a:p>
            <a:pPr marL="285750" indent="-285750">
              <a:buFont typeface="Arial" panose="020B0604020202020204" pitchFamily="34" charset="0"/>
              <a:buChar char="•"/>
            </a:pPr>
            <a:r>
              <a:rPr lang="en-US" sz="2400" dirty="0"/>
              <a:t>The XML language is a way to structure data for sharing across websites.</a:t>
            </a:r>
          </a:p>
          <a:p>
            <a:pPr marL="285750" indent="-285750">
              <a:buFont typeface="Arial" panose="020B0604020202020204" pitchFamily="34" charset="0"/>
              <a:buChar char="•"/>
            </a:pPr>
            <a:r>
              <a:rPr lang="en-US" sz="2400" dirty="0"/>
              <a:t>Several web technologies like RSS Feeds and Podcasts are written in XML.</a:t>
            </a:r>
          </a:p>
          <a:p>
            <a:pPr marL="285750" indent="-285750">
              <a:buFont typeface="Arial" panose="020B0604020202020204" pitchFamily="34" charset="0"/>
              <a:buChar char="•"/>
            </a:pPr>
            <a:r>
              <a:rPr lang="en-US" sz="2400" dirty="0"/>
              <a:t>XML is easy to create. It looks a lot like HTML, except that you make up your own tags.</a:t>
            </a:r>
          </a:p>
          <a:p>
            <a:endParaRPr lang="en-US" sz="2400" dirty="0">
              <a:solidFill>
                <a:srgbClr val="000000"/>
              </a:solidFill>
              <a:latin typeface="Consolas" panose="020B0609020204030204" pitchFamily="49" charset="0"/>
            </a:endParaRPr>
          </a:p>
          <a:p>
            <a:r>
              <a:rPr lang="en-US" sz="2400" b="1" dirty="0">
                <a:solidFill>
                  <a:srgbClr val="C00000"/>
                </a:solidFill>
              </a:rPr>
              <a:t>What is an XML Parser?</a:t>
            </a:r>
          </a:p>
          <a:p>
            <a:pPr marL="285750" indent="-285750">
              <a:buFont typeface="Arial" panose="020B0604020202020204" pitchFamily="34" charset="0"/>
              <a:buChar char="•"/>
            </a:pPr>
            <a:r>
              <a:rPr lang="en-US" sz="2400" dirty="0"/>
              <a:t>To read and update, create and manipulate an XML document, you will need an XML parser.</a:t>
            </a:r>
          </a:p>
          <a:p>
            <a:pPr marL="285750" indent="-285750">
              <a:buFont typeface="Arial" panose="020B0604020202020204" pitchFamily="34" charset="0"/>
              <a:buChar char="•"/>
            </a:pPr>
            <a:r>
              <a:rPr lang="en-US" sz="2400" dirty="0"/>
              <a:t>In PHP there are two major types of XML parsers:</a:t>
            </a:r>
          </a:p>
          <a:p>
            <a:pPr marL="1947863"/>
            <a:r>
              <a:rPr lang="en-US" sz="2400" dirty="0"/>
              <a:t>Tree-Based Parsers</a:t>
            </a:r>
          </a:p>
          <a:p>
            <a:pPr marL="1947863"/>
            <a:r>
              <a:rPr lang="en-US" sz="2400" dirty="0"/>
              <a:t>Event-Based Parsers</a:t>
            </a:r>
          </a:p>
          <a:p>
            <a:endParaRPr lang="en-US" dirty="0">
              <a:solidFill>
                <a:srgbClr val="000000"/>
              </a:solidFill>
              <a:latin typeface="Consolas" panose="020B0609020204030204" pitchFamily="49" charset="0"/>
            </a:endParaRPr>
          </a:p>
        </p:txBody>
      </p:sp>
    </p:spTree>
    <p:extLst>
      <p:ext uri="{BB962C8B-B14F-4D97-AF65-F5344CB8AC3E}">
        <p14:creationId xmlns:p14="http://schemas.microsoft.com/office/powerpoint/2010/main" xmlns="" val="102526325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PHP and XML</a:t>
            </a:r>
          </a:p>
        </p:txBody>
      </p:sp>
      <p:sp>
        <p:nvSpPr>
          <p:cNvPr id="3" name="Slide Number Placeholder 2"/>
          <p:cNvSpPr>
            <a:spLocks noGrp="1"/>
          </p:cNvSpPr>
          <p:nvPr>
            <p:ph type="sldNum" idx="4"/>
          </p:nvPr>
        </p:nvSpPr>
        <p:spPr/>
        <p:txBody>
          <a:bodyPr/>
          <a:lstStyle/>
          <a:p>
            <a:pPr algn="r">
              <a:buNone/>
            </a:pPr>
            <a:fld id="{9A0DB2DC-4C9A-4742-B13C-FB6460FD3503}" type="slidenum">
              <a:rPr lang="en-GB" altLang="en-US" smtClean="0"/>
              <a:pPr algn="r">
                <a:buNone/>
              </a:pPr>
              <a:t>96</a:t>
            </a:fld>
            <a:endParaRPr lang="en-GB" altLang="en-US" dirty="0"/>
          </a:p>
        </p:txBody>
      </p:sp>
      <p:sp>
        <p:nvSpPr>
          <p:cNvPr id="4" name="Rectangle 3"/>
          <p:cNvSpPr/>
          <p:nvPr/>
        </p:nvSpPr>
        <p:spPr>
          <a:xfrm>
            <a:off x="344488" y="1318022"/>
            <a:ext cx="8913839" cy="4801314"/>
          </a:xfrm>
          <a:prstGeom prst="rect">
            <a:avLst/>
          </a:prstGeom>
        </p:spPr>
        <p:txBody>
          <a:bodyPr wrap="square">
            <a:spAutoFit/>
          </a:bodyPr>
          <a:lstStyle/>
          <a:p>
            <a:r>
              <a:rPr lang="en-US" sz="2400" b="1" dirty="0">
                <a:solidFill>
                  <a:srgbClr val="C00000"/>
                </a:solidFill>
              </a:rPr>
              <a:t>Tree-Based Parsers</a:t>
            </a:r>
          </a:p>
          <a:p>
            <a:pPr marL="342900" indent="-342900">
              <a:buFont typeface="Arial" panose="020B0604020202020204" pitchFamily="34" charset="0"/>
              <a:buChar char="•"/>
            </a:pPr>
            <a:r>
              <a:rPr lang="en-US" sz="2400" dirty="0"/>
              <a:t>Tree-based parsers holds the entire document in Memory and transforms the XML document into a Tree structure. It analyzes the whole document, and provides access to the Tree elements (DOM).</a:t>
            </a:r>
          </a:p>
          <a:p>
            <a:pPr marL="342900" indent="-342900">
              <a:buFont typeface="Arial" panose="020B0604020202020204" pitchFamily="34" charset="0"/>
              <a:buChar char="•"/>
            </a:pPr>
            <a:r>
              <a:rPr lang="en-US" sz="2400" dirty="0"/>
              <a:t>This type of parser is a better option for smaller XML documents, but not for large XML document as it causes major performance issues.</a:t>
            </a:r>
          </a:p>
          <a:p>
            <a:pPr marL="342900" indent="-342900">
              <a:buFont typeface="Arial" panose="020B0604020202020204" pitchFamily="34" charset="0"/>
              <a:buChar char="•"/>
            </a:pPr>
            <a:r>
              <a:rPr lang="en-US" sz="2400" dirty="0"/>
              <a:t>Example of tree-based parsers:</a:t>
            </a:r>
          </a:p>
          <a:p>
            <a:pPr marL="3487738"/>
            <a:r>
              <a:rPr lang="en-US" sz="2400" dirty="0" err="1"/>
              <a:t>SimpleXML</a:t>
            </a:r>
            <a:endParaRPr lang="en-US" sz="2400" dirty="0"/>
          </a:p>
          <a:p>
            <a:pPr marL="3487738"/>
            <a:r>
              <a:rPr lang="en-US" sz="2400" dirty="0"/>
              <a:t>DOM</a:t>
            </a:r>
          </a:p>
          <a:p>
            <a:r>
              <a:rPr lang="en-US" sz="2400" dirty="0"/>
              <a:t/>
            </a:r>
            <a:br>
              <a:rPr lang="en-US" sz="2400" dirty="0"/>
            </a:br>
            <a:endParaRPr lang="en-US" dirty="0">
              <a:solidFill>
                <a:srgbClr val="000000"/>
              </a:solidFill>
              <a:latin typeface="Consolas" panose="020B0609020204030204" pitchFamily="49" charset="0"/>
            </a:endParaRPr>
          </a:p>
        </p:txBody>
      </p:sp>
    </p:spTree>
    <p:extLst>
      <p:ext uri="{BB962C8B-B14F-4D97-AF65-F5344CB8AC3E}">
        <p14:creationId xmlns:p14="http://schemas.microsoft.com/office/powerpoint/2010/main" xmlns="" val="358567695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PHP and XML</a:t>
            </a:r>
          </a:p>
        </p:txBody>
      </p:sp>
      <p:sp>
        <p:nvSpPr>
          <p:cNvPr id="3" name="Slide Number Placeholder 2"/>
          <p:cNvSpPr>
            <a:spLocks noGrp="1"/>
          </p:cNvSpPr>
          <p:nvPr>
            <p:ph type="sldNum" idx="4"/>
          </p:nvPr>
        </p:nvSpPr>
        <p:spPr/>
        <p:txBody>
          <a:bodyPr/>
          <a:lstStyle/>
          <a:p>
            <a:pPr algn="r">
              <a:buNone/>
            </a:pPr>
            <a:fld id="{9A0DB2DC-4C9A-4742-B13C-FB6460FD3503}" type="slidenum">
              <a:rPr lang="en-GB" altLang="en-US" smtClean="0"/>
              <a:pPr algn="r">
                <a:buNone/>
              </a:pPr>
              <a:t>97</a:t>
            </a:fld>
            <a:endParaRPr lang="en-GB" altLang="en-US" dirty="0"/>
          </a:p>
        </p:txBody>
      </p:sp>
      <p:sp>
        <p:nvSpPr>
          <p:cNvPr id="4" name="Rectangle 3"/>
          <p:cNvSpPr/>
          <p:nvPr/>
        </p:nvSpPr>
        <p:spPr>
          <a:xfrm>
            <a:off x="344488" y="1318022"/>
            <a:ext cx="8913839" cy="4801314"/>
          </a:xfrm>
          <a:prstGeom prst="rect">
            <a:avLst/>
          </a:prstGeom>
        </p:spPr>
        <p:txBody>
          <a:bodyPr wrap="square">
            <a:spAutoFit/>
          </a:bodyPr>
          <a:lstStyle/>
          <a:p>
            <a:r>
              <a:rPr lang="en-US" sz="2400" b="1" dirty="0">
                <a:solidFill>
                  <a:srgbClr val="C00000"/>
                </a:solidFill>
              </a:rPr>
              <a:t>Event-Based Parsers:</a:t>
            </a:r>
          </a:p>
          <a:p>
            <a:pPr marL="342900" indent="-342900">
              <a:buFont typeface="Arial" panose="020B0604020202020204" pitchFamily="34" charset="0"/>
              <a:buChar char="•"/>
            </a:pPr>
            <a:r>
              <a:rPr lang="en-US" sz="2400" dirty="0"/>
              <a:t>Event-based parsers do not hold the entire document in Memory, instead, they read in one node at a time and allow you to interact with in real time. Once you move onto the next node, the old one is thrown away.</a:t>
            </a:r>
          </a:p>
          <a:p>
            <a:pPr marL="342900" indent="-342900">
              <a:buFont typeface="Arial" panose="020B0604020202020204" pitchFamily="34" charset="0"/>
              <a:buChar char="•"/>
            </a:pPr>
            <a:r>
              <a:rPr lang="en-US" sz="2400" dirty="0"/>
              <a:t>This type of parser is well suited for large XML documents. It parses faster and consumes less memory.</a:t>
            </a:r>
          </a:p>
          <a:p>
            <a:pPr marL="342900" indent="-342900">
              <a:buFont typeface="Arial" panose="020B0604020202020204" pitchFamily="34" charset="0"/>
              <a:buChar char="•"/>
            </a:pPr>
            <a:r>
              <a:rPr lang="en-US" sz="2400" dirty="0"/>
              <a:t>Example of event-based parsers:</a:t>
            </a:r>
          </a:p>
          <a:p>
            <a:pPr marL="2227263"/>
            <a:r>
              <a:rPr lang="en-US" sz="2400" dirty="0" err="1"/>
              <a:t>XMLReader</a:t>
            </a:r>
            <a:endParaRPr lang="en-US" sz="2400" dirty="0"/>
          </a:p>
          <a:p>
            <a:pPr marL="2227263"/>
            <a:r>
              <a:rPr lang="en-US" sz="2400" dirty="0"/>
              <a:t>XML Expat Parser</a:t>
            </a:r>
          </a:p>
          <a:p>
            <a:r>
              <a:rPr lang="en-US" sz="2400" dirty="0"/>
              <a:t/>
            </a:r>
            <a:br>
              <a:rPr lang="en-US" sz="2400" dirty="0"/>
            </a:br>
            <a:r>
              <a:rPr lang="en-US" sz="2400" dirty="0"/>
              <a:t/>
            </a:r>
            <a:br>
              <a:rPr lang="en-US" sz="2400" dirty="0"/>
            </a:br>
            <a:endParaRPr lang="en-US" dirty="0">
              <a:solidFill>
                <a:srgbClr val="000000"/>
              </a:solidFill>
              <a:latin typeface="Consolas" panose="020B0609020204030204" pitchFamily="49" charset="0"/>
            </a:endParaRPr>
          </a:p>
        </p:txBody>
      </p:sp>
    </p:spTree>
    <p:extLst>
      <p:ext uri="{BB962C8B-B14F-4D97-AF65-F5344CB8AC3E}">
        <p14:creationId xmlns:p14="http://schemas.microsoft.com/office/powerpoint/2010/main" xmlns="" val="230287175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PHP and AJAX</a:t>
            </a:r>
          </a:p>
        </p:txBody>
      </p:sp>
      <p:sp>
        <p:nvSpPr>
          <p:cNvPr id="3" name="Slide Number Placeholder 2"/>
          <p:cNvSpPr>
            <a:spLocks noGrp="1"/>
          </p:cNvSpPr>
          <p:nvPr>
            <p:ph type="sldNum" idx="4"/>
          </p:nvPr>
        </p:nvSpPr>
        <p:spPr/>
        <p:txBody>
          <a:bodyPr/>
          <a:lstStyle/>
          <a:p>
            <a:pPr algn="r">
              <a:buNone/>
            </a:pPr>
            <a:fld id="{9A0DB2DC-4C9A-4742-B13C-FB6460FD3503}" type="slidenum">
              <a:rPr lang="en-GB" altLang="en-US" smtClean="0"/>
              <a:pPr algn="r">
                <a:buNone/>
              </a:pPr>
              <a:t>98</a:t>
            </a:fld>
            <a:endParaRPr lang="en-GB" altLang="en-US" dirty="0"/>
          </a:p>
        </p:txBody>
      </p:sp>
      <p:sp>
        <p:nvSpPr>
          <p:cNvPr id="4" name="Rectangle 3"/>
          <p:cNvSpPr/>
          <p:nvPr/>
        </p:nvSpPr>
        <p:spPr>
          <a:xfrm>
            <a:off x="344488" y="1124744"/>
            <a:ext cx="8913839" cy="6247864"/>
          </a:xfrm>
          <a:prstGeom prst="rect">
            <a:avLst/>
          </a:prstGeom>
        </p:spPr>
        <p:txBody>
          <a:bodyPr wrap="square">
            <a:spAutoFit/>
          </a:bodyPr>
          <a:lstStyle/>
          <a:p>
            <a:pPr marL="457200" lvl="0" indent="-457200">
              <a:buFont typeface="Arial" panose="020B0604020202020204" pitchFamily="34" charset="0"/>
              <a:buChar char="•"/>
            </a:pPr>
            <a:r>
              <a:rPr lang="en-US" altLang="en-US" sz="2800" dirty="0">
                <a:solidFill>
                  <a:srgbClr val="000000"/>
                </a:solidFill>
                <a:latin typeface="Calibri" panose="020F0502020204030204" pitchFamily="34" charset="0"/>
                <a:ea typeface="Calibri" panose="020F0502020204030204" pitchFamily="34" charset="0"/>
                <a:cs typeface="Calibri" panose="020F0502020204030204" pitchFamily="34" charset="0"/>
              </a:rPr>
              <a:t>AJAX is used to create more interactive applications.</a:t>
            </a:r>
          </a:p>
          <a:p>
            <a:pPr lvl="0"/>
            <a:r>
              <a:rPr lang="en-US" altLang="en-US" sz="2800" b="1" dirty="0">
                <a:solidFill>
                  <a:srgbClr val="C00000"/>
                </a:solidFill>
                <a:latin typeface="Calibri" panose="020F0502020204030204" pitchFamily="34" charset="0"/>
                <a:ea typeface="Calibri" panose="020F0502020204030204" pitchFamily="34" charset="0"/>
                <a:cs typeface="Calibri" panose="020F0502020204030204" pitchFamily="34" charset="0"/>
              </a:rPr>
              <a:t>AJAX PHP Example</a:t>
            </a:r>
          </a:p>
          <a:p>
            <a:pPr marL="457200" lvl="0" indent="-457200">
              <a:buFont typeface="Arial" panose="020B0604020202020204" pitchFamily="34" charset="0"/>
              <a:buChar char="•"/>
              <a:tabLst>
                <a:tab pos="7256463" algn="l"/>
              </a:tabLst>
            </a:pPr>
            <a:r>
              <a:rPr lang="en-US" altLang="en-US" sz="2800" dirty="0">
                <a:solidFill>
                  <a:srgbClr val="000000"/>
                </a:solidFill>
                <a:latin typeface="Calibri" panose="020F0502020204030204" pitchFamily="34" charset="0"/>
                <a:ea typeface="Calibri" panose="020F0502020204030204" pitchFamily="34" charset="0"/>
                <a:cs typeface="Calibri" panose="020F0502020204030204" pitchFamily="34" charset="0"/>
              </a:rPr>
              <a:t>The following example will demonstrate how a web page can communicate with a web server while a user type characters in an input field:</a:t>
            </a:r>
          </a:p>
          <a:p>
            <a:pPr marL="457200" lvl="0" indent="-457200">
              <a:buFont typeface="Arial" panose="020B0604020202020204" pitchFamily="34" charset="0"/>
              <a:buChar char="•"/>
              <a:tabLst>
                <a:tab pos="7256463" algn="l"/>
              </a:tabLst>
            </a:pPr>
            <a:r>
              <a:rPr lang="en-US" altLang="en-US" sz="2800" dirty="0">
                <a:solidFill>
                  <a:srgbClr val="000000"/>
                </a:solidFill>
                <a:latin typeface="Calibri" panose="020F0502020204030204" pitchFamily="34" charset="0"/>
                <a:ea typeface="Calibri" panose="020F0502020204030204" pitchFamily="34" charset="0"/>
                <a:cs typeface="Calibri" panose="020F0502020204030204" pitchFamily="34" charset="0"/>
              </a:rPr>
              <a:t>Example:</a:t>
            </a:r>
          </a:p>
          <a:p>
            <a:pPr marL="457200" lvl="0" indent="-457200">
              <a:buFont typeface="Arial" panose="020B0604020202020204" pitchFamily="34" charset="0"/>
              <a:buChar char="•"/>
              <a:tabLst>
                <a:tab pos="7256463" algn="l"/>
              </a:tabLst>
            </a:pPr>
            <a:endParaRPr lang="en-US" altLang="en-US" sz="2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457200" lvl="0" indent="-457200">
              <a:buFont typeface="Arial" panose="020B0604020202020204" pitchFamily="34" charset="0"/>
              <a:buChar char="•"/>
              <a:tabLst>
                <a:tab pos="7256463" algn="l"/>
              </a:tabLst>
            </a:pPr>
            <a:endParaRPr lang="en-US" altLang="en-US" sz="2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457200" lvl="0" indent="-457200">
              <a:buFont typeface="Arial" panose="020B0604020202020204" pitchFamily="34" charset="0"/>
              <a:buChar char="•"/>
              <a:tabLst>
                <a:tab pos="7256463" algn="l"/>
              </a:tabLst>
            </a:pPr>
            <a:endParaRPr lang="en-US" altLang="en-US" sz="2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457200" lvl="0" indent="-457200">
              <a:buFont typeface="Arial" panose="020B0604020202020204" pitchFamily="34" charset="0"/>
              <a:buChar char="•"/>
            </a:pPr>
            <a:r>
              <a:rPr lang="en-US" altLang="en-US" sz="2800" dirty="0">
                <a:solidFill>
                  <a:srgbClr val="000000"/>
                </a:solidFill>
                <a:latin typeface="Calibri" panose="020F0502020204030204" pitchFamily="34" charset="0"/>
                <a:ea typeface="Calibri" panose="020F0502020204030204" pitchFamily="34" charset="0"/>
                <a:cs typeface="Calibri" panose="020F0502020204030204" pitchFamily="34" charset="0"/>
              </a:rPr>
              <a:t>In the example above, when a user types a character in the input field, a function called </a:t>
            </a:r>
            <a:r>
              <a:rPr lang="en-US" altLang="en-US" sz="2800" dirty="0" err="1">
                <a:solidFill>
                  <a:srgbClr val="DC143C"/>
                </a:solidFill>
                <a:latin typeface="Calibri" panose="020F0502020204030204" pitchFamily="34" charset="0"/>
                <a:ea typeface="Calibri" panose="020F0502020204030204" pitchFamily="34" charset="0"/>
                <a:cs typeface="Calibri" panose="020F0502020204030204" pitchFamily="34" charset="0"/>
              </a:rPr>
              <a:t>showHint</a:t>
            </a:r>
            <a:r>
              <a:rPr lang="en-US" altLang="en-US" sz="2800" dirty="0">
                <a:solidFill>
                  <a:srgbClr val="DC143C"/>
                </a:solidFill>
                <a:latin typeface="Calibri" panose="020F0502020204030204" pitchFamily="34" charset="0"/>
                <a:ea typeface="Calibri" panose="020F0502020204030204" pitchFamily="34" charset="0"/>
                <a:cs typeface="Calibri" panose="020F0502020204030204" pitchFamily="34" charset="0"/>
              </a:rPr>
              <a:t>()</a:t>
            </a:r>
            <a:r>
              <a:rPr lang="en-US" altLang="en-US" sz="2800" dirty="0">
                <a:solidFill>
                  <a:srgbClr val="000000"/>
                </a:solidFill>
                <a:latin typeface="Calibri" panose="020F0502020204030204" pitchFamily="34" charset="0"/>
                <a:ea typeface="Calibri" panose="020F0502020204030204" pitchFamily="34" charset="0"/>
                <a:cs typeface="Calibri" panose="020F0502020204030204" pitchFamily="34" charset="0"/>
              </a:rPr>
              <a:t> is executed.</a:t>
            </a:r>
            <a:endParaRPr lang="en-US" altLang="en-US" sz="2800" dirty="0">
              <a:latin typeface="Calibri" panose="020F0502020204030204" pitchFamily="34" charset="0"/>
              <a:ea typeface="Calibri" panose="020F0502020204030204" pitchFamily="34" charset="0"/>
              <a:cs typeface="Calibri" panose="020F0502020204030204" pitchFamily="34" charset="0"/>
            </a:endParaRPr>
          </a:p>
          <a:p>
            <a:pPr marL="457200" lvl="0" indent="-457200">
              <a:buFont typeface="Arial" panose="020B0604020202020204" pitchFamily="34" charset="0"/>
              <a:buChar char="•"/>
            </a:pPr>
            <a:r>
              <a:rPr lang="en-US" altLang="en-US" sz="2800" dirty="0">
                <a:solidFill>
                  <a:srgbClr val="000000"/>
                </a:solidFill>
                <a:latin typeface="Calibri" panose="020F0502020204030204" pitchFamily="34" charset="0"/>
                <a:ea typeface="Calibri" panose="020F0502020204030204" pitchFamily="34" charset="0"/>
                <a:cs typeface="Calibri" panose="020F0502020204030204" pitchFamily="34" charset="0"/>
              </a:rPr>
              <a:t>The function is triggered by the </a:t>
            </a:r>
            <a:r>
              <a:rPr lang="en-US" altLang="en-US" sz="2800" dirty="0" err="1">
                <a:solidFill>
                  <a:srgbClr val="000000"/>
                </a:solidFill>
                <a:latin typeface="Calibri" panose="020F0502020204030204" pitchFamily="34" charset="0"/>
                <a:ea typeface="Calibri" panose="020F0502020204030204" pitchFamily="34" charset="0"/>
                <a:cs typeface="Calibri" panose="020F0502020204030204" pitchFamily="34" charset="0"/>
              </a:rPr>
              <a:t>onkeyup</a:t>
            </a:r>
            <a:r>
              <a:rPr lang="en-US" altLang="en-US" sz="2800" dirty="0">
                <a:solidFill>
                  <a:srgbClr val="000000"/>
                </a:solidFill>
                <a:latin typeface="Calibri" panose="020F0502020204030204" pitchFamily="34" charset="0"/>
                <a:ea typeface="Calibri" panose="020F0502020204030204" pitchFamily="34" charset="0"/>
                <a:cs typeface="Calibri" panose="020F0502020204030204" pitchFamily="34" charset="0"/>
              </a:rPr>
              <a:t> event.</a:t>
            </a:r>
            <a:endParaRPr lang="en-US" altLang="en-US" sz="2800" dirty="0">
              <a:latin typeface="Calibri" panose="020F0502020204030204" pitchFamily="34" charset="0"/>
              <a:ea typeface="Calibri" panose="020F0502020204030204" pitchFamily="34" charset="0"/>
              <a:cs typeface="Calibri" panose="020F0502020204030204" pitchFamily="34" charset="0"/>
            </a:endParaRPr>
          </a:p>
          <a:p>
            <a:pPr marL="457200" lvl="0" indent="-457200">
              <a:buFont typeface="Arial" panose="020B0604020202020204" pitchFamily="34" charset="0"/>
              <a:buChar char="•"/>
              <a:tabLst>
                <a:tab pos="7256463" algn="l"/>
              </a:tabLst>
            </a:pPr>
            <a:endParaRPr lang="en-US" altLang="en-US" sz="2800" dirty="0">
              <a:latin typeface="Calibri" panose="020F0502020204030204" pitchFamily="34" charset="0"/>
              <a:ea typeface="Calibri" panose="020F0502020204030204" pitchFamily="34" charset="0"/>
              <a:cs typeface="Calibri" panose="020F0502020204030204" pitchFamily="34" charset="0"/>
            </a:endParaRPr>
          </a:p>
          <a:p>
            <a:pPr lvl="0"/>
            <a:endParaRPr lang="en-US" altLang="en-US" sz="3600" dirty="0"/>
          </a:p>
        </p:txBody>
      </p:sp>
      <p:sp>
        <p:nvSpPr>
          <p:cNvPr id="5" name="Rectangle 1"/>
          <p:cNvSpPr>
            <a:spLocks noChangeArrowheads="1"/>
          </p:cNvSpPr>
          <p:nvPr/>
        </p:nvSpPr>
        <p:spPr bwMode="auto">
          <a:xfrm>
            <a:off x="0" y="-38099"/>
            <a:ext cx="0" cy="533399"/>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82524" tIns="126960" rIns="-82524"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3"/>
          <p:cNvSpPr>
            <a:spLocks noChangeArrowheads="1"/>
          </p:cNvSpPr>
          <p:nvPr/>
        </p:nvSpPr>
        <p:spPr bwMode="auto">
          <a:xfrm>
            <a:off x="0" y="452909"/>
            <a:ext cx="65" cy="49753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0" tIns="63480" rIns="0" bIns="6348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a:defRPr>
                <a:solidFill>
                  <a:schemeClr val="tx1"/>
                </a:solidFill>
                <a:latin typeface="Arial" panose="020B0604020202020204" pitchFamily="34" charset="0"/>
              </a:defRPr>
            </a:lvl6pPr>
            <a:lvl7pPr>
              <a:defRPr>
                <a:solidFill>
                  <a:schemeClr val="tx1"/>
                </a:solidFill>
                <a:latin typeface="Arial" panose="020B0604020202020204" pitchFamily="34" charset="0"/>
              </a:defRPr>
            </a:lvl7pPr>
            <a:lvl8pPr>
              <a:defRPr>
                <a:solidFill>
                  <a:schemeClr val="tx1"/>
                </a:solidFill>
                <a:latin typeface="Arial" panose="020B0604020202020204" pitchFamily="34" charset="0"/>
              </a:defRPr>
            </a:lvl8pPr>
            <a:lvl9pP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endParaRPr>
          </a:p>
        </p:txBody>
      </p:sp>
      <p:pic>
        <p:nvPicPr>
          <p:cNvPr id="8" name="Picture 7"/>
          <p:cNvPicPr>
            <a:picLocks noChangeAspect="1"/>
          </p:cNvPicPr>
          <p:nvPr/>
        </p:nvPicPr>
        <p:blipFill>
          <a:blip r:embed="rId2"/>
          <a:stretch>
            <a:fillRect/>
          </a:stretch>
        </p:blipFill>
        <p:spPr>
          <a:xfrm>
            <a:off x="2360712" y="3501008"/>
            <a:ext cx="4160881" cy="1196444"/>
          </a:xfrm>
          <a:prstGeom prst="rect">
            <a:avLst/>
          </a:prstGeom>
        </p:spPr>
      </p:pic>
      <p:sp>
        <p:nvSpPr>
          <p:cNvPr id="9"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a:defRPr>
                <a:solidFill>
                  <a:schemeClr val="tx1"/>
                </a:solidFill>
                <a:latin typeface="Arial" panose="020B0604020202020204" pitchFamily="34" charset="0"/>
              </a:defRPr>
            </a:lvl6pPr>
            <a:lvl7pPr>
              <a:defRPr>
                <a:solidFill>
                  <a:schemeClr val="tx1"/>
                </a:solidFill>
                <a:latin typeface="Arial" panose="020B0604020202020204" pitchFamily="34" charset="0"/>
              </a:defRPr>
            </a:lvl7pPr>
            <a:lvl8pPr>
              <a:defRPr>
                <a:solidFill>
                  <a:schemeClr val="tx1"/>
                </a:solidFill>
                <a:latin typeface="Arial" panose="020B0604020202020204" pitchFamily="34" charset="0"/>
              </a:defRPr>
            </a:lvl8pPr>
            <a:lvl9pP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xmlns="" val="322963693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PHP and AJAX</a:t>
            </a:r>
          </a:p>
        </p:txBody>
      </p:sp>
      <p:sp>
        <p:nvSpPr>
          <p:cNvPr id="3" name="Slide Number Placeholder 2"/>
          <p:cNvSpPr>
            <a:spLocks noGrp="1"/>
          </p:cNvSpPr>
          <p:nvPr>
            <p:ph type="sldNum" idx="4"/>
          </p:nvPr>
        </p:nvSpPr>
        <p:spPr/>
        <p:txBody>
          <a:bodyPr/>
          <a:lstStyle/>
          <a:p>
            <a:pPr algn="r">
              <a:buNone/>
            </a:pPr>
            <a:fld id="{9A0DB2DC-4C9A-4742-B13C-FB6460FD3503}" type="slidenum">
              <a:rPr lang="en-GB" altLang="en-US" smtClean="0"/>
              <a:pPr algn="r">
                <a:buNone/>
              </a:pPr>
              <a:t>99</a:t>
            </a:fld>
            <a:endParaRPr lang="en-GB" altLang="en-US" dirty="0"/>
          </a:p>
        </p:txBody>
      </p:sp>
      <p:sp>
        <p:nvSpPr>
          <p:cNvPr id="4" name="Rectangle 3"/>
          <p:cNvSpPr/>
          <p:nvPr/>
        </p:nvSpPr>
        <p:spPr>
          <a:xfrm>
            <a:off x="272480" y="1350370"/>
            <a:ext cx="8913839" cy="954107"/>
          </a:xfrm>
          <a:prstGeom prst="rect">
            <a:avLst/>
          </a:prstGeom>
        </p:spPr>
        <p:txBody>
          <a:bodyPr wrap="square">
            <a:spAutoFit/>
          </a:bodyPr>
          <a:lstStyle/>
          <a:p>
            <a:pPr marL="457200" lvl="0" indent="-457200">
              <a:buFont typeface="Arial" panose="020B0604020202020204" pitchFamily="34" charset="0"/>
              <a:buChar char="•"/>
            </a:pPr>
            <a:r>
              <a:rPr lang="en-US" altLang="en-US" sz="2000" b="1" dirty="0">
                <a:solidFill>
                  <a:srgbClr val="C00000"/>
                </a:solidFill>
                <a:latin typeface="Calibri" panose="020F0502020204030204" pitchFamily="34" charset="0"/>
                <a:ea typeface="Calibri" panose="020F0502020204030204" pitchFamily="34" charset="0"/>
                <a:cs typeface="Calibri" panose="020F0502020204030204" pitchFamily="34" charset="0"/>
              </a:rPr>
              <a:t>HTML Code:</a:t>
            </a:r>
          </a:p>
          <a:p>
            <a:pPr lvl="0"/>
            <a:endParaRPr lang="en-US" altLang="en-US" sz="3600" dirty="0"/>
          </a:p>
        </p:txBody>
      </p:sp>
      <p:sp>
        <p:nvSpPr>
          <p:cNvPr id="5" name="Rectangle 1"/>
          <p:cNvSpPr>
            <a:spLocks noChangeArrowheads="1"/>
          </p:cNvSpPr>
          <p:nvPr/>
        </p:nvSpPr>
        <p:spPr bwMode="auto">
          <a:xfrm>
            <a:off x="0" y="-38099"/>
            <a:ext cx="0" cy="533399"/>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82524" tIns="126960" rIns="-82524"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3"/>
          <p:cNvSpPr>
            <a:spLocks noChangeArrowheads="1"/>
          </p:cNvSpPr>
          <p:nvPr/>
        </p:nvSpPr>
        <p:spPr bwMode="auto">
          <a:xfrm>
            <a:off x="0" y="452909"/>
            <a:ext cx="65" cy="49753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0" tIns="63480" rIns="0" bIns="6348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a:defRPr>
                <a:solidFill>
                  <a:schemeClr val="tx1"/>
                </a:solidFill>
                <a:latin typeface="Arial" panose="020B0604020202020204" pitchFamily="34" charset="0"/>
              </a:defRPr>
            </a:lvl6pPr>
            <a:lvl7pPr>
              <a:defRPr>
                <a:solidFill>
                  <a:schemeClr val="tx1"/>
                </a:solidFill>
                <a:latin typeface="Arial" panose="020B0604020202020204" pitchFamily="34" charset="0"/>
              </a:defRPr>
            </a:lvl7pPr>
            <a:lvl8pPr>
              <a:defRPr>
                <a:solidFill>
                  <a:schemeClr val="tx1"/>
                </a:solidFill>
                <a:latin typeface="Arial" panose="020B0604020202020204" pitchFamily="34" charset="0"/>
              </a:defRPr>
            </a:lvl8pPr>
            <a:lvl9pP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endParaRPr>
          </a:p>
        </p:txBody>
      </p:sp>
      <p:sp>
        <p:nvSpPr>
          <p:cNvPr id="9"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a:defRPr>
                <a:solidFill>
                  <a:schemeClr val="tx1"/>
                </a:solidFill>
                <a:latin typeface="Arial" panose="020B0604020202020204" pitchFamily="34" charset="0"/>
              </a:defRPr>
            </a:lvl6pPr>
            <a:lvl7pPr>
              <a:defRPr>
                <a:solidFill>
                  <a:schemeClr val="tx1"/>
                </a:solidFill>
                <a:latin typeface="Arial" panose="020B0604020202020204" pitchFamily="34" charset="0"/>
              </a:defRPr>
            </a:lvl7pPr>
            <a:lvl8pPr>
              <a:defRPr>
                <a:solidFill>
                  <a:schemeClr val="tx1"/>
                </a:solidFill>
                <a:latin typeface="Arial" panose="020B0604020202020204" pitchFamily="34" charset="0"/>
              </a:defRPr>
            </a:lvl8pPr>
            <a:lvl9pP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p:cNvPicPr>
            <a:picLocks noChangeAspect="1"/>
          </p:cNvPicPr>
          <p:nvPr/>
        </p:nvPicPr>
        <p:blipFill>
          <a:blip r:embed="rId2"/>
          <a:stretch>
            <a:fillRect/>
          </a:stretch>
        </p:blipFill>
        <p:spPr>
          <a:xfrm>
            <a:off x="560512" y="1827424"/>
            <a:ext cx="6187976" cy="4892464"/>
          </a:xfrm>
          <a:prstGeom prst="rect">
            <a:avLst/>
          </a:prstGeom>
        </p:spPr>
      </p:pic>
    </p:spTree>
    <p:extLst>
      <p:ext uri="{BB962C8B-B14F-4D97-AF65-F5344CB8AC3E}">
        <p14:creationId xmlns:p14="http://schemas.microsoft.com/office/powerpoint/2010/main" xmlns="" val="61661371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PHP and AJAX</a:t>
            </a:r>
          </a:p>
        </p:txBody>
      </p:sp>
      <p:sp>
        <p:nvSpPr>
          <p:cNvPr id="3" name="Slide Number Placeholder 2"/>
          <p:cNvSpPr>
            <a:spLocks noGrp="1"/>
          </p:cNvSpPr>
          <p:nvPr>
            <p:ph type="sldNum" idx="4"/>
          </p:nvPr>
        </p:nvSpPr>
        <p:spPr/>
        <p:txBody>
          <a:bodyPr/>
          <a:lstStyle/>
          <a:p>
            <a:pPr algn="r">
              <a:buNone/>
            </a:pPr>
            <a:fld id="{9A0DB2DC-4C9A-4742-B13C-FB6460FD3503}" type="slidenum">
              <a:rPr lang="en-GB" altLang="en-US" smtClean="0"/>
              <a:pPr algn="r">
                <a:buNone/>
              </a:pPr>
              <a:t>100</a:t>
            </a:fld>
            <a:endParaRPr lang="en-GB" altLang="en-US" dirty="0"/>
          </a:p>
        </p:txBody>
      </p:sp>
      <p:sp>
        <p:nvSpPr>
          <p:cNvPr id="4" name="Rectangle 3"/>
          <p:cNvSpPr/>
          <p:nvPr/>
        </p:nvSpPr>
        <p:spPr>
          <a:xfrm>
            <a:off x="344488" y="1079738"/>
            <a:ext cx="8913839" cy="6494085"/>
          </a:xfrm>
          <a:prstGeom prst="rect">
            <a:avLst/>
          </a:prstGeom>
        </p:spPr>
        <p:txBody>
          <a:bodyPr wrap="square">
            <a:spAutoFit/>
          </a:bodyPr>
          <a:lstStyle/>
          <a:p>
            <a:pPr marL="457200" lvl="0" indent="-457200">
              <a:buFont typeface="Arial" panose="020B0604020202020204" pitchFamily="34" charset="0"/>
              <a:buChar char="•"/>
            </a:pPr>
            <a:r>
              <a:rPr lang="en-US" altLang="en-US" sz="2000" b="1" dirty="0">
                <a:solidFill>
                  <a:srgbClr val="C00000"/>
                </a:solidFill>
                <a:latin typeface="Calibri" panose="020F0502020204030204" pitchFamily="34" charset="0"/>
                <a:ea typeface="Calibri" panose="020F0502020204030204" pitchFamily="34" charset="0"/>
                <a:cs typeface="Calibri" panose="020F0502020204030204" pitchFamily="34" charset="0"/>
              </a:rPr>
              <a:t>HTML Code:</a:t>
            </a:r>
          </a:p>
          <a:p>
            <a:pPr marL="457200" lvl="0" indent="-457200">
              <a:buFont typeface="Arial" panose="020B0604020202020204" pitchFamily="34" charset="0"/>
              <a:buChar char="•"/>
            </a:pPr>
            <a:endParaRPr lang="en-US" altLang="en-US" sz="20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457200" lvl="0" indent="-457200">
              <a:buFont typeface="Arial" panose="020B0604020202020204" pitchFamily="34" charset="0"/>
              <a:buChar char="•"/>
            </a:pPr>
            <a:endParaRPr lang="en-US" altLang="en-US" sz="20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457200" lvl="0" indent="-457200">
              <a:buFont typeface="Arial" panose="020B0604020202020204" pitchFamily="34" charset="0"/>
              <a:buChar char="•"/>
            </a:pPr>
            <a:endParaRPr lang="en-US" altLang="en-US" sz="20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457200" lvl="0" indent="-457200">
              <a:buFont typeface="Arial" panose="020B0604020202020204" pitchFamily="34" charset="0"/>
              <a:buChar char="•"/>
            </a:pPr>
            <a:endParaRPr lang="en-US" altLang="en-US" sz="20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457200" lvl="0" indent="-457200">
              <a:buFont typeface="Arial" panose="020B0604020202020204" pitchFamily="34" charset="0"/>
              <a:buChar char="•"/>
            </a:pPr>
            <a:endParaRPr lang="en-US" altLang="en-US" sz="20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457200" lvl="0" indent="-457200">
              <a:buFont typeface="Arial" panose="020B0604020202020204" pitchFamily="34" charset="0"/>
              <a:buChar char="•"/>
            </a:pPr>
            <a:endParaRPr lang="en-US" altLang="en-US" sz="20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457200" lvl="0" indent="-457200">
              <a:buFont typeface="Arial" panose="020B0604020202020204" pitchFamily="34" charset="0"/>
              <a:buChar char="•"/>
            </a:pPr>
            <a:endParaRPr lang="en-US" altLang="en-US" sz="20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457200" lvl="0" indent="-457200">
              <a:buFont typeface="Arial" panose="020B0604020202020204" pitchFamily="34" charset="0"/>
              <a:buChar char="•"/>
            </a:pPr>
            <a:endParaRPr lang="en-US" altLang="en-US" sz="20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lvl="0"/>
            <a:r>
              <a:rPr lang="en-US" altLang="en-US" sz="2000" b="1" dirty="0">
                <a:solidFill>
                  <a:srgbClr val="C00000"/>
                </a:solidFill>
                <a:latin typeface="Segoe UI" panose="020B0502040204020203" pitchFamily="34" charset="0"/>
                <a:cs typeface="Segoe UI" panose="020B0502040204020203" pitchFamily="34" charset="0"/>
              </a:rPr>
              <a:t>Code explanation:</a:t>
            </a:r>
            <a:endParaRPr lang="en-US" altLang="en-US" sz="800" b="1" dirty="0">
              <a:solidFill>
                <a:srgbClr val="C00000"/>
              </a:solidFill>
            </a:endParaRPr>
          </a:p>
          <a:p>
            <a:pPr marL="342900" lvl="0" indent="-342900">
              <a:buFont typeface="Arial" panose="020B0604020202020204" pitchFamily="34" charset="0"/>
              <a:buChar char="•"/>
            </a:pPr>
            <a:r>
              <a:rPr lang="en-US" altLang="en-US" sz="2000" dirty="0">
                <a:solidFill>
                  <a:srgbClr val="000000"/>
                </a:solidFill>
                <a:latin typeface="Segoe UI" panose="020B0502040204020203" pitchFamily="34" charset="0"/>
                <a:cs typeface="Segoe UI" panose="020B0502040204020203" pitchFamily="34" charset="0"/>
              </a:rPr>
              <a:t>First, check if the input field is empty (</a:t>
            </a:r>
            <a:r>
              <a:rPr lang="en-US" altLang="en-US" sz="2000" dirty="0" err="1">
                <a:solidFill>
                  <a:srgbClr val="000000"/>
                </a:solidFill>
                <a:latin typeface="Segoe UI" panose="020B0502040204020203" pitchFamily="34" charset="0"/>
                <a:cs typeface="Segoe UI" panose="020B0502040204020203" pitchFamily="34" charset="0"/>
              </a:rPr>
              <a:t>str.length</a:t>
            </a:r>
            <a:r>
              <a:rPr lang="en-US" altLang="en-US" sz="2000" dirty="0">
                <a:solidFill>
                  <a:srgbClr val="000000"/>
                </a:solidFill>
                <a:latin typeface="Segoe UI" panose="020B0502040204020203" pitchFamily="34" charset="0"/>
                <a:cs typeface="Segoe UI" panose="020B0502040204020203" pitchFamily="34" charset="0"/>
              </a:rPr>
              <a:t> == 0). If it is, clear the content of the </a:t>
            </a:r>
            <a:r>
              <a:rPr lang="en-US" altLang="en-US" sz="2000" dirty="0" err="1">
                <a:solidFill>
                  <a:srgbClr val="000000"/>
                </a:solidFill>
                <a:latin typeface="Segoe UI" panose="020B0502040204020203" pitchFamily="34" charset="0"/>
                <a:cs typeface="Segoe UI" panose="020B0502040204020203" pitchFamily="34" charset="0"/>
              </a:rPr>
              <a:t>txtHint</a:t>
            </a:r>
            <a:r>
              <a:rPr lang="en-US" altLang="en-US" sz="2000" dirty="0">
                <a:solidFill>
                  <a:srgbClr val="000000"/>
                </a:solidFill>
                <a:latin typeface="Segoe UI" panose="020B0502040204020203" pitchFamily="34" charset="0"/>
                <a:cs typeface="Segoe UI" panose="020B0502040204020203" pitchFamily="34" charset="0"/>
              </a:rPr>
              <a:t> placeholder and exit the function.</a:t>
            </a:r>
            <a:endParaRPr lang="en-US" altLang="en-US" sz="800" dirty="0"/>
          </a:p>
          <a:p>
            <a:pPr marL="342900" lvl="0" indent="-342900">
              <a:buFont typeface="Arial" panose="020B0604020202020204" pitchFamily="34" charset="0"/>
              <a:buChar char="•"/>
            </a:pPr>
            <a:r>
              <a:rPr lang="en-US" altLang="en-US" sz="2000" dirty="0">
                <a:solidFill>
                  <a:srgbClr val="000000"/>
                </a:solidFill>
                <a:latin typeface="Segoe UI" panose="020B0502040204020203" pitchFamily="34" charset="0"/>
                <a:cs typeface="Segoe UI" panose="020B0502040204020203" pitchFamily="34" charset="0"/>
              </a:rPr>
              <a:t>However, if the input field is not empty, do the following:</a:t>
            </a:r>
            <a:endParaRPr lang="en-US" altLang="en-US" sz="800" dirty="0"/>
          </a:p>
          <a:p>
            <a:pPr marL="342900" lvl="0" indent="-342900">
              <a:buFont typeface="Arial" panose="020B0604020202020204" pitchFamily="34" charset="0"/>
              <a:buChar char="•"/>
            </a:pPr>
            <a:r>
              <a:rPr lang="en-US" altLang="en-US" sz="2000" dirty="0">
                <a:solidFill>
                  <a:srgbClr val="000000"/>
                </a:solidFill>
                <a:latin typeface="Segoe UI" panose="020B0502040204020203" pitchFamily="34" charset="0"/>
                <a:cs typeface="Segoe UI" panose="020B0502040204020203" pitchFamily="34" charset="0"/>
              </a:rPr>
              <a:t>Create an </a:t>
            </a:r>
            <a:r>
              <a:rPr lang="en-US" altLang="en-US" sz="2000" dirty="0" err="1">
                <a:solidFill>
                  <a:srgbClr val="DC143C"/>
                </a:solidFill>
                <a:latin typeface="Consolas" panose="020B0609020204030204" pitchFamily="49" charset="0"/>
                <a:cs typeface="Segoe UI" panose="020B0502040204020203" pitchFamily="34" charset="0"/>
              </a:rPr>
              <a:t>XMLHttpRequest</a:t>
            </a:r>
            <a:r>
              <a:rPr lang="en-US" altLang="en-US" sz="2000" dirty="0">
                <a:solidFill>
                  <a:srgbClr val="000000"/>
                </a:solidFill>
                <a:latin typeface="Segoe UI" panose="020B0502040204020203" pitchFamily="34" charset="0"/>
                <a:cs typeface="Segoe UI" panose="020B0502040204020203" pitchFamily="34" charset="0"/>
              </a:rPr>
              <a:t> object</a:t>
            </a:r>
          </a:p>
          <a:p>
            <a:pPr marL="342900" lvl="0" indent="-342900">
              <a:buFont typeface="Arial" panose="020B0604020202020204" pitchFamily="34" charset="0"/>
              <a:buChar char="•"/>
            </a:pPr>
            <a:r>
              <a:rPr lang="en-US" altLang="en-US" sz="2000" dirty="0">
                <a:solidFill>
                  <a:srgbClr val="000000"/>
                </a:solidFill>
                <a:latin typeface="Segoe UI" panose="020B0502040204020203" pitchFamily="34" charset="0"/>
                <a:cs typeface="Segoe UI" panose="020B0502040204020203" pitchFamily="34" charset="0"/>
              </a:rPr>
              <a:t>Create the function to be executed when the server response is ready</a:t>
            </a:r>
          </a:p>
          <a:p>
            <a:pPr marL="342900" lvl="0" indent="-342900">
              <a:buFont typeface="Arial" panose="020B0604020202020204" pitchFamily="34" charset="0"/>
              <a:buChar char="•"/>
            </a:pPr>
            <a:r>
              <a:rPr lang="en-US" altLang="en-US" sz="2000" dirty="0">
                <a:solidFill>
                  <a:srgbClr val="000000"/>
                </a:solidFill>
                <a:latin typeface="Segoe UI" panose="020B0502040204020203" pitchFamily="34" charset="0"/>
                <a:cs typeface="Segoe UI" panose="020B0502040204020203" pitchFamily="34" charset="0"/>
              </a:rPr>
              <a:t>Send the request off to a PHP file (</a:t>
            </a:r>
            <a:r>
              <a:rPr lang="en-US" altLang="en-US" sz="2000" dirty="0" err="1">
                <a:solidFill>
                  <a:srgbClr val="000000"/>
                </a:solidFill>
                <a:latin typeface="Segoe UI" panose="020B0502040204020203" pitchFamily="34" charset="0"/>
                <a:cs typeface="Segoe UI" panose="020B0502040204020203" pitchFamily="34" charset="0"/>
              </a:rPr>
              <a:t>gethint.php</a:t>
            </a:r>
            <a:r>
              <a:rPr lang="en-US" altLang="en-US" sz="2000" dirty="0">
                <a:solidFill>
                  <a:srgbClr val="000000"/>
                </a:solidFill>
                <a:latin typeface="Segoe UI" panose="020B0502040204020203" pitchFamily="34" charset="0"/>
                <a:cs typeface="Segoe UI" panose="020B0502040204020203" pitchFamily="34" charset="0"/>
              </a:rPr>
              <a:t>) on the server</a:t>
            </a:r>
          </a:p>
          <a:p>
            <a:pPr marL="342900" lvl="0" indent="-342900">
              <a:buFont typeface="Arial" panose="020B0604020202020204" pitchFamily="34" charset="0"/>
              <a:buChar char="•"/>
            </a:pPr>
            <a:r>
              <a:rPr lang="en-US" altLang="en-US" sz="2000" dirty="0">
                <a:solidFill>
                  <a:srgbClr val="000000"/>
                </a:solidFill>
                <a:latin typeface="Segoe UI" panose="020B0502040204020203" pitchFamily="34" charset="0"/>
                <a:cs typeface="Segoe UI" panose="020B0502040204020203" pitchFamily="34" charset="0"/>
              </a:rPr>
              <a:t>Notice that </a:t>
            </a:r>
            <a:r>
              <a:rPr lang="en-US" altLang="en-US" sz="2000" dirty="0">
                <a:solidFill>
                  <a:srgbClr val="DC143C"/>
                </a:solidFill>
                <a:latin typeface="Consolas" panose="020B0609020204030204" pitchFamily="49" charset="0"/>
                <a:cs typeface="Segoe UI" panose="020B0502040204020203" pitchFamily="34" charset="0"/>
              </a:rPr>
              <a:t>q</a:t>
            </a:r>
            <a:r>
              <a:rPr lang="en-US" altLang="en-US" sz="2000" dirty="0">
                <a:solidFill>
                  <a:srgbClr val="000000"/>
                </a:solidFill>
                <a:latin typeface="Segoe UI" panose="020B0502040204020203" pitchFamily="34" charset="0"/>
                <a:cs typeface="Segoe UI" panose="020B0502040204020203" pitchFamily="34" charset="0"/>
              </a:rPr>
              <a:t> parameter is added to the </a:t>
            </a:r>
            <a:r>
              <a:rPr lang="en-US" altLang="en-US" sz="2000" dirty="0" err="1">
                <a:solidFill>
                  <a:srgbClr val="000000"/>
                </a:solidFill>
                <a:latin typeface="Segoe UI" panose="020B0502040204020203" pitchFamily="34" charset="0"/>
                <a:cs typeface="Segoe UI" panose="020B0502040204020203" pitchFamily="34" charset="0"/>
              </a:rPr>
              <a:t>url</a:t>
            </a:r>
            <a:r>
              <a:rPr lang="en-US" altLang="en-US" sz="2000" dirty="0">
                <a:solidFill>
                  <a:srgbClr val="000000"/>
                </a:solidFill>
                <a:latin typeface="Segoe UI" panose="020B0502040204020203" pitchFamily="34" charset="0"/>
                <a:cs typeface="Segoe UI" panose="020B0502040204020203" pitchFamily="34" charset="0"/>
              </a:rPr>
              <a:t> </a:t>
            </a:r>
            <a:r>
              <a:rPr lang="en-US" altLang="en-US" sz="2000" dirty="0">
                <a:solidFill>
                  <a:srgbClr val="DC143C"/>
                </a:solidFill>
                <a:latin typeface="Consolas" panose="020B0609020204030204" pitchFamily="49" charset="0"/>
                <a:cs typeface="Segoe UI" panose="020B0502040204020203" pitchFamily="34" charset="0"/>
              </a:rPr>
              <a:t>(</a:t>
            </a:r>
            <a:r>
              <a:rPr lang="en-US" altLang="en-US" sz="2000" dirty="0" err="1">
                <a:solidFill>
                  <a:srgbClr val="DC143C"/>
                </a:solidFill>
                <a:latin typeface="Consolas" panose="020B0609020204030204" pitchFamily="49" charset="0"/>
                <a:cs typeface="Segoe UI" panose="020B0502040204020203" pitchFamily="34" charset="0"/>
              </a:rPr>
              <a:t>gethint.php?q</a:t>
            </a:r>
            <a:r>
              <a:rPr lang="en-US" altLang="en-US" sz="2000" dirty="0">
                <a:solidFill>
                  <a:srgbClr val="DC143C"/>
                </a:solidFill>
                <a:latin typeface="Consolas" panose="020B0609020204030204" pitchFamily="49" charset="0"/>
                <a:cs typeface="Segoe UI" panose="020B0502040204020203" pitchFamily="34" charset="0"/>
              </a:rPr>
              <a:t>=" + </a:t>
            </a:r>
            <a:r>
              <a:rPr lang="en-US" altLang="en-US" sz="2000" dirty="0" err="1">
                <a:solidFill>
                  <a:srgbClr val="DC143C"/>
                </a:solidFill>
                <a:latin typeface="Consolas" panose="020B0609020204030204" pitchFamily="49" charset="0"/>
                <a:cs typeface="Segoe UI" panose="020B0502040204020203" pitchFamily="34" charset="0"/>
              </a:rPr>
              <a:t>str</a:t>
            </a:r>
            <a:r>
              <a:rPr lang="en-US" altLang="en-US" sz="2000" dirty="0">
                <a:solidFill>
                  <a:srgbClr val="DC143C"/>
                </a:solidFill>
                <a:latin typeface="Consolas" panose="020B0609020204030204" pitchFamily="49" charset="0"/>
                <a:cs typeface="Segoe UI" panose="020B0502040204020203" pitchFamily="34" charset="0"/>
              </a:rPr>
              <a:t>)</a:t>
            </a:r>
            <a:endParaRPr lang="en-US" altLang="en-US" sz="2000" dirty="0">
              <a:solidFill>
                <a:srgbClr val="000000"/>
              </a:solidFill>
              <a:latin typeface="Segoe UI" panose="020B0502040204020203" pitchFamily="34" charset="0"/>
              <a:cs typeface="Segoe UI" panose="020B0502040204020203" pitchFamily="34" charset="0"/>
            </a:endParaRPr>
          </a:p>
          <a:p>
            <a:pPr marL="342900" lvl="0" indent="-342900">
              <a:buFont typeface="Arial" panose="020B0604020202020204" pitchFamily="34" charset="0"/>
              <a:buChar char="•"/>
            </a:pPr>
            <a:r>
              <a:rPr lang="en-US" altLang="en-US" sz="2000" dirty="0">
                <a:solidFill>
                  <a:srgbClr val="000000"/>
                </a:solidFill>
                <a:latin typeface="Segoe UI" panose="020B0502040204020203" pitchFamily="34" charset="0"/>
                <a:cs typeface="Segoe UI" panose="020B0502040204020203" pitchFamily="34" charset="0"/>
              </a:rPr>
              <a:t>And the </a:t>
            </a:r>
            <a:r>
              <a:rPr lang="en-US" altLang="en-US" sz="2000" dirty="0" err="1">
                <a:solidFill>
                  <a:srgbClr val="DC143C"/>
                </a:solidFill>
                <a:latin typeface="Consolas" panose="020B0609020204030204" pitchFamily="49" charset="0"/>
                <a:cs typeface="Segoe UI" panose="020B0502040204020203" pitchFamily="34" charset="0"/>
              </a:rPr>
              <a:t>str</a:t>
            </a:r>
            <a:r>
              <a:rPr lang="en-US" altLang="en-US" sz="2000" dirty="0">
                <a:solidFill>
                  <a:srgbClr val="000000"/>
                </a:solidFill>
                <a:latin typeface="Segoe UI" panose="020B0502040204020203" pitchFamily="34" charset="0"/>
                <a:cs typeface="Segoe UI" panose="020B0502040204020203" pitchFamily="34" charset="0"/>
              </a:rPr>
              <a:t> variable holds the content of the input field</a:t>
            </a:r>
          </a:p>
          <a:p>
            <a:pPr marL="457200" lvl="0" indent="-457200">
              <a:buFont typeface="Arial" panose="020B0604020202020204" pitchFamily="34" charset="0"/>
              <a:buChar char="•"/>
            </a:pPr>
            <a:endParaRPr lang="en-US" altLang="en-US" sz="20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lvl="0"/>
            <a:endParaRPr lang="en-US" altLang="en-US" sz="3600" dirty="0"/>
          </a:p>
        </p:txBody>
      </p:sp>
      <p:sp>
        <p:nvSpPr>
          <p:cNvPr id="5" name="Rectangle 1"/>
          <p:cNvSpPr>
            <a:spLocks noChangeArrowheads="1"/>
          </p:cNvSpPr>
          <p:nvPr/>
        </p:nvSpPr>
        <p:spPr bwMode="auto">
          <a:xfrm>
            <a:off x="0" y="-38099"/>
            <a:ext cx="0" cy="533399"/>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82524" tIns="126960" rIns="-82524"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3"/>
          <p:cNvSpPr>
            <a:spLocks noChangeArrowheads="1"/>
          </p:cNvSpPr>
          <p:nvPr/>
        </p:nvSpPr>
        <p:spPr bwMode="auto">
          <a:xfrm>
            <a:off x="0" y="452909"/>
            <a:ext cx="65" cy="49753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0" tIns="63480" rIns="0" bIns="6348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a:defRPr>
                <a:solidFill>
                  <a:schemeClr val="tx1"/>
                </a:solidFill>
                <a:latin typeface="Arial" panose="020B0604020202020204" pitchFamily="34" charset="0"/>
              </a:defRPr>
            </a:lvl6pPr>
            <a:lvl7pPr>
              <a:defRPr>
                <a:solidFill>
                  <a:schemeClr val="tx1"/>
                </a:solidFill>
                <a:latin typeface="Arial" panose="020B0604020202020204" pitchFamily="34" charset="0"/>
              </a:defRPr>
            </a:lvl7pPr>
            <a:lvl8pPr>
              <a:defRPr>
                <a:solidFill>
                  <a:schemeClr val="tx1"/>
                </a:solidFill>
                <a:latin typeface="Arial" panose="020B0604020202020204" pitchFamily="34" charset="0"/>
              </a:defRPr>
            </a:lvl8pPr>
            <a:lvl9pP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endParaRPr>
          </a:p>
        </p:txBody>
      </p:sp>
      <p:sp>
        <p:nvSpPr>
          <p:cNvPr id="9"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a:defRPr>
                <a:solidFill>
                  <a:schemeClr val="tx1"/>
                </a:solidFill>
                <a:latin typeface="Arial" panose="020B0604020202020204" pitchFamily="34" charset="0"/>
              </a:defRPr>
            </a:lvl6pPr>
            <a:lvl7pPr>
              <a:defRPr>
                <a:solidFill>
                  <a:schemeClr val="tx1"/>
                </a:solidFill>
                <a:latin typeface="Arial" panose="020B0604020202020204" pitchFamily="34" charset="0"/>
              </a:defRPr>
            </a:lvl7pPr>
            <a:lvl8pPr>
              <a:defRPr>
                <a:solidFill>
                  <a:schemeClr val="tx1"/>
                </a:solidFill>
                <a:latin typeface="Arial" panose="020B0604020202020204" pitchFamily="34" charset="0"/>
              </a:defRPr>
            </a:lvl8pPr>
            <a:lvl9pP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 name="Picture 9"/>
          <p:cNvPicPr>
            <a:picLocks noChangeAspect="1"/>
          </p:cNvPicPr>
          <p:nvPr/>
        </p:nvPicPr>
        <p:blipFill>
          <a:blip r:embed="rId2"/>
          <a:stretch>
            <a:fillRect/>
          </a:stretch>
        </p:blipFill>
        <p:spPr>
          <a:xfrm>
            <a:off x="776536" y="1556792"/>
            <a:ext cx="6462320" cy="1813717"/>
          </a:xfrm>
          <a:prstGeom prst="rect">
            <a:avLst/>
          </a:prstGeom>
        </p:spPr>
      </p:pic>
      <p:sp>
        <p:nvSpPr>
          <p:cNvPr id="8"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a:defRPr>
                <a:solidFill>
                  <a:schemeClr val="tx1"/>
                </a:solidFill>
                <a:latin typeface="Arial" panose="020B0604020202020204" pitchFamily="34" charset="0"/>
              </a:defRPr>
            </a:lvl6pPr>
            <a:lvl7pPr>
              <a:defRPr>
                <a:solidFill>
                  <a:schemeClr val="tx1"/>
                </a:solidFill>
                <a:latin typeface="Arial" panose="020B0604020202020204" pitchFamily="34" charset="0"/>
              </a:defRPr>
            </a:lvl7pPr>
            <a:lvl8pPr>
              <a:defRPr>
                <a:solidFill>
                  <a:schemeClr val="tx1"/>
                </a:solidFill>
                <a:latin typeface="Arial" panose="020B0604020202020204" pitchFamily="34" charset="0"/>
              </a:defRPr>
            </a:lvl8pPr>
            <a:lvl9pP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xmlns="" val="94373502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PHP and AJAX</a:t>
            </a:r>
          </a:p>
        </p:txBody>
      </p:sp>
      <p:sp>
        <p:nvSpPr>
          <p:cNvPr id="3" name="Slide Number Placeholder 2"/>
          <p:cNvSpPr>
            <a:spLocks noGrp="1"/>
          </p:cNvSpPr>
          <p:nvPr>
            <p:ph type="sldNum" idx="4"/>
          </p:nvPr>
        </p:nvSpPr>
        <p:spPr/>
        <p:txBody>
          <a:bodyPr/>
          <a:lstStyle/>
          <a:p>
            <a:pPr algn="r">
              <a:buNone/>
            </a:pPr>
            <a:fld id="{9A0DB2DC-4C9A-4742-B13C-FB6460FD3503}" type="slidenum">
              <a:rPr lang="en-GB" altLang="en-US" smtClean="0"/>
              <a:pPr algn="r">
                <a:buNone/>
              </a:pPr>
              <a:t>101</a:t>
            </a:fld>
            <a:endParaRPr lang="en-GB" altLang="en-US" dirty="0"/>
          </a:p>
        </p:txBody>
      </p:sp>
      <p:sp>
        <p:nvSpPr>
          <p:cNvPr id="4" name="Rectangle 3"/>
          <p:cNvSpPr/>
          <p:nvPr/>
        </p:nvSpPr>
        <p:spPr>
          <a:xfrm>
            <a:off x="344488" y="1079738"/>
            <a:ext cx="8913839" cy="6494085"/>
          </a:xfrm>
          <a:prstGeom prst="rect">
            <a:avLst/>
          </a:prstGeom>
        </p:spPr>
        <p:txBody>
          <a:bodyPr wrap="square">
            <a:spAutoFit/>
          </a:bodyPr>
          <a:lstStyle/>
          <a:p>
            <a:pPr marL="457200" lvl="0" indent="-457200">
              <a:buFont typeface="Arial" panose="020B0604020202020204" pitchFamily="34" charset="0"/>
              <a:buChar char="•"/>
            </a:pPr>
            <a:r>
              <a:rPr lang="en-US" altLang="en-US" sz="2000" b="1" dirty="0">
                <a:solidFill>
                  <a:srgbClr val="C00000"/>
                </a:solidFill>
                <a:latin typeface="Calibri" panose="020F0502020204030204" pitchFamily="34" charset="0"/>
                <a:ea typeface="Calibri" panose="020F0502020204030204" pitchFamily="34" charset="0"/>
                <a:cs typeface="Calibri" panose="020F0502020204030204" pitchFamily="34" charset="0"/>
              </a:rPr>
              <a:t>HTML Code:</a:t>
            </a:r>
          </a:p>
          <a:p>
            <a:pPr marL="457200" lvl="0" indent="-457200">
              <a:buFont typeface="Arial" panose="020B0604020202020204" pitchFamily="34" charset="0"/>
              <a:buChar char="•"/>
            </a:pPr>
            <a:endParaRPr lang="en-US" altLang="en-US" sz="20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457200" lvl="0" indent="-457200">
              <a:buFont typeface="Arial" panose="020B0604020202020204" pitchFamily="34" charset="0"/>
              <a:buChar char="•"/>
            </a:pPr>
            <a:endParaRPr lang="en-US" altLang="en-US" sz="20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457200" lvl="0" indent="-457200">
              <a:buFont typeface="Arial" panose="020B0604020202020204" pitchFamily="34" charset="0"/>
              <a:buChar char="•"/>
            </a:pPr>
            <a:endParaRPr lang="en-US" altLang="en-US" sz="20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457200" lvl="0" indent="-457200">
              <a:buFont typeface="Arial" panose="020B0604020202020204" pitchFamily="34" charset="0"/>
              <a:buChar char="•"/>
            </a:pPr>
            <a:endParaRPr lang="en-US" altLang="en-US" sz="20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457200" lvl="0" indent="-457200">
              <a:buFont typeface="Arial" panose="020B0604020202020204" pitchFamily="34" charset="0"/>
              <a:buChar char="•"/>
            </a:pPr>
            <a:endParaRPr lang="en-US" altLang="en-US" sz="20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457200" lvl="0" indent="-457200">
              <a:buFont typeface="Arial" panose="020B0604020202020204" pitchFamily="34" charset="0"/>
              <a:buChar char="•"/>
            </a:pPr>
            <a:endParaRPr lang="en-US" altLang="en-US" sz="20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457200" lvl="0" indent="-457200">
              <a:buFont typeface="Arial" panose="020B0604020202020204" pitchFamily="34" charset="0"/>
              <a:buChar char="•"/>
            </a:pPr>
            <a:endParaRPr lang="en-US" altLang="en-US" sz="20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457200" lvl="0" indent="-457200">
              <a:buFont typeface="Arial" panose="020B0604020202020204" pitchFamily="34" charset="0"/>
              <a:buChar char="•"/>
            </a:pPr>
            <a:endParaRPr lang="en-US" altLang="en-US" sz="20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lvl="0"/>
            <a:r>
              <a:rPr lang="en-US" altLang="en-US" sz="2000" b="1" dirty="0">
                <a:solidFill>
                  <a:srgbClr val="C00000"/>
                </a:solidFill>
                <a:latin typeface="Segoe UI" panose="020B0502040204020203" pitchFamily="34" charset="0"/>
                <a:cs typeface="Segoe UI" panose="020B0502040204020203" pitchFamily="34" charset="0"/>
              </a:rPr>
              <a:t>Code explanation:</a:t>
            </a:r>
            <a:endParaRPr lang="en-US" altLang="en-US" sz="800" b="1" dirty="0">
              <a:solidFill>
                <a:srgbClr val="C00000"/>
              </a:solidFill>
            </a:endParaRPr>
          </a:p>
          <a:p>
            <a:pPr marL="342900" lvl="0" indent="-342900">
              <a:buFont typeface="Arial" panose="020B0604020202020204" pitchFamily="34" charset="0"/>
              <a:buChar char="•"/>
            </a:pPr>
            <a:r>
              <a:rPr lang="en-US" altLang="en-US" sz="2000" dirty="0">
                <a:solidFill>
                  <a:srgbClr val="000000"/>
                </a:solidFill>
                <a:latin typeface="Segoe UI" panose="020B0502040204020203" pitchFamily="34" charset="0"/>
                <a:cs typeface="Segoe UI" panose="020B0502040204020203" pitchFamily="34" charset="0"/>
              </a:rPr>
              <a:t>First, check if the input field is empty (</a:t>
            </a:r>
            <a:r>
              <a:rPr lang="en-US" altLang="en-US" sz="2000" dirty="0" err="1">
                <a:solidFill>
                  <a:srgbClr val="000000"/>
                </a:solidFill>
                <a:latin typeface="Segoe UI" panose="020B0502040204020203" pitchFamily="34" charset="0"/>
                <a:cs typeface="Segoe UI" panose="020B0502040204020203" pitchFamily="34" charset="0"/>
              </a:rPr>
              <a:t>str.length</a:t>
            </a:r>
            <a:r>
              <a:rPr lang="en-US" altLang="en-US" sz="2000" dirty="0">
                <a:solidFill>
                  <a:srgbClr val="000000"/>
                </a:solidFill>
                <a:latin typeface="Segoe UI" panose="020B0502040204020203" pitchFamily="34" charset="0"/>
                <a:cs typeface="Segoe UI" panose="020B0502040204020203" pitchFamily="34" charset="0"/>
              </a:rPr>
              <a:t> == 0). If it is, clear the content of the </a:t>
            </a:r>
            <a:r>
              <a:rPr lang="en-US" altLang="en-US" sz="2000" dirty="0" err="1">
                <a:solidFill>
                  <a:srgbClr val="000000"/>
                </a:solidFill>
                <a:latin typeface="Segoe UI" panose="020B0502040204020203" pitchFamily="34" charset="0"/>
                <a:cs typeface="Segoe UI" panose="020B0502040204020203" pitchFamily="34" charset="0"/>
              </a:rPr>
              <a:t>txtHint</a:t>
            </a:r>
            <a:r>
              <a:rPr lang="en-US" altLang="en-US" sz="2000" dirty="0">
                <a:solidFill>
                  <a:srgbClr val="000000"/>
                </a:solidFill>
                <a:latin typeface="Segoe UI" panose="020B0502040204020203" pitchFamily="34" charset="0"/>
                <a:cs typeface="Segoe UI" panose="020B0502040204020203" pitchFamily="34" charset="0"/>
              </a:rPr>
              <a:t> placeholder and exit the function.</a:t>
            </a:r>
            <a:endParaRPr lang="en-US" altLang="en-US" sz="800" dirty="0"/>
          </a:p>
          <a:p>
            <a:pPr marL="342900" lvl="0" indent="-342900">
              <a:buFont typeface="Arial" panose="020B0604020202020204" pitchFamily="34" charset="0"/>
              <a:buChar char="•"/>
            </a:pPr>
            <a:r>
              <a:rPr lang="en-US" altLang="en-US" sz="2000" dirty="0">
                <a:solidFill>
                  <a:srgbClr val="000000"/>
                </a:solidFill>
                <a:latin typeface="Segoe UI" panose="020B0502040204020203" pitchFamily="34" charset="0"/>
                <a:cs typeface="Segoe UI" panose="020B0502040204020203" pitchFamily="34" charset="0"/>
              </a:rPr>
              <a:t>However, if the input field is not empty, do the following:</a:t>
            </a:r>
            <a:endParaRPr lang="en-US" altLang="en-US" sz="800" dirty="0"/>
          </a:p>
          <a:p>
            <a:pPr marL="342900" lvl="0" indent="-342900">
              <a:buFont typeface="Arial" panose="020B0604020202020204" pitchFamily="34" charset="0"/>
              <a:buChar char="•"/>
            </a:pPr>
            <a:r>
              <a:rPr lang="en-US" altLang="en-US" sz="2000" dirty="0">
                <a:solidFill>
                  <a:srgbClr val="000000"/>
                </a:solidFill>
                <a:latin typeface="Segoe UI" panose="020B0502040204020203" pitchFamily="34" charset="0"/>
                <a:cs typeface="Segoe UI" panose="020B0502040204020203" pitchFamily="34" charset="0"/>
              </a:rPr>
              <a:t>Create an </a:t>
            </a:r>
            <a:r>
              <a:rPr lang="en-US" altLang="en-US" sz="2000" dirty="0" err="1">
                <a:solidFill>
                  <a:srgbClr val="DC143C"/>
                </a:solidFill>
                <a:latin typeface="Consolas" panose="020B0609020204030204" pitchFamily="49" charset="0"/>
                <a:cs typeface="Segoe UI" panose="020B0502040204020203" pitchFamily="34" charset="0"/>
              </a:rPr>
              <a:t>XMLHttpRequest</a:t>
            </a:r>
            <a:r>
              <a:rPr lang="en-US" altLang="en-US" sz="2000" dirty="0">
                <a:solidFill>
                  <a:srgbClr val="000000"/>
                </a:solidFill>
                <a:latin typeface="Segoe UI" panose="020B0502040204020203" pitchFamily="34" charset="0"/>
                <a:cs typeface="Segoe UI" panose="020B0502040204020203" pitchFamily="34" charset="0"/>
              </a:rPr>
              <a:t> object</a:t>
            </a:r>
          </a:p>
          <a:p>
            <a:pPr marL="342900" lvl="0" indent="-342900">
              <a:buFont typeface="Arial" panose="020B0604020202020204" pitchFamily="34" charset="0"/>
              <a:buChar char="•"/>
            </a:pPr>
            <a:r>
              <a:rPr lang="en-US" altLang="en-US" sz="2000" dirty="0">
                <a:solidFill>
                  <a:srgbClr val="000000"/>
                </a:solidFill>
                <a:latin typeface="Segoe UI" panose="020B0502040204020203" pitchFamily="34" charset="0"/>
                <a:cs typeface="Segoe UI" panose="020B0502040204020203" pitchFamily="34" charset="0"/>
              </a:rPr>
              <a:t>Create the function to be executed when the server response is ready</a:t>
            </a:r>
          </a:p>
          <a:p>
            <a:pPr marL="342900" lvl="0" indent="-342900">
              <a:buFont typeface="Arial" panose="020B0604020202020204" pitchFamily="34" charset="0"/>
              <a:buChar char="•"/>
            </a:pPr>
            <a:r>
              <a:rPr lang="en-US" altLang="en-US" sz="2000" dirty="0">
                <a:solidFill>
                  <a:srgbClr val="000000"/>
                </a:solidFill>
                <a:latin typeface="Segoe UI" panose="020B0502040204020203" pitchFamily="34" charset="0"/>
                <a:cs typeface="Segoe UI" panose="020B0502040204020203" pitchFamily="34" charset="0"/>
              </a:rPr>
              <a:t>Send the request off to a PHP file (</a:t>
            </a:r>
            <a:r>
              <a:rPr lang="en-US" altLang="en-US" sz="2000" dirty="0" err="1">
                <a:solidFill>
                  <a:srgbClr val="000000"/>
                </a:solidFill>
                <a:latin typeface="Segoe UI" panose="020B0502040204020203" pitchFamily="34" charset="0"/>
                <a:cs typeface="Segoe UI" panose="020B0502040204020203" pitchFamily="34" charset="0"/>
              </a:rPr>
              <a:t>gethint.php</a:t>
            </a:r>
            <a:r>
              <a:rPr lang="en-US" altLang="en-US" sz="2000" dirty="0">
                <a:solidFill>
                  <a:srgbClr val="000000"/>
                </a:solidFill>
                <a:latin typeface="Segoe UI" panose="020B0502040204020203" pitchFamily="34" charset="0"/>
                <a:cs typeface="Segoe UI" panose="020B0502040204020203" pitchFamily="34" charset="0"/>
              </a:rPr>
              <a:t>) on the server</a:t>
            </a:r>
          </a:p>
          <a:p>
            <a:pPr marL="342900" lvl="0" indent="-342900">
              <a:buFont typeface="Arial" panose="020B0604020202020204" pitchFamily="34" charset="0"/>
              <a:buChar char="•"/>
            </a:pPr>
            <a:r>
              <a:rPr lang="en-US" altLang="en-US" sz="2000" dirty="0">
                <a:solidFill>
                  <a:srgbClr val="000000"/>
                </a:solidFill>
                <a:latin typeface="Segoe UI" panose="020B0502040204020203" pitchFamily="34" charset="0"/>
                <a:cs typeface="Segoe UI" panose="020B0502040204020203" pitchFamily="34" charset="0"/>
              </a:rPr>
              <a:t>Notice that </a:t>
            </a:r>
            <a:r>
              <a:rPr lang="en-US" altLang="en-US" sz="2000" dirty="0">
                <a:solidFill>
                  <a:srgbClr val="DC143C"/>
                </a:solidFill>
                <a:latin typeface="Consolas" panose="020B0609020204030204" pitchFamily="49" charset="0"/>
                <a:cs typeface="Segoe UI" panose="020B0502040204020203" pitchFamily="34" charset="0"/>
              </a:rPr>
              <a:t>q</a:t>
            </a:r>
            <a:r>
              <a:rPr lang="en-US" altLang="en-US" sz="2000" dirty="0">
                <a:solidFill>
                  <a:srgbClr val="000000"/>
                </a:solidFill>
                <a:latin typeface="Segoe UI" panose="020B0502040204020203" pitchFamily="34" charset="0"/>
                <a:cs typeface="Segoe UI" panose="020B0502040204020203" pitchFamily="34" charset="0"/>
              </a:rPr>
              <a:t> parameter is added to the </a:t>
            </a:r>
            <a:r>
              <a:rPr lang="en-US" altLang="en-US" sz="2000" dirty="0" err="1">
                <a:solidFill>
                  <a:srgbClr val="000000"/>
                </a:solidFill>
                <a:latin typeface="Segoe UI" panose="020B0502040204020203" pitchFamily="34" charset="0"/>
                <a:cs typeface="Segoe UI" panose="020B0502040204020203" pitchFamily="34" charset="0"/>
              </a:rPr>
              <a:t>url</a:t>
            </a:r>
            <a:r>
              <a:rPr lang="en-US" altLang="en-US" sz="2000" dirty="0">
                <a:solidFill>
                  <a:srgbClr val="000000"/>
                </a:solidFill>
                <a:latin typeface="Segoe UI" panose="020B0502040204020203" pitchFamily="34" charset="0"/>
                <a:cs typeface="Segoe UI" panose="020B0502040204020203" pitchFamily="34" charset="0"/>
              </a:rPr>
              <a:t> </a:t>
            </a:r>
            <a:r>
              <a:rPr lang="en-US" altLang="en-US" sz="2000" dirty="0">
                <a:solidFill>
                  <a:srgbClr val="DC143C"/>
                </a:solidFill>
                <a:latin typeface="Consolas" panose="020B0609020204030204" pitchFamily="49" charset="0"/>
                <a:cs typeface="Segoe UI" panose="020B0502040204020203" pitchFamily="34" charset="0"/>
              </a:rPr>
              <a:t>(</a:t>
            </a:r>
            <a:r>
              <a:rPr lang="en-US" altLang="en-US" sz="2000" dirty="0" err="1">
                <a:solidFill>
                  <a:srgbClr val="DC143C"/>
                </a:solidFill>
                <a:latin typeface="Consolas" panose="020B0609020204030204" pitchFamily="49" charset="0"/>
                <a:cs typeface="Segoe UI" panose="020B0502040204020203" pitchFamily="34" charset="0"/>
              </a:rPr>
              <a:t>gethint.php?q</a:t>
            </a:r>
            <a:r>
              <a:rPr lang="en-US" altLang="en-US" sz="2000" dirty="0">
                <a:solidFill>
                  <a:srgbClr val="DC143C"/>
                </a:solidFill>
                <a:latin typeface="Consolas" panose="020B0609020204030204" pitchFamily="49" charset="0"/>
                <a:cs typeface="Segoe UI" panose="020B0502040204020203" pitchFamily="34" charset="0"/>
              </a:rPr>
              <a:t>=" + </a:t>
            </a:r>
            <a:r>
              <a:rPr lang="en-US" altLang="en-US" sz="2000" dirty="0" err="1">
                <a:solidFill>
                  <a:srgbClr val="DC143C"/>
                </a:solidFill>
                <a:latin typeface="Consolas" panose="020B0609020204030204" pitchFamily="49" charset="0"/>
                <a:cs typeface="Segoe UI" panose="020B0502040204020203" pitchFamily="34" charset="0"/>
              </a:rPr>
              <a:t>str</a:t>
            </a:r>
            <a:r>
              <a:rPr lang="en-US" altLang="en-US" sz="2000" dirty="0">
                <a:solidFill>
                  <a:srgbClr val="DC143C"/>
                </a:solidFill>
                <a:latin typeface="Consolas" panose="020B0609020204030204" pitchFamily="49" charset="0"/>
                <a:cs typeface="Segoe UI" panose="020B0502040204020203" pitchFamily="34" charset="0"/>
              </a:rPr>
              <a:t>)</a:t>
            </a:r>
            <a:endParaRPr lang="en-US" altLang="en-US" sz="2000" dirty="0">
              <a:solidFill>
                <a:srgbClr val="000000"/>
              </a:solidFill>
              <a:latin typeface="Segoe UI" panose="020B0502040204020203" pitchFamily="34" charset="0"/>
              <a:cs typeface="Segoe UI" panose="020B0502040204020203" pitchFamily="34" charset="0"/>
            </a:endParaRPr>
          </a:p>
          <a:p>
            <a:pPr marL="342900" lvl="0" indent="-342900">
              <a:buFont typeface="Arial" panose="020B0604020202020204" pitchFamily="34" charset="0"/>
              <a:buChar char="•"/>
            </a:pPr>
            <a:r>
              <a:rPr lang="en-US" altLang="en-US" sz="2000" dirty="0">
                <a:solidFill>
                  <a:srgbClr val="000000"/>
                </a:solidFill>
                <a:latin typeface="Segoe UI" panose="020B0502040204020203" pitchFamily="34" charset="0"/>
                <a:cs typeface="Segoe UI" panose="020B0502040204020203" pitchFamily="34" charset="0"/>
              </a:rPr>
              <a:t>And the </a:t>
            </a:r>
            <a:r>
              <a:rPr lang="en-US" altLang="en-US" sz="2000" dirty="0" err="1">
                <a:solidFill>
                  <a:srgbClr val="DC143C"/>
                </a:solidFill>
                <a:latin typeface="Consolas" panose="020B0609020204030204" pitchFamily="49" charset="0"/>
                <a:cs typeface="Segoe UI" panose="020B0502040204020203" pitchFamily="34" charset="0"/>
              </a:rPr>
              <a:t>str</a:t>
            </a:r>
            <a:r>
              <a:rPr lang="en-US" altLang="en-US" sz="2000" dirty="0">
                <a:solidFill>
                  <a:srgbClr val="000000"/>
                </a:solidFill>
                <a:latin typeface="Segoe UI" panose="020B0502040204020203" pitchFamily="34" charset="0"/>
                <a:cs typeface="Segoe UI" panose="020B0502040204020203" pitchFamily="34" charset="0"/>
              </a:rPr>
              <a:t> variable holds the content of the input field</a:t>
            </a:r>
          </a:p>
          <a:p>
            <a:pPr marL="457200" lvl="0" indent="-457200">
              <a:buFont typeface="Arial" panose="020B0604020202020204" pitchFamily="34" charset="0"/>
              <a:buChar char="•"/>
            </a:pPr>
            <a:endParaRPr lang="en-US" altLang="en-US" sz="20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lvl="0"/>
            <a:endParaRPr lang="en-US" altLang="en-US" sz="3600" dirty="0"/>
          </a:p>
        </p:txBody>
      </p:sp>
      <p:sp>
        <p:nvSpPr>
          <p:cNvPr id="5" name="Rectangle 1"/>
          <p:cNvSpPr>
            <a:spLocks noChangeArrowheads="1"/>
          </p:cNvSpPr>
          <p:nvPr/>
        </p:nvSpPr>
        <p:spPr bwMode="auto">
          <a:xfrm>
            <a:off x="0" y="-38099"/>
            <a:ext cx="0" cy="533399"/>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82524" tIns="126960" rIns="-82524"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3"/>
          <p:cNvSpPr>
            <a:spLocks noChangeArrowheads="1"/>
          </p:cNvSpPr>
          <p:nvPr/>
        </p:nvSpPr>
        <p:spPr bwMode="auto">
          <a:xfrm>
            <a:off x="0" y="452909"/>
            <a:ext cx="65" cy="49753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0" tIns="63480" rIns="0" bIns="6348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a:defRPr>
                <a:solidFill>
                  <a:schemeClr val="tx1"/>
                </a:solidFill>
                <a:latin typeface="Arial" panose="020B0604020202020204" pitchFamily="34" charset="0"/>
              </a:defRPr>
            </a:lvl6pPr>
            <a:lvl7pPr>
              <a:defRPr>
                <a:solidFill>
                  <a:schemeClr val="tx1"/>
                </a:solidFill>
                <a:latin typeface="Arial" panose="020B0604020202020204" pitchFamily="34" charset="0"/>
              </a:defRPr>
            </a:lvl7pPr>
            <a:lvl8pPr>
              <a:defRPr>
                <a:solidFill>
                  <a:schemeClr val="tx1"/>
                </a:solidFill>
                <a:latin typeface="Arial" panose="020B0604020202020204" pitchFamily="34" charset="0"/>
              </a:defRPr>
            </a:lvl8pPr>
            <a:lvl9pP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endParaRPr>
          </a:p>
        </p:txBody>
      </p:sp>
      <p:sp>
        <p:nvSpPr>
          <p:cNvPr id="9"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a:defRPr>
                <a:solidFill>
                  <a:schemeClr val="tx1"/>
                </a:solidFill>
                <a:latin typeface="Arial" panose="020B0604020202020204" pitchFamily="34" charset="0"/>
              </a:defRPr>
            </a:lvl6pPr>
            <a:lvl7pPr>
              <a:defRPr>
                <a:solidFill>
                  <a:schemeClr val="tx1"/>
                </a:solidFill>
                <a:latin typeface="Arial" panose="020B0604020202020204" pitchFamily="34" charset="0"/>
              </a:defRPr>
            </a:lvl7pPr>
            <a:lvl8pPr>
              <a:defRPr>
                <a:solidFill>
                  <a:schemeClr val="tx1"/>
                </a:solidFill>
                <a:latin typeface="Arial" panose="020B0604020202020204" pitchFamily="34" charset="0"/>
              </a:defRPr>
            </a:lvl8pPr>
            <a:lvl9pP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 name="Picture 9"/>
          <p:cNvPicPr>
            <a:picLocks noChangeAspect="1"/>
          </p:cNvPicPr>
          <p:nvPr/>
        </p:nvPicPr>
        <p:blipFill>
          <a:blip r:embed="rId2"/>
          <a:stretch>
            <a:fillRect/>
          </a:stretch>
        </p:blipFill>
        <p:spPr>
          <a:xfrm>
            <a:off x="776536" y="1556792"/>
            <a:ext cx="6462320" cy="1813717"/>
          </a:xfrm>
          <a:prstGeom prst="rect">
            <a:avLst/>
          </a:prstGeom>
        </p:spPr>
      </p:pic>
      <p:sp>
        <p:nvSpPr>
          <p:cNvPr id="8"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a:defRPr>
                <a:solidFill>
                  <a:schemeClr val="tx1"/>
                </a:solidFill>
                <a:latin typeface="Arial" panose="020B0604020202020204" pitchFamily="34" charset="0"/>
              </a:defRPr>
            </a:lvl6pPr>
            <a:lvl7pPr>
              <a:defRPr>
                <a:solidFill>
                  <a:schemeClr val="tx1"/>
                </a:solidFill>
                <a:latin typeface="Arial" panose="020B0604020202020204" pitchFamily="34" charset="0"/>
              </a:defRPr>
            </a:lvl7pPr>
            <a:lvl8pPr>
              <a:defRPr>
                <a:solidFill>
                  <a:schemeClr val="tx1"/>
                </a:solidFill>
                <a:latin typeface="Arial" panose="020B0604020202020204" pitchFamily="34" charset="0"/>
              </a:defRPr>
            </a:lvl8pPr>
            <a:lvl9pP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xmlns="" val="373332773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PHP and AJAX</a:t>
            </a:r>
          </a:p>
        </p:txBody>
      </p:sp>
      <p:sp>
        <p:nvSpPr>
          <p:cNvPr id="3" name="Slide Number Placeholder 2"/>
          <p:cNvSpPr>
            <a:spLocks noGrp="1"/>
          </p:cNvSpPr>
          <p:nvPr>
            <p:ph type="sldNum" idx="4"/>
          </p:nvPr>
        </p:nvSpPr>
        <p:spPr/>
        <p:txBody>
          <a:bodyPr/>
          <a:lstStyle/>
          <a:p>
            <a:pPr algn="r">
              <a:buNone/>
            </a:pPr>
            <a:fld id="{9A0DB2DC-4C9A-4742-B13C-FB6460FD3503}" type="slidenum">
              <a:rPr lang="en-GB" altLang="en-US" smtClean="0"/>
              <a:pPr algn="r">
                <a:buNone/>
              </a:pPr>
              <a:t>102</a:t>
            </a:fld>
            <a:endParaRPr lang="en-GB" altLang="en-US" dirty="0"/>
          </a:p>
        </p:txBody>
      </p:sp>
      <p:sp>
        <p:nvSpPr>
          <p:cNvPr id="4" name="Rectangle 3"/>
          <p:cNvSpPr/>
          <p:nvPr/>
        </p:nvSpPr>
        <p:spPr>
          <a:xfrm>
            <a:off x="344488" y="1079738"/>
            <a:ext cx="8913839" cy="4339650"/>
          </a:xfrm>
          <a:prstGeom prst="rect">
            <a:avLst/>
          </a:prstGeom>
        </p:spPr>
        <p:txBody>
          <a:bodyPr wrap="square">
            <a:spAutoFit/>
          </a:bodyPr>
          <a:lstStyle/>
          <a:p>
            <a:pPr marL="342900" indent="-342900">
              <a:buFont typeface="Arial" panose="020B0604020202020204" pitchFamily="34" charset="0"/>
              <a:buChar char="•"/>
            </a:pPr>
            <a:r>
              <a:rPr lang="en-US" sz="2000" dirty="0"/>
              <a:t>The PHP File - "</a:t>
            </a:r>
            <a:r>
              <a:rPr lang="en-US" sz="2000" dirty="0" err="1"/>
              <a:t>gethint.php</a:t>
            </a:r>
            <a:r>
              <a:rPr lang="en-US" sz="2000" dirty="0"/>
              <a:t>“</a:t>
            </a:r>
          </a:p>
          <a:p>
            <a:pPr marL="342900" indent="-342900">
              <a:buFont typeface="Arial" panose="020B0604020202020204" pitchFamily="34" charset="0"/>
              <a:buChar char="•"/>
            </a:pPr>
            <a:r>
              <a:rPr lang="en-US" sz="2000" dirty="0"/>
              <a:t>The PHP file checks an array of names, and returns the corresponding name(s) to the browser:</a:t>
            </a:r>
          </a:p>
          <a:p>
            <a:pPr marL="457200" lvl="0" indent="-457200">
              <a:buFont typeface="Arial" panose="020B0604020202020204" pitchFamily="34" charset="0"/>
              <a:buChar char="•"/>
            </a:pPr>
            <a:endParaRPr lang="en-US" altLang="en-US" sz="20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457200" lvl="0" indent="-457200">
              <a:buFont typeface="Arial" panose="020B0604020202020204" pitchFamily="34" charset="0"/>
              <a:buChar char="•"/>
            </a:pPr>
            <a:endParaRPr lang="en-US" altLang="en-US" sz="20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457200" lvl="0" indent="-457200">
              <a:buFont typeface="Arial" panose="020B0604020202020204" pitchFamily="34" charset="0"/>
              <a:buChar char="•"/>
            </a:pPr>
            <a:endParaRPr lang="en-US" altLang="en-US" sz="20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457200" lvl="0" indent="-457200">
              <a:buFont typeface="Arial" panose="020B0604020202020204" pitchFamily="34" charset="0"/>
              <a:buChar char="•"/>
            </a:pPr>
            <a:endParaRPr lang="en-US" altLang="en-US" sz="20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457200" lvl="0" indent="-457200">
              <a:buFont typeface="Arial" panose="020B0604020202020204" pitchFamily="34" charset="0"/>
              <a:buChar char="•"/>
            </a:pPr>
            <a:endParaRPr lang="en-US" altLang="en-US" sz="20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457200" lvl="0" indent="-457200">
              <a:buFont typeface="Arial" panose="020B0604020202020204" pitchFamily="34" charset="0"/>
              <a:buChar char="•"/>
            </a:pPr>
            <a:endParaRPr lang="en-US" altLang="en-US" sz="20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457200" lvl="0" indent="-457200">
              <a:buFont typeface="Arial" panose="020B0604020202020204" pitchFamily="34" charset="0"/>
              <a:buChar char="•"/>
            </a:pPr>
            <a:endParaRPr lang="en-US" altLang="en-US" sz="20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457200" lvl="0" indent="-457200">
              <a:buFont typeface="Arial" panose="020B0604020202020204" pitchFamily="34" charset="0"/>
              <a:buChar char="•"/>
            </a:pPr>
            <a:endParaRPr lang="en-US" altLang="en-US" sz="20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457200" lvl="0" indent="-457200">
              <a:buFont typeface="Arial" panose="020B0604020202020204" pitchFamily="34" charset="0"/>
              <a:buChar char="•"/>
            </a:pPr>
            <a:endParaRPr lang="en-US" altLang="en-US" sz="20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lvl="0"/>
            <a:endParaRPr lang="en-US" altLang="en-US" sz="3600" dirty="0"/>
          </a:p>
        </p:txBody>
      </p:sp>
      <p:sp>
        <p:nvSpPr>
          <p:cNvPr id="5" name="Rectangle 1"/>
          <p:cNvSpPr>
            <a:spLocks noChangeArrowheads="1"/>
          </p:cNvSpPr>
          <p:nvPr/>
        </p:nvSpPr>
        <p:spPr bwMode="auto">
          <a:xfrm>
            <a:off x="0" y="-38099"/>
            <a:ext cx="0" cy="533399"/>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82524" tIns="126960" rIns="-82524"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3"/>
          <p:cNvSpPr>
            <a:spLocks noChangeArrowheads="1"/>
          </p:cNvSpPr>
          <p:nvPr/>
        </p:nvSpPr>
        <p:spPr bwMode="auto">
          <a:xfrm>
            <a:off x="0" y="452909"/>
            <a:ext cx="65" cy="49753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0" tIns="63480" rIns="0" bIns="6348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a:defRPr>
                <a:solidFill>
                  <a:schemeClr val="tx1"/>
                </a:solidFill>
                <a:latin typeface="Arial" panose="020B0604020202020204" pitchFamily="34" charset="0"/>
              </a:defRPr>
            </a:lvl6pPr>
            <a:lvl7pPr>
              <a:defRPr>
                <a:solidFill>
                  <a:schemeClr val="tx1"/>
                </a:solidFill>
                <a:latin typeface="Arial" panose="020B0604020202020204" pitchFamily="34" charset="0"/>
              </a:defRPr>
            </a:lvl7pPr>
            <a:lvl8pPr>
              <a:defRPr>
                <a:solidFill>
                  <a:schemeClr val="tx1"/>
                </a:solidFill>
                <a:latin typeface="Arial" panose="020B0604020202020204" pitchFamily="34" charset="0"/>
              </a:defRPr>
            </a:lvl8pPr>
            <a:lvl9pP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endParaRPr>
          </a:p>
        </p:txBody>
      </p:sp>
      <p:sp>
        <p:nvSpPr>
          <p:cNvPr id="9"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a:defRPr>
                <a:solidFill>
                  <a:schemeClr val="tx1"/>
                </a:solidFill>
                <a:latin typeface="Arial" panose="020B0604020202020204" pitchFamily="34" charset="0"/>
              </a:defRPr>
            </a:lvl6pPr>
            <a:lvl7pPr>
              <a:defRPr>
                <a:solidFill>
                  <a:schemeClr val="tx1"/>
                </a:solidFill>
                <a:latin typeface="Arial" panose="020B0604020202020204" pitchFamily="34" charset="0"/>
              </a:defRPr>
            </a:lvl7pPr>
            <a:lvl8pPr>
              <a:defRPr>
                <a:solidFill>
                  <a:schemeClr val="tx1"/>
                </a:solidFill>
                <a:latin typeface="Arial" panose="020B0604020202020204" pitchFamily="34" charset="0"/>
              </a:defRPr>
            </a:lvl8pPr>
            <a:lvl9pP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a:defRPr>
                <a:solidFill>
                  <a:schemeClr val="tx1"/>
                </a:solidFill>
                <a:latin typeface="Arial" panose="020B0604020202020204" pitchFamily="34" charset="0"/>
              </a:defRPr>
            </a:lvl6pPr>
            <a:lvl7pPr>
              <a:defRPr>
                <a:solidFill>
                  <a:schemeClr val="tx1"/>
                </a:solidFill>
                <a:latin typeface="Arial" panose="020B0604020202020204" pitchFamily="34" charset="0"/>
              </a:defRPr>
            </a:lvl7pPr>
            <a:lvl8pPr>
              <a:defRPr>
                <a:solidFill>
                  <a:schemeClr val="tx1"/>
                </a:solidFill>
                <a:latin typeface="Arial" panose="020B0604020202020204" pitchFamily="34" charset="0"/>
              </a:defRPr>
            </a:lvl8pPr>
            <a:lvl9pP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1" name="Picture 10"/>
          <p:cNvPicPr>
            <a:picLocks noChangeAspect="1"/>
          </p:cNvPicPr>
          <p:nvPr/>
        </p:nvPicPr>
        <p:blipFill>
          <a:blip r:embed="rId2"/>
          <a:stretch>
            <a:fillRect/>
          </a:stretch>
        </p:blipFill>
        <p:spPr>
          <a:xfrm>
            <a:off x="1208584" y="2301582"/>
            <a:ext cx="1728192" cy="4238961"/>
          </a:xfrm>
          <a:prstGeom prst="rect">
            <a:avLst/>
          </a:prstGeom>
        </p:spPr>
      </p:pic>
      <p:pic>
        <p:nvPicPr>
          <p:cNvPr id="12" name="Picture 11"/>
          <p:cNvPicPr>
            <a:picLocks noChangeAspect="1"/>
          </p:cNvPicPr>
          <p:nvPr/>
        </p:nvPicPr>
        <p:blipFill>
          <a:blip r:embed="rId3"/>
          <a:stretch>
            <a:fillRect/>
          </a:stretch>
        </p:blipFill>
        <p:spPr>
          <a:xfrm>
            <a:off x="3728864" y="2281203"/>
            <a:ext cx="1691787" cy="3170195"/>
          </a:xfrm>
          <a:prstGeom prst="rect">
            <a:avLst/>
          </a:prstGeom>
        </p:spPr>
      </p:pic>
    </p:spTree>
    <p:extLst>
      <p:ext uri="{BB962C8B-B14F-4D97-AF65-F5344CB8AC3E}">
        <p14:creationId xmlns:p14="http://schemas.microsoft.com/office/powerpoint/2010/main" xmlns="" val="418655541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4"/>
          </p:nvPr>
        </p:nvSpPr>
        <p:spPr/>
        <p:txBody>
          <a:bodyPr/>
          <a:lstStyle/>
          <a:p>
            <a:pPr algn="r">
              <a:buNone/>
            </a:pPr>
            <a:fld id="{9A0DB2DC-4C9A-4742-B13C-FB6460FD3503}" type="slidenum">
              <a:rPr lang="en-GB" altLang="en-US" smtClean="0"/>
              <a:pPr algn="r">
                <a:buNone/>
              </a:pPr>
              <a:t>103</a:t>
            </a:fld>
            <a:endParaRPr lang="en-GB" altLang="en-US" dirty="0"/>
          </a:p>
        </p:txBody>
      </p:sp>
      <p:pic>
        <p:nvPicPr>
          <p:cNvPr id="4" name="Picture 3"/>
          <p:cNvPicPr>
            <a:picLocks noChangeAspect="1"/>
          </p:cNvPicPr>
          <p:nvPr/>
        </p:nvPicPr>
        <p:blipFill>
          <a:blip r:embed="rId2"/>
          <a:stretch>
            <a:fillRect/>
          </a:stretch>
        </p:blipFill>
        <p:spPr>
          <a:xfrm>
            <a:off x="1138842" y="1425741"/>
            <a:ext cx="7094835" cy="5075360"/>
          </a:xfrm>
          <a:prstGeom prst="rect">
            <a:avLst/>
          </a:prstGeom>
        </p:spPr>
      </p:pic>
      <p:sp>
        <p:nvSpPr>
          <p:cNvPr id="5" name="Title 1"/>
          <p:cNvSpPr txBox="1">
            <a:spLocks/>
          </p:cNvSpPr>
          <p:nvPr/>
        </p:nvSpPr>
        <p:spPr>
          <a:xfrm>
            <a:off x="344488" y="476672"/>
            <a:ext cx="8913840" cy="1143480"/>
          </a:xfrm>
          <a:prstGeom prst="rect">
            <a:avLst/>
          </a:prstGeom>
          <a:noFill/>
          <a:ln w="9525">
            <a:noFill/>
          </a:ln>
        </p:spPr>
        <p:txBody>
          <a:bodyPr lIns="92075" tIns="46038" rIns="92075" bIns="46038"/>
          <a:lstStyle>
            <a:lvl1pPr algn="l" rtl="0" eaLnBrk="0" fontAlgn="base" hangingPunct="0">
              <a:spcBef>
                <a:spcPct val="0"/>
              </a:spcBef>
              <a:spcAft>
                <a:spcPct val="0"/>
              </a:spcAft>
              <a:defRPr sz="4000" b="1" i="1" kern="1200">
                <a:solidFill>
                  <a:srgbClr val="640064"/>
                </a:solidFill>
                <a:latin typeface="+mj-lt"/>
                <a:ea typeface="+mj-ea"/>
                <a:cs typeface="+mj-cs"/>
              </a:defRPr>
            </a:lvl1pPr>
            <a:lvl2pPr algn="l" rtl="0" eaLnBrk="0" fontAlgn="base" hangingPunct="0">
              <a:spcBef>
                <a:spcPct val="0"/>
              </a:spcBef>
              <a:spcAft>
                <a:spcPct val="0"/>
              </a:spcAft>
              <a:defRPr sz="4000" b="1" i="1">
                <a:solidFill>
                  <a:srgbClr val="640064"/>
                </a:solidFill>
                <a:latin typeface="Arial" panose="020B0604020202020204" pitchFamily="34" charset="0"/>
              </a:defRPr>
            </a:lvl2pPr>
            <a:lvl3pPr algn="l" rtl="0" eaLnBrk="0" fontAlgn="base" hangingPunct="0">
              <a:spcBef>
                <a:spcPct val="0"/>
              </a:spcBef>
              <a:spcAft>
                <a:spcPct val="0"/>
              </a:spcAft>
              <a:defRPr sz="4000" b="1" i="1">
                <a:solidFill>
                  <a:srgbClr val="640064"/>
                </a:solidFill>
                <a:latin typeface="Arial" panose="020B0604020202020204" pitchFamily="34" charset="0"/>
              </a:defRPr>
            </a:lvl3pPr>
            <a:lvl4pPr algn="l" rtl="0" eaLnBrk="0" fontAlgn="base" hangingPunct="0">
              <a:spcBef>
                <a:spcPct val="0"/>
              </a:spcBef>
              <a:spcAft>
                <a:spcPct val="0"/>
              </a:spcAft>
              <a:defRPr sz="4000" b="1" i="1">
                <a:solidFill>
                  <a:srgbClr val="640064"/>
                </a:solidFill>
                <a:latin typeface="Arial" panose="020B0604020202020204" pitchFamily="34" charset="0"/>
              </a:defRPr>
            </a:lvl4pPr>
            <a:lvl5pPr algn="l" rtl="0" eaLnBrk="0" fontAlgn="base" hangingPunct="0">
              <a:spcBef>
                <a:spcPct val="0"/>
              </a:spcBef>
              <a:spcAft>
                <a:spcPct val="0"/>
              </a:spcAft>
              <a:defRPr sz="4000" b="1" i="1">
                <a:solidFill>
                  <a:srgbClr val="640064"/>
                </a:solidFill>
                <a:latin typeface="Arial" panose="020B0604020202020204" pitchFamily="34" charset="0"/>
              </a:defRPr>
            </a:lvl5pPr>
            <a:lvl6pPr marL="457200" algn="l" rtl="0" eaLnBrk="0" fontAlgn="base" hangingPunct="0">
              <a:spcBef>
                <a:spcPct val="0"/>
              </a:spcBef>
              <a:spcAft>
                <a:spcPct val="0"/>
              </a:spcAft>
              <a:defRPr sz="4000" b="1" i="1">
                <a:solidFill>
                  <a:srgbClr val="640064"/>
                </a:solidFill>
                <a:latin typeface="Arial" panose="020B0604020202020204" pitchFamily="34" charset="0"/>
              </a:defRPr>
            </a:lvl6pPr>
            <a:lvl7pPr marL="914400" algn="l" rtl="0" eaLnBrk="0" fontAlgn="base" hangingPunct="0">
              <a:spcBef>
                <a:spcPct val="0"/>
              </a:spcBef>
              <a:spcAft>
                <a:spcPct val="0"/>
              </a:spcAft>
              <a:defRPr sz="4000" b="1" i="1">
                <a:solidFill>
                  <a:srgbClr val="640064"/>
                </a:solidFill>
                <a:latin typeface="Arial" panose="020B0604020202020204" pitchFamily="34" charset="0"/>
              </a:defRPr>
            </a:lvl7pPr>
            <a:lvl8pPr marL="1371600" algn="l" rtl="0" eaLnBrk="0" fontAlgn="base" hangingPunct="0">
              <a:spcBef>
                <a:spcPct val="0"/>
              </a:spcBef>
              <a:spcAft>
                <a:spcPct val="0"/>
              </a:spcAft>
              <a:defRPr sz="4000" b="1" i="1">
                <a:solidFill>
                  <a:srgbClr val="640064"/>
                </a:solidFill>
                <a:latin typeface="Arial" panose="020B0604020202020204" pitchFamily="34" charset="0"/>
              </a:defRPr>
            </a:lvl8pPr>
            <a:lvl9pPr marL="1828800" algn="l" rtl="0" eaLnBrk="0" fontAlgn="base" hangingPunct="0">
              <a:spcBef>
                <a:spcPct val="0"/>
              </a:spcBef>
              <a:spcAft>
                <a:spcPct val="0"/>
              </a:spcAft>
              <a:defRPr sz="4000" b="1" i="1">
                <a:solidFill>
                  <a:srgbClr val="640064"/>
                </a:solidFill>
                <a:latin typeface="Arial" panose="020B0604020202020204" pitchFamily="34" charset="0"/>
              </a:defRPr>
            </a:lvl9pPr>
          </a:lstStyle>
          <a:p>
            <a:pPr algn="ctr"/>
            <a:r>
              <a:rPr lang="en-US" dirty="0"/>
              <a:t>PHP and AJAX</a:t>
            </a:r>
          </a:p>
        </p:txBody>
      </p:sp>
    </p:spTree>
    <p:extLst>
      <p:ext uri="{BB962C8B-B14F-4D97-AF65-F5344CB8AC3E}">
        <p14:creationId xmlns:p14="http://schemas.microsoft.com/office/powerpoint/2010/main" xmlns="" val="392013485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Email and PHP</a:t>
            </a:r>
          </a:p>
        </p:txBody>
      </p:sp>
      <p:sp>
        <p:nvSpPr>
          <p:cNvPr id="3" name="Slide Number Placeholder 2"/>
          <p:cNvSpPr>
            <a:spLocks noGrp="1"/>
          </p:cNvSpPr>
          <p:nvPr>
            <p:ph type="sldNum" idx="4"/>
          </p:nvPr>
        </p:nvSpPr>
        <p:spPr/>
        <p:txBody>
          <a:bodyPr/>
          <a:lstStyle/>
          <a:p>
            <a:pPr algn="r">
              <a:buNone/>
            </a:pPr>
            <a:fld id="{9A0DB2DC-4C9A-4742-B13C-FB6460FD3503}" type="slidenum">
              <a:rPr lang="en-GB" altLang="en-US" smtClean="0"/>
              <a:pPr algn="r">
                <a:buNone/>
              </a:pPr>
              <a:t>104</a:t>
            </a:fld>
            <a:endParaRPr lang="en-GB" altLang="en-US" dirty="0"/>
          </a:p>
        </p:txBody>
      </p:sp>
      <p:sp>
        <p:nvSpPr>
          <p:cNvPr id="4" name="Rectangle 1"/>
          <p:cNvSpPr>
            <a:spLocks noChangeArrowheads="1"/>
          </p:cNvSpPr>
          <p:nvPr/>
        </p:nvSpPr>
        <p:spPr bwMode="auto">
          <a:xfrm>
            <a:off x="0" y="-38099"/>
            <a:ext cx="0" cy="533399"/>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82524" tIns="126960" rIns="-82524" bIns="12696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a:defRPr>
                <a:solidFill>
                  <a:schemeClr val="tx1"/>
                </a:solidFill>
                <a:latin typeface="Arial" panose="020B0604020202020204" pitchFamily="34" charset="0"/>
              </a:defRPr>
            </a:lvl6pPr>
            <a:lvl7pPr>
              <a:defRPr>
                <a:solidFill>
                  <a:schemeClr val="tx1"/>
                </a:solidFill>
                <a:latin typeface="Arial" panose="020B0604020202020204" pitchFamily="34" charset="0"/>
              </a:defRPr>
            </a:lvl7pPr>
            <a:lvl8pPr>
              <a:defRPr>
                <a:solidFill>
                  <a:schemeClr val="tx1"/>
                </a:solidFill>
                <a:latin typeface="Arial" panose="020B0604020202020204" pitchFamily="34" charset="0"/>
              </a:defRPr>
            </a:lvl8pPr>
            <a:lvl9pP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3"/>
          <p:cNvSpPr>
            <a:spLocks noChangeArrowheads="1"/>
          </p:cNvSpPr>
          <p:nvPr/>
        </p:nvSpPr>
        <p:spPr bwMode="auto">
          <a:xfrm>
            <a:off x="0" y="388809"/>
            <a:ext cx="0" cy="62573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82524" tIns="126960" rIns="-82524" bIns="12696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a:defRPr>
                <a:solidFill>
                  <a:schemeClr val="tx1"/>
                </a:solidFill>
                <a:latin typeface="Arial" panose="020B0604020202020204" pitchFamily="34" charset="0"/>
              </a:defRPr>
            </a:lvl6pPr>
            <a:lvl7pPr>
              <a:defRPr>
                <a:solidFill>
                  <a:schemeClr val="tx1"/>
                </a:solidFill>
                <a:latin typeface="Arial" panose="020B0604020202020204" pitchFamily="34" charset="0"/>
              </a:defRPr>
            </a:lvl7pPr>
            <a:lvl8pPr>
              <a:defRPr>
                <a:solidFill>
                  <a:schemeClr val="tx1"/>
                </a:solidFill>
                <a:latin typeface="Arial" panose="020B0604020202020204" pitchFamily="34" charset="0"/>
              </a:defRPr>
            </a:lvl8pPr>
            <a:lvl9pP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endParaRPr>
          </a:p>
        </p:txBody>
      </p:sp>
      <p:sp>
        <p:nvSpPr>
          <p:cNvPr id="8" name="Rectangle 5"/>
          <p:cNvSpPr>
            <a:spLocks noChangeArrowheads="1"/>
          </p:cNvSpPr>
          <p:nvPr/>
        </p:nvSpPr>
        <p:spPr bwMode="auto">
          <a:xfrm>
            <a:off x="2288704" y="1919994"/>
            <a:ext cx="65" cy="49753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0" tIns="63480" rIns="0" bIns="6348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a:defRPr>
                <a:solidFill>
                  <a:schemeClr val="tx1"/>
                </a:solidFill>
                <a:latin typeface="Arial" panose="020B0604020202020204" pitchFamily="34" charset="0"/>
              </a:defRPr>
            </a:lvl6pPr>
            <a:lvl7pPr>
              <a:defRPr>
                <a:solidFill>
                  <a:schemeClr val="tx1"/>
                </a:solidFill>
                <a:latin typeface="Arial" panose="020B0604020202020204" pitchFamily="34" charset="0"/>
              </a:defRPr>
            </a:lvl7pPr>
            <a:lvl8pPr>
              <a:defRPr>
                <a:solidFill>
                  <a:schemeClr val="tx1"/>
                </a:solidFill>
                <a:latin typeface="Arial" panose="020B0604020202020204" pitchFamily="34" charset="0"/>
              </a:defRPr>
            </a:lvl8pPr>
            <a:lvl9pP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endParaRPr>
          </a:p>
        </p:txBody>
      </p:sp>
      <p:sp>
        <p:nvSpPr>
          <p:cNvPr id="9" name="Rectangle 8"/>
          <p:cNvSpPr/>
          <p:nvPr/>
        </p:nvSpPr>
        <p:spPr>
          <a:xfrm>
            <a:off x="413832" y="1556792"/>
            <a:ext cx="8994983" cy="4462760"/>
          </a:xfrm>
          <a:prstGeom prst="rect">
            <a:avLst/>
          </a:prstGeom>
        </p:spPr>
        <p:txBody>
          <a:bodyPr wrap="square">
            <a:spAutoFit/>
          </a:bodyPr>
          <a:lstStyle/>
          <a:p>
            <a:pPr marL="342900" lvl="0" indent="-342900">
              <a:buFont typeface="Arial" panose="020B0604020202020204" pitchFamily="34" charset="0"/>
              <a:buChar char="•"/>
            </a:pPr>
            <a:r>
              <a:rPr lang="en-US" altLang="en-US" sz="2400" dirty="0">
                <a:solidFill>
                  <a:srgbClr val="000000"/>
                </a:solidFill>
                <a:latin typeface="Calibri" panose="020F0502020204030204" pitchFamily="34" charset="0"/>
                <a:ea typeface="Calibri" panose="020F0502020204030204" pitchFamily="34" charset="0"/>
                <a:cs typeface="Calibri" panose="020F0502020204030204" pitchFamily="34" charset="0"/>
              </a:rPr>
              <a:t>The mail() function allows you to send emails directly from a script.</a:t>
            </a:r>
          </a:p>
          <a:p>
            <a:pPr lvl="0"/>
            <a:r>
              <a:rPr lang="en-US" altLang="en-US" sz="2400" b="1" dirty="0">
                <a:solidFill>
                  <a:srgbClr val="C00000"/>
                </a:solidFill>
                <a:latin typeface="Calibri" panose="020F0502020204030204" pitchFamily="34" charset="0"/>
                <a:ea typeface="Calibri" panose="020F0502020204030204" pitchFamily="34" charset="0"/>
                <a:cs typeface="Calibri" panose="020F0502020204030204" pitchFamily="34" charset="0"/>
              </a:rPr>
              <a:t>Requirements</a:t>
            </a:r>
          </a:p>
          <a:p>
            <a:pPr marL="342900" lvl="0" indent="-342900">
              <a:buFont typeface="Arial" panose="020B0604020202020204" pitchFamily="34" charset="0"/>
              <a:buChar char="•"/>
            </a:pPr>
            <a:r>
              <a:rPr lang="en-US" altLang="en-US" sz="2400" dirty="0">
                <a:solidFill>
                  <a:srgbClr val="000000"/>
                </a:solidFill>
                <a:latin typeface="Calibri" panose="020F0502020204030204" pitchFamily="34" charset="0"/>
                <a:ea typeface="Calibri" panose="020F0502020204030204" pitchFamily="34" charset="0"/>
                <a:cs typeface="Calibri" panose="020F0502020204030204" pitchFamily="34" charset="0"/>
              </a:rPr>
              <a:t>For the mail functions to be available, PHP requires an installed and working email system.</a:t>
            </a:r>
          </a:p>
          <a:p>
            <a:pPr marL="342900" lvl="0" indent="-342900">
              <a:buFont typeface="Arial" panose="020B0604020202020204" pitchFamily="34" charset="0"/>
              <a:buChar char="•"/>
            </a:pPr>
            <a:r>
              <a:rPr lang="en-US" altLang="en-US" sz="2400" dirty="0">
                <a:solidFill>
                  <a:srgbClr val="000000"/>
                </a:solidFill>
                <a:latin typeface="Calibri" panose="020F0502020204030204" pitchFamily="34" charset="0"/>
                <a:ea typeface="Calibri" panose="020F0502020204030204" pitchFamily="34" charset="0"/>
                <a:cs typeface="Calibri" panose="020F0502020204030204" pitchFamily="34" charset="0"/>
              </a:rPr>
              <a:t> The program to be used is defined by the configuration settings in the php.ini file.</a:t>
            </a:r>
          </a:p>
          <a:p>
            <a:pPr lvl="0"/>
            <a:r>
              <a:rPr lang="en-US" altLang="en-US" sz="2400" b="1" dirty="0">
                <a:solidFill>
                  <a:srgbClr val="C00000"/>
                </a:solidFill>
                <a:latin typeface="Calibri" panose="020F0502020204030204" pitchFamily="34" charset="0"/>
                <a:ea typeface="Calibri" panose="020F0502020204030204" pitchFamily="34" charset="0"/>
                <a:cs typeface="Calibri" panose="020F0502020204030204" pitchFamily="34" charset="0"/>
              </a:rPr>
              <a:t>Installation</a:t>
            </a:r>
          </a:p>
          <a:p>
            <a:pPr marL="342900" lvl="0" indent="-342900">
              <a:buFont typeface="Arial" panose="020B0604020202020204" pitchFamily="34" charset="0"/>
              <a:buChar char="•"/>
            </a:pPr>
            <a:r>
              <a:rPr lang="en-US" altLang="en-US" sz="2400" dirty="0">
                <a:solidFill>
                  <a:srgbClr val="000000"/>
                </a:solidFill>
                <a:latin typeface="Calibri" panose="020F0502020204030204" pitchFamily="34" charset="0"/>
                <a:ea typeface="Calibri" panose="020F0502020204030204" pitchFamily="34" charset="0"/>
                <a:cs typeface="Calibri" panose="020F0502020204030204" pitchFamily="34" charset="0"/>
              </a:rPr>
              <a:t>The mail functions are part of the PHP core. There is no installation needed to use these functions.</a:t>
            </a:r>
            <a:endParaRPr lang="en-US" altLang="en-US" sz="2400" dirty="0">
              <a:latin typeface="Calibri" panose="020F0502020204030204" pitchFamily="34" charset="0"/>
              <a:ea typeface="Calibri" panose="020F0502020204030204" pitchFamily="34" charset="0"/>
              <a:cs typeface="Calibri" panose="020F0502020204030204" pitchFamily="34" charset="0"/>
            </a:endParaRPr>
          </a:p>
          <a:p>
            <a:pPr lvl="0"/>
            <a:endParaRPr lang="en-US" altLang="en-US" sz="4000" dirty="0"/>
          </a:p>
          <a:p>
            <a:pPr lvl="0"/>
            <a:endParaRPr lang="en-US" altLang="en-US" sz="2800" dirty="0"/>
          </a:p>
        </p:txBody>
      </p:sp>
    </p:spTree>
    <p:extLst>
      <p:ext uri="{BB962C8B-B14F-4D97-AF65-F5344CB8AC3E}">
        <p14:creationId xmlns:p14="http://schemas.microsoft.com/office/powerpoint/2010/main" xmlns="" val="3394245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Email and PHP</a:t>
            </a:r>
          </a:p>
        </p:txBody>
      </p:sp>
      <p:sp>
        <p:nvSpPr>
          <p:cNvPr id="3" name="Slide Number Placeholder 2"/>
          <p:cNvSpPr>
            <a:spLocks noGrp="1"/>
          </p:cNvSpPr>
          <p:nvPr>
            <p:ph type="sldNum" idx="4"/>
          </p:nvPr>
        </p:nvSpPr>
        <p:spPr/>
        <p:txBody>
          <a:bodyPr/>
          <a:lstStyle/>
          <a:p>
            <a:pPr algn="r">
              <a:buNone/>
            </a:pPr>
            <a:fld id="{9A0DB2DC-4C9A-4742-B13C-FB6460FD3503}" type="slidenum">
              <a:rPr lang="en-GB" altLang="en-US" smtClean="0"/>
              <a:pPr algn="r">
                <a:buNone/>
              </a:pPr>
              <a:t>105</a:t>
            </a:fld>
            <a:endParaRPr lang="en-GB" altLang="en-US" dirty="0"/>
          </a:p>
        </p:txBody>
      </p:sp>
      <p:sp>
        <p:nvSpPr>
          <p:cNvPr id="4" name="Rectangle 1"/>
          <p:cNvSpPr>
            <a:spLocks noChangeArrowheads="1"/>
          </p:cNvSpPr>
          <p:nvPr/>
        </p:nvSpPr>
        <p:spPr bwMode="auto">
          <a:xfrm>
            <a:off x="0" y="-38099"/>
            <a:ext cx="0" cy="533399"/>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82524" tIns="126960" rIns="-82524" bIns="12696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a:defRPr>
                <a:solidFill>
                  <a:schemeClr val="tx1"/>
                </a:solidFill>
                <a:latin typeface="Arial" panose="020B0604020202020204" pitchFamily="34" charset="0"/>
              </a:defRPr>
            </a:lvl6pPr>
            <a:lvl7pPr>
              <a:defRPr>
                <a:solidFill>
                  <a:schemeClr val="tx1"/>
                </a:solidFill>
                <a:latin typeface="Arial" panose="020B0604020202020204" pitchFamily="34" charset="0"/>
              </a:defRPr>
            </a:lvl7pPr>
            <a:lvl8pPr>
              <a:defRPr>
                <a:solidFill>
                  <a:schemeClr val="tx1"/>
                </a:solidFill>
                <a:latin typeface="Arial" panose="020B0604020202020204" pitchFamily="34" charset="0"/>
              </a:defRPr>
            </a:lvl8pPr>
            <a:lvl9pP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3"/>
          <p:cNvSpPr>
            <a:spLocks noChangeArrowheads="1"/>
          </p:cNvSpPr>
          <p:nvPr/>
        </p:nvSpPr>
        <p:spPr bwMode="auto">
          <a:xfrm>
            <a:off x="0" y="388809"/>
            <a:ext cx="0" cy="62573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82524" tIns="126960" rIns="-82524" bIns="12696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a:defRPr>
                <a:solidFill>
                  <a:schemeClr val="tx1"/>
                </a:solidFill>
                <a:latin typeface="Arial" panose="020B0604020202020204" pitchFamily="34" charset="0"/>
              </a:defRPr>
            </a:lvl6pPr>
            <a:lvl7pPr>
              <a:defRPr>
                <a:solidFill>
                  <a:schemeClr val="tx1"/>
                </a:solidFill>
                <a:latin typeface="Arial" panose="020B0604020202020204" pitchFamily="34" charset="0"/>
              </a:defRPr>
            </a:lvl7pPr>
            <a:lvl8pPr>
              <a:defRPr>
                <a:solidFill>
                  <a:schemeClr val="tx1"/>
                </a:solidFill>
                <a:latin typeface="Arial" panose="020B0604020202020204" pitchFamily="34" charset="0"/>
              </a:defRPr>
            </a:lvl8pPr>
            <a:lvl9pP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endParaRPr>
          </a:p>
        </p:txBody>
      </p:sp>
      <p:sp>
        <p:nvSpPr>
          <p:cNvPr id="8" name="Rectangle 5"/>
          <p:cNvSpPr>
            <a:spLocks noChangeArrowheads="1"/>
          </p:cNvSpPr>
          <p:nvPr/>
        </p:nvSpPr>
        <p:spPr bwMode="auto">
          <a:xfrm>
            <a:off x="2288704" y="1919994"/>
            <a:ext cx="65" cy="49753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0" tIns="63480" rIns="0" bIns="6348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a:defRPr>
                <a:solidFill>
                  <a:schemeClr val="tx1"/>
                </a:solidFill>
                <a:latin typeface="Arial" panose="020B0604020202020204" pitchFamily="34" charset="0"/>
              </a:defRPr>
            </a:lvl6pPr>
            <a:lvl7pPr>
              <a:defRPr>
                <a:solidFill>
                  <a:schemeClr val="tx1"/>
                </a:solidFill>
                <a:latin typeface="Arial" panose="020B0604020202020204" pitchFamily="34" charset="0"/>
              </a:defRPr>
            </a:lvl7pPr>
            <a:lvl8pPr>
              <a:defRPr>
                <a:solidFill>
                  <a:schemeClr val="tx1"/>
                </a:solidFill>
                <a:latin typeface="Arial" panose="020B0604020202020204" pitchFamily="34" charset="0"/>
              </a:defRPr>
            </a:lvl8pPr>
            <a:lvl9pP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endParaRPr>
          </a:p>
        </p:txBody>
      </p:sp>
      <p:sp>
        <p:nvSpPr>
          <p:cNvPr id="9" name="Rectangle 8"/>
          <p:cNvSpPr/>
          <p:nvPr/>
        </p:nvSpPr>
        <p:spPr>
          <a:xfrm>
            <a:off x="413832" y="1556792"/>
            <a:ext cx="8994983" cy="1138773"/>
          </a:xfrm>
          <a:prstGeom prst="rect">
            <a:avLst/>
          </a:prstGeom>
        </p:spPr>
        <p:txBody>
          <a:bodyPr wrap="square">
            <a:spAutoFit/>
          </a:bodyPr>
          <a:lstStyle/>
          <a:p>
            <a:pPr lvl="0"/>
            <a:endParaRPr lang="en-US" altLang="en-US" sz="4000" dirty="0"/>
          </a:p>
          <a:p>
            <a:pPr lvl="0"/>
            <a:endParaRPr lang="en-US" altLang="en-US" sz="2800" dirty="0"/>
          </a:p>
        </p:txBody>
      </p:sp>
      <p:pic>
        <p:nvPicPr>
          <p:cNvPr id="5" name="Picture 4"/>
          <p:cNvPicPr>
            <a:picLocks noChangeAspect="1"/>
          </p:cNvPicPr>
          <p:nvPr/>
        </p:nvPicPr>
        <p:blipFill>
          <a:blip r:embed="rId2"/>
          <a:stretch>
            <a:fillRect/>
          </a:stretch>
        </p:blipFill>
        <p:spPr>
          <a:xfrm>
            <a:off x="446987" y="2161540"/>
            <a:ext cx="9209134" cy="1794453"/>
          </a:xfrm>
          <a:prstGeom prst="rect">
            <a:avLst/>
          </a:prstGeom>
        </p:spPr>
      </p:pic>
    </p:spTree>
    <p:extLst>
      <p:ext uri="{BB962C8B-B14F-4D97-AF65-F5344CB8AC3E}">
        <p14:creationId xmlns:p14="http://schemas.microsoft.com/office/powerpoint/2010/main" xmlns="" val="287848641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Email and PHP</a:t>
            </a:r>
          </a:p>
        </p:txBody>
      </p:sp>
      <p:sp>
        <p:nvSpPr>
          <p:cNvPr id="3" name="Slide Number Placeholder 2"/>
          <p:cNvSpPr>
            <a:spLocks noGrp="1"/>
          </p:cNvSpPr>
          <p:nvPr>
            <p:ph type="sldNum" idx="4"/>
          </p:nvPr>
        </p:nvSpPr>
        <p:spPr/>
        <p:txBody>
          <a:bodyPr/>
          <a:lstStyle/>
          <a:p>
            <a:pPr algn="r">
              <a:buNone/>
            </a:pPr>
            <a:fld id="{9A0DB2DC-4C9A-4742-B13C-FB6460FD3503}" type="slidenum">
              <a:rPr lang="en-GB" altLang="en-US" smtClean="0"/>
              <a:pPr algn="r">
                <a:buNone/>
              </a:pPr>
              <a:t>106</a:t>
            </a:fld>
            <a:endParaRPr lang="en-GB" altLang="en-US" dirty="0"/>
          </a:p>
        </p:txBody>
      </p:sp>
      <p:sp>
        <p:nvSpPr>
          <p:cNvPr id="4" name="Rectangle 1"/>
          <p:cNvSpPr>
            <a:spLocks noChangeArrowheads="1"/>
          </p:cNvSpPr>
          <p:nvPr/>
        </p:nvSpPr>
        <p:spPr bwMode="auto">
          <a:xfrm>
            <a:off x="0" y="-38099"/>
            <a:ext cx="0" cy="533399"/>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82524" tIns="126960" rIns="-82524" bIns="12696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a:defRPr>
                <a:solidFill>
                  <a:schemeClr val="tx1"/>
                </a:solidFill>
                <a:latin typeface="Arial" panose="020B0604020202020204" pitchFamily="34" charset="0"/>
              </a:defRPr>
            </a:lvl6pPr>
            <a:lvl7pPr>
              <a:defRPr>
                <a:solidFill>
                  <a:schemeClr val="tx1"/>
                </a:solidFill>
                <a:latin typeface="Arial" panose="020B0604020202020204" pitchFamily="34" charset="0"/>
              </a:defRPr>
            </a:lvl7pPr>
            <a:lvl8pPr>
              <a:defRPr>
                <a:solidFill>
                  <a:schemeClr val="tx1"/>
                </a:solidFill>
                <a:latin typeface="Arial" panose="020B0604020202020204" pitchFamily="34" charset="0"/>
              </a:defRPr>
            </a:lvl8pPr>
            <a:lvl9pP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3"/>
          <p:cNvSpPr>
            <a:spLocks noChangeArrowheads="1"/>
          </p:cNvSpPr>
          <p:nvPr/>
        </p:nvSpPr>
        <p:spPr bwMode="auto">
          <a:xfrm>
            <a:off x="0" y="388809"/>
            <a:ext cx="0" cy="62573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82524" tIns="126960" rIns="-82524" bIns="12696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a:defRPr>
                <a:solidFill>
                  <a:schemeClr val="tx1"/>
                </a:solidFill>
                <a:latin typeface="Arial" panose="020B0604020202020204" pitchFamily="34" charset="0"/>
              </a:defRPr>
            </a:lvl6pPr>
            <a:lvl7pPr>
              <a:defRPr>
                <a:solidFill>
                  <a:schemeClr val="tx1"/>
                </a:solidFill>
                <a:latin typeface="Arial" panose="020B0604020202020204" pitchFamily="34" charset="0"/>
              </a:defRPr>
            </a:lvl7pPr>
            <a:lvl8pPr>
              <a:defRPr>
                <a:solidFill>
                  <a:schemeClr val="tx1"/>
                </a:solidFill>
                <a:latin typeface="Arial" panose="020B0604020202020204" pitchFamily="34" charset="0"/>
              </a:defRPr>
            </a:lvl8pPr>
            <a:lvl9pP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endParaRPr>
          </a:p>
        </p:txBody>
      </p:sp>
      <p:sp>
        <p:nvSpPr>
          <p:cNvPr id="8" name="Rectangle 5"/>
          <p:cNvSpPr>
            <a:spLocks noChangeArrowheads="1"/>
          </p:cNvSpPr>
          <p:nvPr/>
        </p:nvSpPr>
        <p:spPr bwMode="auto">
          <a:xfrm>
            <a:off x="2288704" y="1919994"/>
            <a:ext cx="65" cy="49753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0" tIns="63480" rIns="0" bIns="6348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a:defRPr>
                <a:solidFill>
                  <a:schemeClr val="tx1"/>
                </a:solidFill>
                <a:latin typeface="Arial" panose="020B0604020202020204" pitchFamily="34" charset="0"/>
              </a:defRPr>
            </a:lvl6pPr>
            <a:lvl7pPr>
              <a:defRPr>
                <a:solidFill>
                  <a:schemeClr val="tx1"/>
                </a:solidFill>
                <a:latin typeface="Arial" panose="020B0604020202020204" pitchFamily="34" charset="0"/>
              </a:defRPr>
            </a:lvl7pPr>
            <a:lvl8pPr>
              <a:defRPr>
                <a:solidFill>
                  <a:schemeClr val="tx1"/>
                </a:solidFill>
                <a:latin typeface="Arial" panose="020B0604020202020204" pitchFamily="34" charset="0"/>
              </a:defRPr>
            </a:lvl8pPr>
            <a:lvl9pP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endParaRPr>
          </a:p>
        </p:txBody>
      </p:sp>
      <p:sp>
        <p:nvSpPr>
          <p:cNvPr id="9" name="Rectangle 8"/>
          <p:cNvSpPr/>
          <p:nvPr/>
        </p:nvSpPr>
        <p:spPr>
          <a:xfrm>
            <a:off x="413832" y="1556792"/>
            <a:ext cx="8994983" cy="1138773"/>
          </a:xfrm>
          <a:prstGeom prst="rect">
            <a:avLst/>
          </a:prstGeom>
        </p:spPr>
        <p:txBody>
          <a:bodyPr wrap="square">
            <a:spAutoFit/>
          </a:bodyPr>
          <a:lstStyle/>
          <a:p>
            <a:pPr lvl="0"/>
            <a:endParaRPr lang="en-US" altLang="en-US" sz="4000" dirty="0"/>
          </a:p>
          <a:p>
            <a:pPr lvl="0"/>
            <a:endParaRPr lang="en-US" altLang="en-US" sz="2800" dirty="0"/>
          </a:p>
        </p:txBody>
      </p:sp>
      <p:pic>
        <p:nvPicPr>
          <p:cNvPr id="7" name="Picture 6"/>
          <p:cNvPicPr>
            <a:picLocks noChangeAspect="1"/>
          </p:cNvPicPr>
          <p:nvPr/>
        </p:nvPicPr>
        <p:blipFill>
          <a:blip r:embed="rId2"/>
          <a:stretch>
            <a:fillRect/>
          </a:stretch>
        </p:blipFill>
        <p:spPr>
          <a:xfrm>
            <a:off x="36115" y="1410304"/>
            <a:ext cx="9830652" cy="4770533"/>
          </a:xfrm>
          <a:prstGeom prst="rect">
            <a:avLst/>
          </a:prstGeom>
        </p:spPr>
      </p:pic>
    </p:spTree>
    <p:extLst>
      <p:ext uri="{BB962C8B-B14F-4D97-AF65-F5344CB8AC3E}">
        <p14:creationId xmlns:p14="http://schemas.microsoft.com/office/powerpoint/2010/main" xmlns="" val="168599114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Questions</a:t>
            </a:r>
          </a:p>
        </p:txBody>
      </p:sp>
      <p:sp>
        <p:nvSpPr>
          <p:cNvPr id="3" name="Content Placeholder 2"/>
          <p:cNvSpPr>
            <a:spLocks noGrp="1"/>
          </p:cNvSpPr>
          <p:nvPr>
            <p:ph idx="1"/>
          </p:nvPr>
        </p:nvSpPr>
        <p:spPr>
          <a:xfrm>
            <a:off x="563245" y="1040765"/>
            <a:ext cx="8566785" cy="4987290"/>
          </a:xfrm>
        </p:spPr>
        <p:txBody>
          <a:bodyPr/>
          <a:lstStyle/>
          <a:p>
            <a:pPr marL="0" indent="0">
              <a:buNone/>
            </a:pPr>
            <a:r>
              <a:rPr lang="en-US"/>
              <a:t>1. Demonstrate the need for MySQL. Implement the steps involved to connect MySQL database with PHP in details.</a:t>
            </a:r>
          </a:p>
          <a:p>
            <a:pPr marL="0" indent="0">
              <a:buNone/>
            </a:pPr>
            <a:endParaRPr lang="en-US"/>
          </a:p>
          <a:p>
            <a:pPr marL="0" indent="0">
              <a:buNone/>
            </a:pPr>
            <a:r>
              <a:rPr lang="en-US"/>
              <a:t>2. Describe the need for PHP session cookies with suitable example.</a:t>
            </a:r>
          </a:p>
          <a:p>
            <a:pPr marL="0" indent="0">
              <a:buNone/>
            </a:pPr>
            <a:endParaRPr lang="en-US"/>
          </a:p>
          <a:p>
            <a:pPr marL="0" indent="0">
              <a:buNone/>
            </a:pPr>
            <a:r>
              <a:rPr lang="en-US"/>
              <a:t>3. Compare PHP and XML with suitable example. Classify and explain types of XML parsers in details.</a:t>
            </a:r>
          </a:p>
          <a:p>
            <a:pPr marL="0" indent="0">
              <a:buNone/>
            </a:pPr>
            <a:endParaRPr lang="en-US"/>
          </a:p>
          <a:p>
            <a:pPr marL="0" indent="0">
              <a:buNone/>
            </a:pPr>
            <a:r>
              <a:rPr lang="en-US"/>
              <a:t>4. Demonstrate the need for PHP and AJAX with suitable example.</a:t>
            </a:r>
          </a:p>
        </p:txBody>
      </p:sp>
      <p:sp>
        <p:nvSpPr>
          <p:cNvPr id="4" name="Slide Number Placeholder 3">
            <a:extLst>
              <a:ext uri="{FF2B5EF4-FFF2-40B4-BE49-F238E27FC236}">
                <a16:creationId xmlns:a16="http://schemas.microsoft.com/office/drawing/2014/main" xmlns="" id="{1C47F9CB-F4F7-2DE7-C52D-E30F4B7B0ECC}"/>
              </a:ext>
            </a:extLst>
          </p:cNvPr>
          <p:cNvSpPr>
            <a:spLocks noGrp="1"/>
          </p:cNvSpPr>
          <p:nvPr>
            <p:ph type="sldNum" sz="quarter" idx="10"/>
          </p:nvPr>
        </p:nvSpPr>
        <p:spPr/>
        <p:txBody>
          <a:bodyPr/>
          <a:lstStyle/>
          <a:p>
            <a:pPr lvl="0">
              <a:buNone/>
            </a:pPr>
            <a:fld id="{9A0DB2DC-4C9A-4742-B13C-FB6460FD3503}" type="slidenum">
              <a:rPr lang="en-GB" altLang="en-US" smtClean="0">
                <a:latin typeface="Arial" panose="020B0604020202020204" pitchFamily="34" charset="0"/>
              </a:rPr>
              <a:pPr lvl="0">
                <a:buNone/>
              </a:pPr>
              <a:t>107</a:t>
            </a:fld>
            <a:endParaRPr lang="en-GB" altLang="en-US" dirty="0">
              <a:latin typeface="Arial" panose="020B0604020202020204" pitchFamily="34" charset="0"/>
            </a:endParaRPr>
          </a:p>
        </p:txBody>
      </p:sp>
    </p:spTree>
  </p:cSld>
  <p:clrMapOvr>
    <a:masterClrMapping/>
  </p:clrMapOvr>
</p:sld>
</file>

<file path=ppt/theme/theme1.xml><?xml version="1.0" encoding="utf-8"?>
<a:theme xmlns:a="http://schemas.openxmlformats.org/drawingml/2006/main" name="netskills_ppt">
  <a:themeElements>
    <a:clrScheme name="">
      <a:dk1>
        <a:srgbClr val="000000"/>
      </a:dk1>
      <a:lt1>
        <a:srgbClr val="FFFFFF"/>
      </a:lt1>
      <a:dk2>
        <a:srgbClr val="000000"/>
      </a:dk2>
      <a:lt2>
        <a:srgbClr val="333333"/>
      </a:lt2>
      <a:accent1>
        <a:srgbClr val="474747"/>
      </a:accent1>
      <a:accent2>
        <a:srgbClr val="DADADA"/>
      </a:accent2>
      <a:accent3>
        <a:srgbClr val="FFFFFF"/>
      </a:accent3>
      <a:accent4>
        <a:srgbClr val="000000"/>
      </a:accent4>
      <a:accent5>
        <a:srgbClr val="B1B1B1"/>
      </a:accent5>
      <a:accent6>
        <a:srgbClr val="C5C5C5"/>
      </a:accent6>
      <a:hlink>
        <a:srgbClr val="000000"/>
      </a:hlink>
      <a:folHlink>
        <a:srgbClr val="919191"/>
      </a:folHlink>
    </a:clrScheme>
    <a:fontScheme name="netskills_pp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GB" alt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GB" alt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netskills_pp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netskills_pp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netskills_ppt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netskills_ppt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netskills_ppt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netskills_ppt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netskills_ppt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6458</TotalTime>
  <Pages>25</Pages>
  <Words>2562</Words>
  <Application>Microsoft Office PowerPoint</Application>
  <PresentationFormat>A4 Paper (210x297 mm)</PresentationFormat>
  <Paragraphs>596</Paragraphs>
  <Slides>107</Slides>
  <Notes>19</Notes>
  <HiddenSlides>0</HiddenSlides>
  <MMClips>0</MMClips>
  <ScaleCrop>false</ScaleCrop>
  <HeadingPairs>
    <vt:vector size="4" baseType="variant">
      <vt:variant>
        <vt:lpstr>Theme</vt:lpstr>
      </vt:variant>
      <vt:variant>
        <vt:i4>1</vt:i4>
      </vt:variant>
      <vt:variant>
        <vt:lpstr>Slide Titles</vt:lpstr>
      </vt:variant>
      <vt:variant>
        <vt:i4>107</vt:i4>
      </vt:variant>
    </vt:vector>
  </HeadingPairs>
  <TitlesOfParts>
    <vt:vector size="108" baseType="lpstr">
      <vt:lpstr>netskills_ppt</vt:lpstr>
      <vt:lpstr>Slide 1</vt:lpstr>
      <vt:lpstr>PHP Introduction</vt:lpstr>
      <vt:lpstr>PHP Introduction</vt:lpstr>
      <vt:lpstr>PHP Introduction</vt:lpstr>
      <vt:lpstr>PHP Features</vt:lpstr>
      <vt:lpstr>Install PHP</vt:lpstr>
      <vt:lpstr>PHP Introduction</vt:lpstr>
      <vt:lpstr>PHP Hello World</vt:lpstr>
      <vt:lpstr>PHP Comments</vt:lpstr>
      <vt:lpstr>PHP Variables</vt:lpstr>
      <vt:lpstr>PHP Math</vt:lpstr>
      <vt:lpstr>PHP  Constant Arrays</vt:lpstr>
      <vt:lpstr>PHP  Arrays</vt:lpstr>
      <vt:lpstr>PHP  Arrays</vt:lpstr>
      <vt:lpstr>What is a PHP File?  1.PHP files can contain text, HTML, CSS, JavaScript, and PHP code 2. PHP code are executed on the server, and the result is returned to the browser  as plain HTML 3. PHP files have extension ".php"  </vt:lpstr>
      <vt:lpstr>What Can PHP Do?  PHP can generate dynamic page content PHP can create, open, read, write, delete, and close files on the server PHP can collect form data PHP can send and receive cookies PHP can add, delete, modify data in your database PHP can encrypt data</vt:lpstr>
      <vt:lpstr>Why PHP?  PHP runs on various platforms (Windows, Linux, Unix, Mac OS X, etc.) PHP is compatible with almost all servers used today (Apache, IIS, etc.) PHP supports a wide range of databases PHP is free. Download it from the official PHP resource: www.php.net PHP is easy to learn and runs efficiently on the server side </vt:lpstr>
      <vt:lpstr>To start using PHP, you can:  Find a web host with PHP and MySQL support Install a web server on your own PC, and then install PHP and MySQL  Use a Web Host with PHP Support If your server has activated support for PHP you do not need to do anything. Just create some .php files, place them in your web directory, and the server will  automatically parse them for you. You do not need to compile anything or install any extra tools. Because PHP is free, most web hosts offer PHP support. Set Up PHP on Your Own PC</vt:lpstr>
      <vt:lpstr>Slide 19</vt:lpstr>
      <vt:lpstr>Data Types  Variables can store data of different types, and different data types can do  different things. PHP supports the following data types: String Integer Float (floating point numbers - also called double) Boolean Array Object NULL Resource</vt:lpstr>
      <vt:lpstr>PHP String  A string is a sequence of characters, like "Hello world!". A string can be any text inside quotes. You can use single or double quotes: Example &lt;html&gt; &lt;body&gt; &lt;?php $x = "Hello world!"; $y = 'Hello world!';  echo $x; echo "&lt;br&gt;";  echo $y; ?&gt; &lt;/body&gt; &lt;/html&gt; OUTPUT: Hello world!  Hello world!</vt:lpstr>
      <vt:lpstr> String Functions Get The Length of a String The PHP streln() function returns the length of a string. The example below returns the length of the string "Hello world!"  &lt;html&gt; &lt;body&gt; &lt;?php echo strlen("Hello  world!"); ?&gt; &lt;/body&gt; &lt;/html&gt;  OUTPUT: 12</vt:lpstr>
      <vt:lpstr>PHP Integer  An integer data type is a non-decimal number Rules for integers:  An integer must have at least one digit An integer must not have a decimal point An integer can be either positive or negative Integers can be specified in three formats: decimal (10-based), hexadecimal (16-  based - prefixed with 0x) or octal (8-based - prefixed with 0) In the following example $x is an integer. </vt:lpstr>
      <vt:lpstr> The PHP var_dump() function  returns the data type and value:  &lt;html&gt; &lt;body&gt; &lt;?php $x = 5985; var_dump($x); ?&gt; &lt;/body&gt; &lt;/html&gt;  OUTPUT: int(5985)</vt:lpstr>
      <vt:lpstr>PHP Float  A float (floating point number) is a number with a decimal point or a number in  exponential form. In the following example $x is a float. The PHP var_dump() function returns the  data type and value:</vt:lpstr>
      <vt:lpstr>PHP Float  &lt;html&gt; &lt;body&gt; &lt;?php $x = 5985.55; var_dump($x); ?&gt; &lt;/body&gt; &lt;/html&gt;  OUTPUT: float(5985.55)</vt:lpstr>
      <vt:lpstr>PHP Boolean  A Boolean represents two possible states: TRUE or FALSE. $x = true; $y = false; </vt:lpstr>
      <vt:lpstr>PHP Array An array stores multiple values in one single variable: An array is a special variable, which can hold more than one value at a time. If you have a list of items (a list of car names, for example), storing the cars  in single variables could look like this: $cars1 = "Volvo"; $cars2 = "BMW"; $cars3 = "Toyota"; However, what if you want to loop through the cars and find a specific one?  And what if you had not 3 cars, but 300? The solution is to create an array! An array can hold many values under a single name, and you can access the  values by referring to an index number.</vt:lpstr>
      <vt:lpstr>&lt;html&gt; &lt;body&gt; &lt;?php $cars = array("Volvo", "BMW", "Toyota"); echo "I like " . $cars[0] . ", " . $cars[1] . " and " . $cars[2] . "."; ?&gt; &lt;/body&gt; &lt;/html&gt;  OUTPUT:  I like Volvo, BMW and Toyota.</vt:lpstr>
      <vt:lpstr>Create an Array in PHP  In PHP, the array() function is used to create an array: array(); In PHP, there are three types of arrays: Indexed arrays - Arrays with a numeric index Associative arrays - Arrays with named keys Multidimensional arrays - Arrays containing one or more arrays  </vt:lpstr>
      <vt:lpstr>  • rsort() - sort arrays in descending order • asort() - sort associative arrays in ascending order, according to the value • ksort() - sort associative arrays in ascending order, according to the key • arsort() - sort associative arrays in descending order, according to the value • krsort() - sort associative arrays in descending order, according to the key </vt:lpstr>
      <vt:lpstr>Rules for PHP variables:  </vt:lpstr>
      <vt:lpstr>PHP Variables Scope  In PHP, variables can be declared anywhere in the script. The scope of a variable is the part of the script where the variable can be  referenced/used. PHP has three different variable scopes: local global static  Global and Local Scope  A variable declared outside a function has a GLOBAL SCOPE and can only be  accessed outside a function: </vt:lpstr>
      <vt:lpstr>&lt;html&gt; &lt;body&gt; &lt;?php $x = 5; // global scope  function myTest() { // using x inside this function will generate an error  echo "&lt;p&gt;Variable x inside function is: $x&lt;/p&gt;"; } myTest(); echo "&lt;p&gt;Variable x outside function is: $x&lt;/p&gt;"; ?&gt; &lt;/body&gt; &lt;/html&gt; OUTPUT: Variable x inside function is: Variable x outside function is: 5</vt:lpstr>
      <vt:lpstr>&lt;html&gt; &lt;body&gt; &lt;?php function myTest() { $x = 5; // local scope echo "&lt;p&gt;Variable x inside function is: $x&lt;/p&gt;"; } myTest(); // using x outside the function will generate an  error echo "&lt;p&gt;Variable x outside function is: $x&lt;/p&gt;"; ?&gt; &lt;/body&gt; &lt;/html&gt; OUTPUT: Variable x inside function is: 5  Variable x outside function is: </vt:lpstr>
      <vt:lpstr>The global Keyword  &lt;html&gt; &lt;body&gt; &lt;?php $x = 5; $y = 10 function myTest() {  global $x, $y;  $y = $x + $y; } myTest(); // run function echo $y; // output the new value for variable $y ?&gt; &lt;/body&gt; &lt;/html&gt;</vt:lpstr>
      <vt:lpstr>The static Keyword  Normally, when a function is completed/executed, all of its variables are deleted.  However, sometimes we want a local variable NOT to be deleted. We need it for a  further job. &lt;html&gt; &lt;body&gt; &lt;?php function myTest() {  static $x = 0;  echo $x;                                  $x++; } myTest();  echo "&lt;br&gt;";  myTest();  echo "&lt;br&gt;";  myTest(); ?&gt; &lt;/body&gt; &lt;/html&gt;</vt:lpstr>
      <vt:lpstr>echo and print Statements   </vt:lpstr>
      <vt:lpstr>PHP Object  </vt:lpstr>
      <vt:lpstr>PHP NULL Value  Null is a special data type which can have only one value: NULL. A variable of data type NULL is a variable that has no value assigned to it. If a variable is created without a value, it is automatically assigned a value of  NULL. Variables can also be emptied by setting the value to NULL:</vt:lpstr>
      <vt:lpstr>PHP Operators  Operators are used to perform operations on variables and values.  PHP divides the operators in the following groups:  Arithmetic operators Assignment operators Comparison operators  Increment/Decrement operators Logical operators String operators Array operators</vt:lpstr>
      <vt:lpstr>PHP Conditional Statements  •if statement - executes some code if one condition is true  • if...else statement - executes some code if a condition is true and another code if that condition is false  • if...elseif....else statement - executes different codes for more than two conditions  • switch statement - selects one of many blocks of code to be executed  </vt:lpstr>
      <vt:lpstr>if statement - executes some code if one condition is true if (condition) { code to be executed if condition is true; } The example below will output "Have a good day!" if the current time (HOUR) is  less than 20:  &lt;html&gt; &lt;body&gt; &lt;?php $t = date("H"); if ($t &lt; "20") { echo "Have a good day!"; } ?&gt; &lt;/body&gt; &lt;/html&gt;  OUTPUT: Have a good day!</vt:lpstr>
      <vt:lpstr> The if...else Statement  Syntax if (condition) { code to be executed if condition is true; } else { code to be executed if condition is false; } The example below will output "Have a good day!" if the current time is less than 20,  and "Have a good night!" otherwise:  </vt:lpstr>
      <vt:lpstr>&lt;html&gt; &lt;body&gt; &lt;?php $t = date("H"); if ($t &lt; "20") { echo "Have a good day!"; } else { echo "Have a good night!"; } ?&gt; &lt;/body&gt; &lt;/html&gt; OUTPUT:  Have a good day!</vt:lpstr>
      <vt:lpstr>Slide 46</vt:lpstr>
      <vt:lpstr>Slide 47</vt:lpstr>
      <vt:lpstr>The switch Statement  The switch statement is used to perform different actions based on  different conditions. &lt;html&gt; &lt;body&gt; &lt;?php $favcolor = "red";  switch ($favcolor) { case "red": echo "Your favorite color is red!";  break; case "blue": echo "Your favorite color is blue!";  break; case "green": echo "Your favorite color is green!";  break; default: echo "Your favorite color is neither red, blue, nor green!"; } ?&gt; &lt;/body&gt; &lt;/html&gt; OUTPUT: Your favorite color is red!</vt:lpstr>
      <vt:lpstr>PHP Loops    •while- loops through a block of code as long as the specified condition is true  • do...while - loops through a block of code once, and then repeats the loop as long as the specified condition is true  • for- loops through a block of code a specified number of times  • foreach- loops through a block of code for each element in an array</vt:lpstr>
      <vt:lpstr>PHP Loops    The PHP while Loop &lt;html&gt; &lt;body&gt; &lt;?php $x = 1; while($x &lt;= 5) { echo "The number is: $x &lt;br&gt;"; $x++; } ?&gt; &lt;/body&gt; &lt;/html&gt; OUTPUT: The number is: 1  The number is: 2  The number is: 3  The number is: 4  The number is: 5</vt:lpstr>
      <vt:lpstr>The PHP do...while Loop  &lt;html&gt; &lt;body&gt; &lt;?php $x = 1;  do { echo "The number is: $x &lt;br&gt;"; $x++; } while ($x &lt;=  5); ?&gt; &lt;/body&gt; &lt;/html&gt; OUTPUT: The number is: 1  The number is: 2  The number is: 3  The number is: 4  The number is: 5</vt:lpstr>
      <vt:lpstr>The PHP for Loop  The for loop is used when you know in advance how many times the script  should run. Syntax for (init counter; test counter; increment counter) { code to be executed; }  Parameters:  init counter: Initialize the loop counter value test counter: Evaluated for each loop iteration. If it evaluates to TRUE, the  loop continues. If it evaluates to FALSE, the loop ends. increment counter: Increases the loop counter value</vt:lpstr>
      <vt:lpstr>&lt;html&gt; &lt;body&gt; &lt;?php for ($x = 0; $x &lt;= 10; $x++) {  echo "The number is: $x &lt;br&gt;"; } ?&gt; &lt;/body&gt; &lt;/html&gt;  OUTPUT: The number is: 0 The number is: 1 The number is: 2 The number is: 3 The number is: 4 The number is: 5 The number is: 6 The number is: 7 The number is: 8 The number is: 9 The number is: 10</vt:lpstr>
      <vt:lpstr>The PHP foreach Loop  The foreach loop works only on arrays, and is used to loop through each  key/value pair in an array.  Syntax  foreach ($array as $value)  { code to be executed; }  For every loop iteration, the value of the current array element is assigned to $value and the array pointer is moved by one, until it reaches the last array  element.  The following example demonstrates a loop that will output the values of the  given array ($colors):</vt:lpstr>
      <vt:lpstr>&lt;html&gt; &lt;body&gt; &lt;?php $colors = array("red", "green", "blue", "yellow");  foreach ($colors as $value) { echo "$value &lt;br&gt;"; } ?&gt; &lt;/body&gt; &lt;/html&gt;  OUTPUT: red   green   blue   yellow</vt:lpstr>
      <vt:lpstr>Functions  • The real power of PHP comes from its functions; it has more than 1000 built-in functions. PHP User Defined Functions • Besides the built-in PHP functions, we can create our own functions. • A function is a block of statements that can be used repeatedly in a program. • A function will not execute immediately when a page loads. • A function will be executed by a call to the function.</vt:lpstr>
      <vt:lpstr>Create a User Defined Function in PHP  A user-defined function declaration starts with the word function:  Syntax  function functionName() { code to be executed; }</vt:lpstr>
      <vt:lpstr>&lt;html&gt; &lt;body&gt; &lt;?php function writeMsg(){ echo "Hello world!"; } writeMsg(); ?&gt; &lt;/body&gt; &lt;/html&gt; OUTPUT: Hello world!</vt:lpstr>
      <vt:lpstr>PHP Function Arguments  • Information can be passed to functions through arguments. An argument is just like a variable. • Arguments are specified after the function name, inside the parentheses. You can add as many arguments as you want, just separate them with a comma. &lt;html&gt; &lt;body&gt; &lt;?php function familyName($fname) { echo "$fname Refsnes.&lt;br&gt;"; } familyName("Jani"); familyName("Hege"); familyName("Stale"); familyName("Kai Jim"); familyName("Borge"); ?&gt; &lt;/body&gt; &lt;/html&gt; </vt:lpstr>
      <vt:lpstr>PHP Return Value  &lt;html&gt; &lt;body&gt; &lt;?php function sum($x, $y) { $z = $x + $y; return $z; } echo "5 + 10 = " . sum(5,10) . "&lt;br&gt;"; echo "7 + 13 = " . sum(7,13) . "&lt;br&gt;"; echo "2 + 4 = " . sum(2,4); ?&gt; &lt;/body&gt; &lt;/html&gt; OUTPUT: 5 + 10 = 15</vt:lpstr>
      <vt:lpstr>File handling  It is an important part of any web application. You often need to open and process a file for different tasks.  PHP Manipulating Files  PHP has several functions for creating, reading, uploading, and editing files.  1. The readfile() function is useful if all you want to do is open up a file and read its contents. 2. A better method to open files is with the fopen() function. This function gives you more options than the readfile() function. 3. PHP Read Single Character - fgetc()  </vt:lpstr>
      <vt:lpstr>&lt;?php $myfile = fopen("any.txt", "r") or die("Unable to open file!"); echo fread($myfile,filesize("any.txt")); fclose($myfile); ?&gt;  </vt:lpstr>
      <vt:lpstr>PHP Form Handling</vt:lpstr>
      <vt:lpstr>PHP Date and Time</vt:lpstr>
      <vt:lpstr> &lt;html&gt; &lt;body&gt; © 2020-&lt;?php echo date("Y");?&gt; &lt;/body&gt;                             &lt;/html&gt;                               O/P=© 2020-2024  &lt;html&gt; &lt;body&gt; &lt;?php echo "The time is " . date("h:i:sa"); ?&gt; &lt;/body&gt; &lt;/html&gt;                                       O/P  = The time is 11:51:05am</vt:lpstr>
      <vt:lpstr>1.Demonstrate the need for PHD and PHP features with neat sketch in details. Implement an online quiz application using PHP where the questions and answers are maintained in database.  2.Classify the types of Array in PHP with suitable example. Implement an employee details like name, ID, dept, gender and salary using PHP Associative Arrays with output.  3.Implement a Library management details to check whether the user return the book correct date or check the fine using PHP functions with output.  </vt:lpstr>
      <vt:lpstr>4.Differentiate Get and post method. Implement the event registration using PHP Form Handling operations with Get and post method with suitable output.  5.Describe the file handling functions and file modes in details. Implement the PHP File handling operations like file open, read, write and close with output.  6.Identify the need for Date and Time in PHP with suitable example. </vt:lpstr>
      <vt:lpstr>PHP MySQL Database  • With PHP, you can connect to and manipulate databases. • MySQL is the most popular database system used with PHP.  What is MySQL? • MySQL is a database system used on the web • MySQL is a database system that runs on a server • MySQL is ideal for both small and large applications • MySQL is very fast, reliable, and easy to use • MySQL uses standard SQL • MySQL compiles on a number of platforms • MySQL is free to download and use • MySQL is developed, distributed, and supported by Oracle Corporation</vt:lpstr>
      <vt:lpstr>MySQLi extension (the "i" stands for improved) • PDO (PHP Data Objects)  Both MySQLi and PDO have their advantages:  • PDO will work on 12 different database systems, whereas MySQLi will only work with MySQL databases. • So, if you have to switch your project to use another database, PDO makes the process easy. You only have to change the connection string and a few queries. With MySQLi, you will need to rewrite the entire code - queries included. • Both are object-oriented, but MySQLi also offers a procedural API.  MySQLi Installation •For Linux and Windows: The MySQLi extension is automatically installed in most cases, when php5 mysql package is installed. • For installation details, go to: http://php.net/manual/en/mysqli.installation.php  PDO Installation • For installation details, go to: http://php.net/manual/en/pdo.installation.php </vt:lpstr>
      <vt:lpstr>Open a Connection to MySQL • Before we can access data in the MySQL database, we need to be able to connect to the server: &lt;?php $servername = "localhost"; $username = "username"; $password = "password"; $conn = new mysqli($servername, $username, $password); if ($conn-&gt;connect_error) { die("Connection failed: " . $conn-&gt;connect_error); } echo "Connected successfully"; ?&gt; &lt;?php $servername = "localhost"; $username = "username"; $password = "password"; $conn = mysqli_connect($servername, $username, $password); // Check connection if (!$conn) { die("Connection failed: " . mysqli_connect_error()); } echo "Connected successfully"; ?&gt;</vt:lpstr>
      <vt:lpstr>Close the Connection  The connection will be closed automatically when the script ends.  To close the connection before, use the following: 1. MySQLi Object-Oriented $conn-&gt;close(); 2. MySQLi Procedural mysqli_close($conn); 3. PDO $conn = null;</vt:lpstr>
      <vt:lpstr>PHP Create a MySQL Database  • A database consists of one or more tables. • You will need special CREATE privileges to create or to delete a MySQL database. • Create a MySQL Database Using MySQLi • The CREATE DATABASE statement is used to create a database in MySQL. • The following examples create a database named "myDB":</vt:lpstr>
      <vt:lpstr>PHP Insert Data Into MySQL  •Insert Data Into MySQL Using MySQLi • After a database and a table have been created, we can start adding data in them.  Here are some syntax rules to follow: • The SQL query must be quoted in PHP • String values inside the SQL query must be quoted • Numeric values must not be quoted • The word NULL must not be quoted The INSERT INTO statement is used to add new records to a MySQL table:  INSERT INTO table_name (column1, column2, column3,...) VALUES (value1, value2, value3,...)</vt:lpstr>
      <vt:lpstr>Example (MySQLi Object-oriented)  &lt;?php $servername = "localhost"; $username = "username"; $password = "password"; $dbname = "myDB"; // Create connection $conn = new mysqli($servername, $username, $password, $dbname); // Check connection if ($conn-&gt;connect_error) { die("Connection failed: " . $conn-&gt;connect_error); } $sql = "INSERT INTO MyGuests (firstname, lastname, email) VALUES ('John', 'Doe', 'john@example.com')"; if ($conn-&gt;query($sql) === TRUE) { echo "New record created successfully"; } else { echo "Error: " . $sql . "&lt;br&gt;" . $conn-&gt;error; } $conn- &gt;close(); ?&gt;</vt:lpstr>
      <vt:lpstr>Cookies and sessions  HTTP is stateless – it does not keep track of the client between requests But sometimes we need to keep track of this information (i)Shopping cart (ii)“Remember me” on login sites 2 solutions to this issue Cookies – small file stored client-side Sessions – relevant data stored on the server</vt:lpstr>
      <vt:lpstr> Cookies   Cookies are stored on the user’s browser, and are sent to the server on every relevant request  The $_COOKIE superglobal makes a cookie a key-value pairing  Store user information as a value with a known key Never assume a cookie has been set. Always check with isset($_COOKIE[$cookie_name]) before trying to use the cookie’s value.</vt:lpstr>
      <vt:lpstr>Setting cookies Cookies are set via the HTTP header Must be sent before the body – before any HTML, CSS, JS, etc. This code will not work: if(isset($_COOKIE["6470"])) { $value = $_COOKIE['6470']; echo "Cookie is set to $value"; } else { $value = 0; } // after echo statement: will not work! setcookie("6470", $value+1, time()+60*60);?&gt;</vt:lpstr>
      <vt:lpstr>Slide 78</vt:lpstr>
      <vt:lpstr>Slide 79</vt:lpstr>
      <vt:lpstr>Slide 80</vt:lpstr>
      <vt:lpstr>Slide 81</vt:lpstr>
      <vt:lpstr>Slide 82</vt:lpstr>
      <vt:lpstr>Slide 83</vt:lpstr>
      <vt:lpstr>MYSQL Basics</vt:lpstr>
      <vt:lpstr>MYSQL Basics</vt:lpstr>
      <vt:lpstr>Slide 86</vt:lpstr>
      <vt:lpstr>PHP Connect to MySQL</vt:lpstr>
      <vt:lpstr>Slide 88</vt:lpstr>
      <vt:lpstr>Slide 89</vt:lpstr>
      <vt:lpstr>Slide 90</vt:lpstr>
      <vt:lpstr>Slide 91</vt:lpstr>
      <vt:lpstr>Slide 92</vt:lpstr>
      <vt:lpstr>Slide 93</vt:lpstr>
      <vt:lpstr>Close the Connection </vt:lpstr>
      <vt:lpstr>PHP and XML</vt:lpstr>
      <vt:lpstr>PHP and XML</vt:lpstr>
      <vt:lpstr>PHP and XML</vt:lpstr>
      <vt:lpstr>PHP and AJAX</vt:lpstr>
      <vt:lpstr>PHP and AJAX</vt:lpstr>
      <vt:lpstr>PHP and AJAX</vt:lpstr>
      <vt:lpstr>PHP and AJAX</vt:lpstr>
      <vt:lpstr>PHP and AJAX</vt:lpstr>
      <vt:lpstr>Slide 103</vt:lpstr>
      <vt:lpstr>Email and PHP</vt:lpstr>
      <vt:lpstr>Email and PHP</vt:lpstr>
      <vt:lpstr>Email and PHP</vt:lpstr>
      <vt:lpstr>Questions</vt:lpstr>
    </vt:vector>
  </TitlesOfParts>
  <Company>University of Newcastle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JavaScript</dc:title>
  <dc:creator>Netskills</dc:creator>
  <cp:lastModifiedBy>Dell</cp:lastModifiedBy>
  <cp:revision>440</cp:revision>
  <cp:lastPrinted>2025-09-26T00:31:56Z</cp:lastPrinted>
  <dcterms:created xsi:type="dcterms:W3CDTF">2001-08-24T10:59:00Z</dcterms:created>
  <dcterms:modified xsi:type="dcterms:W3CDTF">2025-11-18T10:33:12Z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F1E3EDEE43314104B0B648E42BC1C13C_12</vt:lpwstr>
  </property>
  <property fmtid="{D5CDD505-2E9C-101B-9397-08002B2CF9AE}" pid="3" name="KSOProductBuildVer">
    <vt:lpwstr>1033-12.2.0.13472</vt:lpwstr>
  </property>
</Properties>
</file>